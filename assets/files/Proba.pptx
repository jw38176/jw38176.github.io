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4"/>
  </p:notesMasterIdLst>
  <p:handoutMasterIdLst>
    <p:handoutMasterId r:id="rId35"/>
  </p:handoutMasterIdLst>
  <p:sldIdLst>
    <p:sldId id="256" r:id="rId5"/>
    <p:sldId id="334" r:id="rId6"/>
    <p:sldId id="335" r:id="rId7"/>
    <p:sldId id="336" r:id="rId8"/>
    <p:sldId id="333" r:id="rId9"/>
    <p:sldId id="328" r:id="rId10"/>
    <p:sldId id="312" r:id="rId11"/>
    <p:sldId id="315" r:id="rId12"/>
    <p:sldId id="314" r:id="rId13"/>
    <p:sldId id="311" r:id="rId14"/>
    <p:sldId id="313" r:id="rId15"/>
    <p:sldId id="331" r:id="rId16"/>
    <p:sldId id="319" r:id="rId17"/>
    <p:sldId id="320" r:id="rId18"/>
    <p:sldId id="321" r:id="rId19"/>
    <p:sldId id="330" r:id="rId20"/>
    <p:sldId id="329" r:id="rId21"/>
    <p:sldId id="294" r:id="rId22"/>
    <p:sldId id="298" r:id="rId23"/>
    <p:sldId id="300" r:id="rId24"/>
    <p:sldId id="302" r:id="rId25"/>
    <p:sldId id="301" r:id="rId26"/>
    <p:sldId id="332" r:id="rId27"/>
    <p:sldId id="310" r:id="rId28"/>
    <p:sldId id="323" r:id="rId29"/>
    <p:sldId id="325" r:id="rId30"/>
    <p:sldId id="324" r:id="rId31"/>
    <p:sldId id="326" r:id="rId32"/>
    <p:sldId id="322"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908"/>
    <a:srgbClr val="0173BC"/>
    <a:srgbClr val="FA9494"/>
    <a:srgbClr val="595959"/>
    <a:srgbClr val="CFD5E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17085C-6053-4D92-9711-210F480FEF61}" v="7" dt="2026-10-19T02:37:42.6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69" autoAdjust="0"/>
    <p:restoredTop sz="75538" autoAdjust="0"/>
  </p:normalViewPr>
  <p:slideViewPr>
    <p:cSldViewPr snapToGrid="0" snapToObjects="1">
      <p:cViewPr varScale="1">
        <p:scale>
          <a:sx n="66" d="100"/>
          <a:sy n="66" d="100"/>
        </p:scale>
        <p:origin x="867" y="54"/>
      </p:cViewPr>
      <p:guideLst/>
    </p:cSldViewPr>
  </p:slideViewPr>
  <p:outlineViewPr>
    <p:cViewPr>
      <p:scale>
        <a:sx n="33" d="100"/>
        <a:sy n="33" d="100"/>
      </p:scale>
      <p:origin x="0" y="0"/>
    </p:cViewPr>
  </p:outlineViewPr>
  <p:notesTextViewPr>
    <p:cViewPr>
      <p:scale>
        <a:sx n="95" d="100"/>
        <a:sy n="95" d="100"/>
      </p:scale>
      <p:origin x="0" y="0"/>
    </p:cViewPr>
  </p:notesTextViewPr>
  <p:sorterViewPr>
    <p:cViewPr>
      <p:scale>
        <a:sx n="100" d="100"/>
        <a:sy n="100" d="100"/>
      </p:scale>
      <p:origin x="0" y="-1809"/>
    </p:cViewPr>
  </p:sorterViewPr>
  <p:notesViewPr>
    <p:cSldViewPr snapToGrid="0" snapToObjects="1">
      <p:cViewPr>
        <p:scale>
          <a:sx n="50" d="100"/>
          <a:sy n="50" d="100"/>
        </p:scale>
        <p:origin x="63" y="4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ng, Jacky" userId="8a19fc25-de4e-4d80-ae78-3df3958937dc" providerId="ADAL" clId="{6F1FB537-B64E-46AA-A87F-CE60357AB27F}"/>
    <pc:docChg chg="custSel addSld delSld modSld">
      <pc:chgData name="Wong, Jacky" userId="8a19fc25-de4e-4d80-ae78-3df3958937dc" providerId="ADAL" clId="{6F1FB537-B64E-46AA-A87F-CE60357AB27F}" dt="2026-10-19T02:38:56.883" v="24" actId="20577"/>
      <pc:docMkLst>
        <pc:docMk/>
      </pc:docMkLst>
      <pc:sldChg chg="del">
        <pc:chgData name="Wong, Jacky" userId="8a19fc25-de4e-4d80-ae78-3df3958937dc" providerId="ADAL" clId="{6F1FB537-B64E-46AA-A87F-CE60357AB27F}" dt="2026-10-19T02:32:50.301" v="2" actId="47"/>
        <pc:sldMkLst>
          <pc:docMk/>
          <pc:sldMk cId="2632115513" sldId="258"/>
        </pc:sldMkLst>
      </pc:sldChg>
      <pc:sldChg chg="modAnim">
        <pc:chgData name="Wong, Jacky" userId="8a19fc25-de4e-4d80-ae78-3df3958937dc" providerId="ADAL" clId="{6F1FB537-B64E-46AA-A87F-CE60357AB27F}" dt="2026-10-19T02:37:42.623" v="22"/>
        <pc:sldMkLst>
          <pc:docMk/>
          <pc:sldMk cId="3408921867" sldId="310"/>
        </pc:sldMkLst>
      </pc:sldChg>
      <pc:sldChg chg="delSp modSp add del mod">
        <pc:chgData name="Wong, Jacky" userId="8a19fc25-de4e-4d80-ae78-3df3958937dc" providerId="ADAL" clId="{6F1FB537-B64E-46AA-A87F-CE60357AB27F}" dt="2026-10-19T02:38:56.883" v="24" actId="20577"/>
        <pc:sldMkLst>
          <pc:docMk/>
          <pc:sldMk cId="2084209954" sldId="333"/>
        </pc:sldMkLst>
        <pc:spChg chg="mod">
          <ac:chgData name="Wong, Jacky" userId="8a19fc25-de4e-4d80-ae78-3df3958937dc" providerId="ADAL" clId="{6F1FB537-B64E-46AA-A87F-CE60357AB27F}" dt="2026-10-19T02:38:56.883" v="24" actId="20577"/>
          <ac:spMkLst>
            <pc:docMk/>
            <pc:sldMk cId="2084209954" sldId="333"/>
            <ac:spMk id="2" creationId="{0D80A4B9-1A21-65FA-E1EC-37133342BE5B}"/>
          </ac:spMkLst>
        </pc:spChg>
        <pc:spChg chg="del">
          <ac:chgData name="Wong, Jacky" userId="8a19fc25-de4e-4d80-ae78-3df3958937dc" providerId="ADAL" clId="{6F1FB537-B64E-46AA-A87F-CE60357AB27F}" dt="2026-10-19T02:32:53.433" v="3" actId="478"/>
          <ac:spMkLst>
            <pc:docMk/>
            <pc:sldMk cId="2084209954" sldId="333"/>
            <ac:spMk id="18" creationId="{A6BFB4B4-02A5-BA5E-96C5-FCED4F03734F}"/>
          </ac:spMkLst>
        </pc:spChg>
        <pc:spChg chg="mod">
          <ac:chgData name="Wong, Jacky" userId="8a19fc25-de4e-4d80-ae78-3df3958937dc" providerId="ADAL" clId="{6F1FB537-B64E-46AA-A87F-CE60357AB27F}" dt="2026-10-19T02:33:31.116" v="14" actId="27636"/>
          <ac:spMkLst>
            <pc:docMk/>
            <pc:sldMk cId="2084209954" sldId="333"/>
            <ac:spMk id="20" creationId="{C0413BA1-9F94-85E5-CBA5-CD9CC795793F}"/>
          </ac:spMkLst>
        </pc:spChg>
        <pc:spChg chg="mod">
          <ac:chgData name="Wong, Jacky" userId="8a19fc25-de4e-4d80-ae78-3df3958937dc" providerId="ADAL" clId="{6F1FB537-B64E-46AA-A87F-CE60357AB27F}" dt="2026-10-19T02:33:34.305" v="16" actId="27636"/>
          <ac:spMkLst>
            <pc:docMk/>
            <pc:sldMk cId="2084209954" sldId="333"/>
            <ac:spMk id="22" creationId="{AD931E26-8739-DADD-7000-9285691F5916}"/>
          </ac:spMkLst>
        </pc:spChg>
        <pc:spChg chg="del">
          <ac:chgData name="Wong, Jacky" userId="8a19fc25-de4e-4d80-ae78-3df3958937dc" providerId="ADAL" clId="{6F1FB537-B64E-46AA-A87F-CE60357AB27F}" dt="2026-10-19T02:33:11.746" v="12" actId="478"/>
          <ac:spMkLst>
            <pc:docMk/>
            <pc:sldMk cId="2084209954" sldId="333"/>
            <ac:spMk id="23" creationId="{928A0872-4ACB-B0FE-BB33-03CEDE555A89}"/>
          </ac:spMkLst>
        </pc:spChg>
      </pc:sldChg>
      <pc:sldChg chg="add">
        <pc:chgData name="Wong, Jacky" userId="8a19fc25-de4e-4d80-ae78-3df3958937dc" providerId="ADAL" clId="{6F1FB537-B64E-46AA-A87F-CE60357AB27F}" dt="2026-10-19T02:32:36.775" v="1"/>
        <pc:sldMkLst>
          <pc:docMk/>
          <pc:sldMk cId="1536595648" sldId="334"/>
        </pc:sldMkLst>
      </pc:sldChg>
      <pc:sldChg chg="add">
        <pc:chgData name="Wong, Jacky" userId="8a19fc25-de4e-4d80-ae78-3df3958937dc" providerId="ADAL" clId="{6F1FB537-B64E-46AA-A87F-CE60357AB27F}" dt="2026-10-19T02:32:36.775" v="1"/>
        <pc:sldMkLst>
          <pc:docMk/>
          <pc:sldMk cId="4036606814" sldId="335"/>
        </pc:sldMkLst>
      </pc:sldChg>
      <pc:sldChg chg="add">
        <pc:chgData name="Wong, Jacky" userId="8a19fc25-de4e-4d80-ae78-3df3958937dc" providerId="ADAL" clId="{6F1FB537-B64E-46AA-A87F-CE60357AB27F}" dt="2026-10-19T02:32:36.775" v="1"/>
        <pc:sldMkLst>
          <pc:docMk/>
          <pc:sldMk cId="3585992484" sldId="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A3C401-0897-8AB3-444D-416878560F4C}"/>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604B38B9-1ED5-047D-7908-9B08900F6EF5}"/>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897F1E66-4C07-4E4E-BDCA-C8DB82DFF7A4}" type="datetimeFigureOut">
              <a:rPr lang="en-GB" smtClean="0"/>
              <a:t>21/10/2026</a:t>
            </a:fld>
            <a:endParaRPr lang="en-GB"/>
          </a:p>
        </p:txBody>
      </p:sp>
      <p:sp>
        <p:nvSpPr>
          <p:cNvPr id="4" name="Footer Placeholder 3">
            <a:extLst>
              <a:ext uri="{FF2B5EF4-FFF2-40B4-BE49-F238E27FC236}">
                <a16:creationId xmlns:a16="http://schemas.microsoft.com/office/drawing/2014/main" id="{4C9E01EE-69FD-5FC7-E5C3-284C783757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13FBC8C-B0C4-C823-2D9E-0B317EB6007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30A04708-FBA0-4AB3-9D89-81B32E3947B7}" type="slidenum">
              <a:rPr lang="en-GB" smtClean="0"/>
              <a:t>‹#›</a:t>
            </a:fld>
            <a:endParaRPr lang="en-GB"/>
          </a:p>
        </p:txBody>
      </p:sp>
    </p:spTree>
    <p:extLst>
      <p:ext uri="{BB962C8B-B14F-4D97-AF65-F5344CB8AC3E}">
        <p14:creationId xmlns:p14="http://schemas.microsoft.com/office/powerpoint/2010/main" val="38318355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439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BD26-DCA3-1250-DEFD-6BD4EBE7F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E3D8A-8B21-DFAE-35BD-86BD59D98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AEF4B-95EF-B064-5BA8-DF526C6E2472}"/>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SMS prefetcher has also made its way to production core. Arm Neoverse V2, which powers systems including NVIDIA Grace and AWS Graviton4, uses SMS at both cache levels: SMS at L1 and global SMS at L2. SMS is able to work alongside other prefetchers in the cache hierarchy like stride, best offset and correlated miss cache because it captures spatial access patterns that other predictors can miss. It makes a distinct contribution to the processor’s ability to bring data in before it is needed. Therefore, improving SMS has practical relevance for the commercial architecture. </a:t>
            </a:r>
          </a:p>
          <a:p>
            <a:endParaRPr sz="1200" dirty="0">
              <a:solidFill>
                <a:schemeClr val="tx1"/>
              </a:solidFill>
              <a:latin typeface="+mn-lt"/>
              <a:ea typeface="+mn-lt"/>
              <a:cs typeface="+mn-lt"/>
            </a:endParaRPr>
          </a:p>
        </p:txBody>
      </p:sp>
      <p:sp>
        <p:nvSpPr>
          <p:cNvPr id="4" name="Slide Number Placeholder 3">
            <a:extLst>
              <a:ext uri="{FF2B5EF4-FFF2-40B4-BE49-F238E27FC236}">
                <a16:creationId xmlns:a16="http://schemas.microsoft.com/office/drawing/2014/main" id="{CF0A2568-16A2-4E45-826E-6A0EEEA206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7173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BD26-DCA3-1250-DEFD-6BD4EBE7F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E3D8A-8B21-DFAE-35BD-86BD59D98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AEF4B-95EF-B064-5BA8-DF526C6E2472}"/>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SMS prefetcher has also made its way to production core. Arm Neoverse V2, which powers systems including NVIDIA Grace and AWS Graviton4, uses SMS at both cache levels: SMS at L1 and global SMS at L2. SMS is able to work alongside other prefetchers in the cache hierarchy like stride, best offset and correlated miss cache because it captures spatial access patterns that other predictors can miss. It makes a distinct contribution to the processor’s ability to bring data in before it is needed. Therefore, improving SMS has practical relevance for the commercial architecture. </a:t>
            </a:r>
          </a:p>
          <a:p>
            <a:endParaRPr sz="1200" dirty="0">
              <a:solidFill>
                <a:schemeClr val="tx1"/>
              </a:solidFill>
              <a:latin typeface="+mn-lt"/>
              <a:ea typeface="+mn-lt"/>
              <a:cs typeface="+mn-lt"/>
            </a:endParaRPr>
          </a:p>
        </p:txBody>
      </p:sp>
      <p:sp>
        <p:nvSpPr>
          <p:cNvPr id="4" name="Slide Number Placeholder 3">
            <a:extLst>
              <a:ext uri="{FF2B5EF4-FFF2-40B4-BE49-F238E27FC236}">
                <a16:creationId xmlns:a16="http://schemas.microsoft.com/office/drawing/2014/main" id="{CF0A2568-16A2-4E45-826E-6A0EEEA206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71734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BD26-DCA3-1250-DEFD-6BD4EBE7F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E3D8A-8B21-DFAE-35BD-86BD59D98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AEF4B-95EF-B064-5BA8-DF526C6E2472}"/>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SMS prefetcher has also made its way to production core. Arm Neoverse V2, which powers systems including NVIDIA Grace and AWS Graviton4, uses SMS at both cache levels: SMS at L1 and global SMS at L2. SMS is able to work alongside other prefetchers in the cache hierarchy like stride, best offset and correlated miss cache because it captures spatial access patterns that other predictors can miss. It makes a distinct contribution to the processor’s ability to bring data in before it is needed. Therefore, improving SMS has practical relevance for the commercial architecture. </a:t>
            </a:r>
          </a:p>
          <a:p>
            <a:endParaRPr sz="1200" dirty="0">
              <a:solidFill>
                <a:schemeClr val="tx1"/>
              </a:solidFill>
              <a:latin typeface="+mn-lt"/>
              <a:ea typeface="+mn-lt"/>
              <a:cs typeface="+mn-lt"/>
            </a:endParaRPr>
          </a:p>
        </p:txBody>
      </p:sp>
      <p:sp>
        <p:nvSpPr>
          <p:cNvPr id="4" name="Slide Number Placeholder 3">
            <a:extLst>
              <a:ext uri="{FF2B5EF4-FFF2-40B4-BE49-F238E27FC236}">
                <a16:creationId xmlns:a16="http://schemas.microsoft.com/office/drawing/2014/main" id="{CF0A2568-16A2-4E45-826E-6A0EEEA206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71734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BD26-DCA3-1250-DEFD-6BD4EBE7F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E3D8A-8B21-DFAE-35BD-86BD59D98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AEF4B-95EF-B064-5BA8-DF526C6E2472}"/>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SMS prefetcher has also made its way to production core. Arm Neoverse V2, which powers systems including NVIDIA Grace and AWS Graviton4, uses SMS at both cache levels: SMS at L1 and global SMS at L2. SMS is able to work alongside other prefetchers in the cache hierarchy like stride, best offset and correlated miss cache because it captures spatial access patterns that other predictors can miss. It makes a distinct contribution to the processor’s ability to bring data in before it is needed. Therefore, improving SMS has practical relevance for the commercial architecture. </a:t>
            </a:r>
          </a:p>
          <a:p>
            <a:endParaRPr sz="1200" dirty="0">
              <a:solidFill>
                <a:schemeClr val="tx1"/>
              </a:solidFill>
              <a:latin typeface="+mn-lt"/>
              <a:ea typeface="+mn-lt"/>
              <a:cs typeface="+mn-lt"/>
            </a:endParaRPr>
          </a:p>
        </p:txBody>
      </p:sp>
      <p:sp>
        <p:nvSpPr>
          <p:cNvPr id="4" name="Slide Number Placeholder 3">
            <a:extLst>
              <a:ext uri="{FF2B5EF4-FFF2-40B4-BE49-F238E27FC236}">
                <a16:creationId xmlns:a16="http://schemas.microsoft.com/office/drawing/2014/main" id="{CF0A2568-16A2-4E45-826E-6A0EEEA206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71734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5674F-F668-77EE-1814-F97FDDE5D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C1C95-CC0B-5AA9-0A24-142F377B8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10CF9-4A63-10D0-9879-478EE1DE63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A7BA6A7-06EC-FD47-87AD-5D4F3BCF8A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6209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78A65-BD52-0423-092F-8EFB43A7B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21FAD-D3B2-DD2E-5938-A3FBA287B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D98A6A-CB67-844D-AF6E-DFA77CBF62E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EDDB6E-77DF-4590-E013-B882F1CB231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97851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01C4C-ACA0-3038-2368-E0256AFE8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20A43-EEDA-E0F9-5A50-CBB71E90C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D3069-329B-64C1-084D-BB5C2FBE7733}"/>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B2384D2-2BF1-B543-4A4A-5B41DD65519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5779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5CD5E-E1C3-551A-6A18-7170BECEB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BFE19-31D5-B61C-BD3B-D54E475B6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DF4C8-678C-3097-F681-D8790252F3C7}"/>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A4550B-678D-E6DF-ECE6-56F943C2927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26056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C79BA-5BBA-54AA-9102-5ED9AF80A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E7F90-BDF9-2D91-1E64-47D21E5B4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CAD65-4738-D987-FD2E-57D2AA5847C1}"/>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5914793-0FC5-B75B-1D8A-5A3205C1EAA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7656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55EF-E7D4-57E9-5017-DED26E310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AADBB-572A-CE2A-D53E-8E5802771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8D827-0897-9C2C-3666-551A88D259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3868CC07-8D5A-ECE8-F564-CA0F4A8198D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03833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B955-4636-7ACA-4D65-60D28D62D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13AEC-DC0B-7FB2-3C48-A29782AFE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8CFF2-DBBE-8177-90F5-3577023A6B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666D4A28-E81A-4B5E-157B-1A4746DF75B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38472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2213D-186F-8E6D-6DFA-B582E54E7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E925C-3224-446B-1733-329E5F1B3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45F20-88B0-38DF-BB92-C6A2E6688D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BD5B4D7-E9B1-DAB1-1AD8-BCFF39C3399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01808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D01F-C8FA-1772-1A18-C20FB0B8C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61C02-8078-5F67-A30E-B13AE58ED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ED094-D9A7-8BD1-F548-070FAC853D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C480E4-1025-4C87-69CC-B04FA51F22C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52584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84D7-F75D-2E0B-DB93-8F61E89E2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6C051-206D-4060-58AB-B84698BDA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98A39-EE36-2687-45C3-576288FECB3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5CF247F-1728-6DCC-A735-682EC594638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78865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F9DB-DBC8-AF32-B93B-287273C74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B9674-6191-C6AA-5AA8-C34EEC8B8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7EBA4-1CA7-B9F1-07DF-F805F139394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8AA9B28-0450-3C2D-9774-5545118EC44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67114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9D4E6-838F-5809-4F52-7AA80976A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DB9A2-1424-C4E8-FA35-795FAE6E4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BBF31-6FC3-264F-0B9F-FE3631C4A29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C475E88-4D39-0BC1-F8DF-92385976CBC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79436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2E9C-8133-B2C9-DE0D-6B256DB4E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4E17C-28C2-9881-DAFD-BE62F9B56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02717-F051-5486-A007-8CFBB9A519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A999CE-875D-2BA3-0B14-983E9550667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2474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251F-7EA9-36CC-5839-D143E86AD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47673-086B-2417-8062-128287F60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9CC6-DF33-E11B-4976-B42DAF719043}"/>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BF38457-D958-E851-EB0F-AC2A0839525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347362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315A-B61D-5F8A-FD94-0D8E03439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C9211-EA77-E998-0320-141F9C31F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95A8F-91A6-AF09-92F2-F2929824065D}"/>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03EEB61-8335-46F9-209B-4BE1F18AB2B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6592057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B29BC-60A7-B08F-0468-B9DBAC27F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CCD59-9FC0-7408-3F32-BDF6084C7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26355-7117-F66E-E658-267D76C1A33F}"/>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DBF0FBB-6082-0228-583D-40EE786B6CAE}"/>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696363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22DBE-C634-8B70-AE4A-175A2C7D8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8F24F-D397-96A8-A9EB-4D20215E1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0F8F1-AD39-381A-0942-B81B66E80145}"/>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8D881F4-716A-38CF-89C9-6559ACD2670E}"/>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43686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90CA2-3FF3-FE57-F842-8C645945A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8E495-2FC6-8DAC-C41E-C41C3BC13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D3CFF-DBED-FF4D-FC38-ECB9FCE0A334}"/>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608219B-1E06-088A-420C-67EDB089C2D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035427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B39AD-AFC1-8A64-CDB2-D45822381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22954-8F08-2F99-0ED2-D13C86FE5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01461-95CF-BCAE-4F85-0B95481D51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F13FA2-7D48-37D5-644F-5CFE5F1C0E6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687260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344D7-FE9D-F7B8-0C67-B48E5B5D8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EA77E-338D-7D01-00E6-B071A8C07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65615-1955-62EA-2020-05FD6C8D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E4C70A-C35A-8413-24E6-E7E8F2A7BF1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70739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C5ED0-6F28-112D-E78D-B36758B2F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2E47A-0E7C-86E7-A4CA-599A26872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12B1C-9EB2-E569-EDF3-E00FC1A2F8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5714EA-D1DC-B444-1952-A1EB7311CD1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981147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5A000-446D-9367-26A3-FAD1B17ED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7FD24-B7F0-6D62-3786-C0C0ED0CE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9E782-4635-E9FB-59DA-C622E3D7E6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7A3AC-36DD-544A-0902-2C42651300DF}"/>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5201852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6A187-24DD-66C8-59A0-21DBCF9EE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75E65-F756-5D43-7F90-82CA66460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1E716-28B8-9146-6963-B7C12C634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6E61FF-162F-F92C-0363-6A073C37C96A}"/>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260185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E7956E-357C-7036-85EB-FECDBCE75BAE}"/>
              </a:ext>
            </a:extLst>
          </p:cNvPr>
          <p:cNvSpPr>
            <a:spLocks noGrp="1"/>
          </p:cNvSpPr>
          <p:nvPr>
            <p:ph type="sldNum" sz="quarter" idx="10"/>
          </p:nvPr>
        </p:nvSpPr>
        <p:spPr/>
        <p:txBody>
          <a:bodyPr/>
          <a:lstStyle/>
          <a:p>
            <a:fld id="{A04C8923-7248-483A-ACCB-0382A1F5224A}" type="slidenum">
              <a:rPr lang="en-GB" smtClean="0"/>
              <a:t>‹#›</a:t>
            </a:fld>
            <a:endParaRPr lang="en-GB"/>
          </a:p>
        </p:txBody>
      </p:sp>
      <p:sp>
        <p:nvSpPr>
          <p:cNvPr id="3" name="Footer Placeholder 2">
            <a:extLst>
              <a:ext uri="{FF2B5EF4-FFF2-40B4-BE49-F238E27FC236}">
                <a16:creationId xmlns:a16="http://schemas.microsoft.com/office/drawing/2014/main" id="{D69453F3-F1E4-59FA-360F-EF3A677DC362}"/>
              </a:ext>
            </a:extLst>
          </p:cNvPr>
          <p:cNvSpPr>
            <a:spLocks noGrp="1"/>
          </p:cNvSpPr>
          <p:nvPr>
            <p:ph type="ftr" sz="quarter" idx="11"/>
          </p:nvPr>
        </p:nvSpPr>
        <p:spPr/>
        <p:txBody>
          <a:bodyPr/>
          <a:lstStyle/>
          <a:p>
            <a:r>
              <a:rPr lang="en-US"/>
              <a:t>yh653@cam.ac.uk</a:t>
            </a:r>
            <a:endParaRPr lang="en-GB" sz="16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E33356-0F03-61E7-9226-A4BDC874B159}"/>
              </a:ext>
            </a:extLst>
          </p:cNvPr>
          <p:cNvSpPr>
            <a:spLocks noGrp="1"/>
          </p:cNvSpPr>
          <p:nvPr>
            <p:ph type="sldNum" sz="quarter" idx="4"/>
          </p:nvPr>
        </p:nvSpPr>
        <p:spPr>
          <a:xfrm>
            <a:off x="9052560" y="6302375"/>
            <a:ext cx="2743200" cy="473073"/>
          </a:xfrm>
          <a:prstGeom prst="rect">
            <a:avLst/>
          </a:prstGeom>
        </p:spPr>
        <p:txBody>
          <a:bodyPr vert="horz" lIns="91440" tIns="45720" rIns="91440" bIns="45720" rtlCol="0" anchor="ctr"/>
          <a:lstStyle>
            <a:lvl1pPr algn="r">
              <a:defRPr sz="1600">
                <a:solidFill>
                  <a:schemeClr val="tx1">
                    <a:tint val="82000"/>
                  </a:schemeClr>
                </a:solidFill>
              </a:defRPr>
            </a:lvl1pPr>
          </a:lstStyle>
          <a:p>
            <a:fld id="{A04C8923-7248-483A-ACCB-0382A1F5224A}" type="slidenum">
              <a:rPr lang="en-GB" smtClean="0"/>
              <a:pPr/>
              <a:t>‹#›</a:t>
            </a:fld>
            <a:endParaRPr lang="en-GB" sz="1600" dirty="0"/>
          </a:p>
        </p:txBody>
      </p:sp>
      <p:sp>
        <p:nvSpPr>
          <p:cNvPr id="4" name="Footer Placeholder 3">
            <a:extLst>
              <a:ext uri="{FF2B5EF4-FFF2-40B4-BE49-F238E27FC236}">
                <a16:creationId xmlns:a16="http://schemas.microsoft.com/office/drawing/2014/main" id="{07F8C4AA-B793-CECE-78D6-9136373FDFF1}"/>
              </a:ext>
            </a:extLst>
          </p:cNvPr>
          <p:cNvSpPr>
            <a:spLocks noGrp="1"/>
          </p:cNvSpPr>
          <p:nvPr>
            <p:ph type="ftr" sz="quarter" idx="3"/>
          </p:nvPr>
        </p:nvSpPr>
        <p:spPr>
          <a:xfrm>
            <a:off x="274320" y="6302375"/>
            <a:ext cx="4114800" cy="473074"/>
          </a:xfrm>
          <a:prstGeom prst="rect">
            <a:avLst/>
          </a:prstGeom>
        </p:spPr>
        <p:txBody>
          <a:bodyPr vert="horz" lIns="91440" tIns="45720" rIns="91440" bIns="45720" rtlCol="0" anchor="ctr"/>
          <a:lstStyle>
            <a:lvl1pPr algn="l">
              <a:defRPr sz="1600">
                <a:solidFill>
                  <a:schemeClr val="tx1">
                    <a:tint val="82000"/>
                  </a:schemeClr>
                </a:solidFill>
              </a:defRPr>
            </a:lvl1pPr>
          </a:lstStyle>
          <a:p>
            <a:r>
              <a:rPr lang="en-US"/>
              <a:t>yh653@cam.ac.uk</a:t>
            </a:r>
            <a:endParaRPr lang="en-GB" sz="1600" dirty="0"/>
          </a:p>
        </p:txBody>
      </p:sp>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mailto:yh653@cam.ac.uk"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368019"/>
            <a:ext cx="5085834" cy="1267993"/>
          </a:xfrm>
          <a:prstGeom prst="rect">
            <a:avLst/>
          </a:prstGeom>
          <a:noFill/>
          <a:ln/>
        </p:spPr>
        <p:txBody>
          <a:bodyPr wrap="square" lIns="0" tIns="0" rIns="0" bIns="0" rtlCol="0" anchor="ctr"/>
          <a:lstStyle/>
          <a:p>
            <a:pPr marL="0" indent="0">
              <a:buNone/>
            </a:pPr>
            <a:r>
              <a:rPr lang="en-US" sz="8000" b="1" dirty="0">
                <a:solidFill>
                  <a:srgbClr val="A50909"/>
                </a:solidFill>
                <a:ea typeface="Aptos Display" pitchFamily="34" charset="-122"/>
                <a:cs typeface="Aptos Display" pitchFamily="34" charset="-120"/>
              </a:rPr>
              <a:t>Proba</a:t>
            </a:r>
            <a:endParaRPr lang="en-US" sz="8000" b="1" dirty="0"/>
          </a:p>
        </p:txBody>
      </p:sp>
      <p:sp>
        <p:nvSpPr>
          <p:cNvPr id="3" name="Text 1"/>
          <p:cNvSpPr/>
          <p:nvPr/>
        </p:nvSpPr>
        <p:spPr>
          <a:xfrm>
            <a:off x="692984" y="2407950"/>
            <a:ext cx="10806031" cy="1521969"/>
          </a:xfrm>
          <a:prstGeom prst="rect">
            <a:avLst/>
          </a:prstGeom>
          <a:noFill/>
          <a:ln/>
        </p:spPr>
        <p:txBody>
          <a:bodyPr wrap="square" lIns="0" tIns="0" rIns="0" bIns="0" rtlCol="0" anchor="ctr">
            <a:normAutofit/>
          </a:bodyPr>
          <a:lstStyle/>
          <a:p>
            <a:pPr marL="0" indent="0">
              <a:buNone/>
            </a:pPr>
            <a:r>
              <a:rPr lang="en-US" sz="4000" b="1" dirty="0">
                <a:solidFill>
                  <a:srgbClr val="151515"/>
                </a:solidFill>
                <a:latin typeface="Aptos Display" pitchFamily="34" charset="0"/>
                <a:ea typeface="Aptos Display" pitchFamily="34" charset="-122"/>
                <a:cs typeface="Aptos Display" pitchFamily="34" charset="-120"/>
              </a:rPr>
              <a:t>A High-Performance, Low-Traffic </a:t>
            </a:r>
            <a:r>
              <a:rPr lang="en-US" sz="4000" b="1" u="sng" dirty="0">
                <a:solidFill>
                  <a:srgbClr val="151515"/>
                </a:solidFill>
                <a:latin typeface="Aptos Display" pitchFamily="34" charset="0"/>
                <a:ea typeface="Aptos Display" pitchFamily="34" charset="-122"/>
                <a:cs typeface="Aptos Display" pitchFamily="34" charset="-120"/>
              </a:rPr>
              <a:t>Probabilistic</a:t>
            </a:r>
          </a:p>
          <a:p>
            <a:pPr marL="0" indent="0">
              <a:buNone/>
            </a:pPr>
            <a:r>
              <a:rPr lang="en-US" sz="4000" b="1" dirty="0">
                <a:solidFill>
                  <a:srgbClr val="151515"/>
                </a:solidFill>
                <a:latin typeface="Aptos Display" pitchFamily="34" charset="0"/>
                <a:ea typeface="Aptos Display" pitchFamily="34" charset="-122"/>
                <a:cs typeface="Aptos Display" pitchFamily="34" charset="-120"/>
              </a:rPr>
              <a:t>Spatial Memory Streaming Prefetcher</a:t>
            </a:r>
            <a:endParaRPr lang="en-US" sz="4000" dirty="0"/>
          </a:p>
        </p:txBody>
      </p:sp>
      <p:sp>
        <p:nvSpPr>
          <p:cNvPr id="4" name="Shape 2"/>
          <p:cNvSpPr/>
          <p:nvPr/>
        </p:nvSpPr>
        <p:spPr>
          <a:xfrm>
            <a:off x="516711" y="5215290"/>
            <a:ext cx="0" cy="844423"/>
          </a:xfrm>
          <a:prstGeom prst="line">
            <a:avLst/>
          </a:prstGeom>
          <a:noFill/>
          <a:ln w="38100">
            <a:solidFill>
              <a:srgbClr val="A50909"/>
            </a:solidFill>
            <a:prstDash val="solid"/>
          </a:ln>
        </p:spPr>
        <p:txBody>
          <a:bodyPr/>
          <a:lstStyle/>
          <a:p>
            <a:endParaRPr lang="en-US"/>
          </a:p>
        </p:txBody>
      </p:sp>
      <p:sp>
        <p:nvSpPr>
          <p:cNvPr id="5" name="Text 3"/>
          <p:cNvSpPr/>
          <p:nvPr/>
        </p:nvSpPr>
        <p:spPr>
          <a:xfrm>
            <a:off x="640080" y="5285327"/>
            <a:ext cx="9509760" cy="320040"/>
          </a:xfrm>
          <a:prstGeom prst="rect">
            <a:avLst/>
          </a:prstGeom>
          <a:noFill/>
          <a:ln/>
        </p:spPr>
        <p:txBody>
          <a:bodyPr wrap="square" lIns="381" tIns="381" rIns="381" bIns="381" rtlCol="0" anchor="ctr">
            <a:noAutofit/>
          </a:bodyPr>
          <a:lstStyle/>
          <a:p>
            <a:pPr marL="0" indent="0" algn="l">
              <a:buNone/>
            </a:pPr>
            <a:r>
              <a:rPr lang="en-US" sz="2800" i="1" dirty="0">
                <a:solidFill>
                  <a:srgbClr val="3A3A3A"/>
                </a:solidFill>
                <a:latin typeface="Aptos" pitchFamily="34" charset="0"/>
                <a:ea typeface="Aptos" pitchFamily="34" charset="-122"/>
                <a:cs typeface="Aptos" pitchFamily="34" charset="-120"/>
              </a:rPr>
              <a:t>Yinting Huang · </a:t>
            </a:r>
            <a:r>
              <a:rPr lang="en-US" sz="2800" b="1" i="1" dirty="0">
                <a:solidFill>
                  <a:srgbClr val="3A3A3A"/>
                </a:solidFill>
                <a:latin typeface="Aptos" pitchFamily="34" charset="0"/>
                <a:ea typeface="Aptos" pitchFamily="34" charset="-122"/>
                <a:cs typeface="Aptos" pitchFamily="34" charset="-120"/>
              </a:rPr>
              <a:t>Jacky Wong </a:t>
            </a:r>
            <a:r>
              <a:rPr lang="en-US" sz="2800" i="1" dirty="0">
                <a:solidFill>
                  <a:srgbClr val="3A3A3A"/>
                </a:solidFill>
                <a:latin typeface="Aptos" pitchFamily="34" charset="0"/>
                <a:ea typeface="Aptos" pitchFamily="34" charset="-122"/>
                <a:cs typeface="Aptos" pitchFamily="34" charset="-120"/>
              </a:rPr>
              <a:t>· Sam Ainsworth</a:t>
            </a:r>
            <a:endParaRPr lang="en-US" sz="2800" i="1" dirty="0"/>
          </a:p>
        </p:txBody>
      </p:sp>
      <p:sp>
        <p:nvSpPr>
          <p:cNvPr id="6" name="Text 4"/>
          <p:cNvSpPr/>
          <p:nvPr/>
        </p:nvSpPr>
        <p:spPr>
          <a:xfrm>
            <a:off x="640080" y="5763101"/>
            <a:ext cx="10058400" cy="228600"/>
          </a:xfrm>
          <a:prstGeom prst="rect">
            <a:avLst/>
          </a:prstGeom>
          <a:noFill/>
          <a:ln/>
        </p:spPr>
        <p:txBody>
          <a:bodyPr wrap="square" lIns="381" tIns="381" rIns="381" bIns="381" rtlCol="0" anchor="ctr">
            <a:noAutofit/>
          </a:bodyPr>
          <a:lstStyle/>
          <a:p>
            <a:pPr marL="0" indent="0" algn="l">
              <a:buNone/>
            </a:pPr>
            <a:r>
              <a:rPr lang="en-US" sz="2000" dirty="0">
                <a:solidFill>
                  <a:srgbClr val="6B7280"/>
                </a:solidFill>
                <a:latin typeface="Aptos" pitchFamily="34" charset="0"/>
                <a:ea typeface="Aptos" pitchFamily="34" charset="-122"/>
                <a:cs typeface="Aptos" pitchFamily="34" charset="-120"/>
              </a:rPr>
              <a:t>Huawei Newton Research Centre · Imperial College London · University of Edinburgh</a:t>
            </a:r>
            <a:endParaRPr lang="en-US" sz="2000" dirty="0"/>
          </a:p>
        </p:txBody>
      </p:sp>
      <p:sp>
        <p:nvSpPr>
          <p:cNvPr id="8" name="Footer Placeholder 7">
            <a:extLst>
              <a:ext uri="{FF2B5EF4-FFF2-40B4-BE49-F238E27FC236}">
                <a16:creationId xmlns:a16="http://schemas.microsoft.com/office/drawing/2014/main" id="{B0FBA870-13B7-C395-39EC-58B7EC499B79}"/>
              </a:ext>
            </a:extLst>
          </p:cNvPr>
          <p:cNvSpPr>
            <a:spLocks noGrp="1"/>
          </p:cNvSpPr>
          <p:nvPr>
            <p:ph type="ftr" sz="quarter" idx="11"/>
          </p:nvPr>
        </p:nvSpPr>
        <p:spPr/>
        <p:txBody>
          <a:bodyPr/>
          <a:lstStyle/>
          <a:p>
            <a:r>
              <a:rPr lang="en-US"/>
              <a:t>yh653@cam.ac.uk</a:t>
            </a:r>
            <a:endParaRPr lang="en-GB" sz="1600" dirty="0"/>
          </a:p>
        </p:txBody>
      </p:sp>
      <p:sp>
        <p:nvSpPr>
          <p:cNvPr id="10" name="Slide Number Placeholder 9">
            <a:extLst>
              <a:ext uri="{FF2B5EF4-FFF2-40B4-BE49-F238E27FC236}">
                <a16:creationId xmlns:a16="http://schemas.microsoft.com/office/drawing/2014/main" id="{2A8D71C6-5B85-D15E-22AA-49B332B4C40C}"/>
              </a:ext>
            </a:extLst>
          </p:cNvPr>
          <p:cNvSpPr>
            <a:spLocks noGrp="1"/>
          </p:cNvSpPr>
          <p:nvPr>
            <p:ph type="sldNum" sz="quarter" idx="10"/>
          </p:nvPr>
        </p:nvSpPr>
        <p:spPr/>
        <p:txBody>
          <a:bodyPr/>
          <a:lstStyle/>
          <a:p>
            <a:fld id="{A04C8923-7248-483A-ACCB-0382A1F5224A}" type="slidenum">
              <a:rPr lang="en-GB" smtClean="0"/>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2AD5-15E6-B4C4-E344-AB1D4F8D65CE}"/>
            </a:ext>
          </a:extLst>
        </p:cNvPr>
        <p:cNvGrpSpPr/>
        <p:nvPr/>
      </p:nvGrpSpPr>
      <p:grpSpPr>
        <a:xfrm>
          <a:off x="0" y="0"/>
          <a:ext cx="0" cy="0"/>
          <a:chOff x="0" y="0"/>
          <a:chExt cx="0" cy="0"/>
        </a:xfrm>
      </p:grpSpPr>
      <p:sp>
        <p:nvSpPr>
          <p:cNvPr id="5" name="!!Backdrop">
            <a:extLst>
              <a:ext uri="{FF2B5EF4-FFF2-40B4-BE49-F238E27FC236}">
                <a16:creationId xmlns:a16="http://schemas.microsoft.com/office/drawing/2014/main" id="{345CBA97-7591-172A-5EAF-FA023698E5B0}"/>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L1">
            <a:extLst>
              <a:ext uri="{FF2B5EF4-FFF2-40B4-BE49-F238E27FC236}">
                <a16:creationId xmlns:a16="http://schemas.microsoft.com/office/drawing/2014/main" id="{3C83ABA5-AC24-00D9-CA9A-6D444FBE8F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34084" y="1589280"/>
            <a:ext cx="1899065" cy="4628972"/>
          </a:xfrm>
          <a:prstGeom prst="rect">
            <a:avLst/>
          </a:prstGeom>
        </p:spPr>
      </p:pic>
      <p:sp>
        <p:nvSpPr>
          <p:cNvPr id="2" name="!!LblL1">
            <a:extLst>
              <a:ext uri="{FF2B5EF4-FFF2-40B4-BE49-F238E27FC236}">
                <a16:creationId xmlns:a16="http://schemas.microsoft.com/office/drawing/2014/main" id="{A0D12EE5-BDBA-52E6-E2EC-A3161F290A23}"/>
              </a:ext>
            </a:extLst>
          </p:cNvPr>
          <p:cNvSpPr txBox="1">
            <a:spLocks/>
          </p:cNvSpPr>
          <p:nvPr/>
        </p:nvSpPr>
        <p:spPr>
          <a:xfrm>
            <a:off x="1912121" y="1737645"/>
            <a:ext cx="1572664" cy="4332243"/>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L1$</a:t>
            </a:r>
          </a:p>
        </p:txBody>
      </p:sp>
    </p:spTree>
    <p:extLst>
      <p:ext uri="{BB962C8B-B14F-4D97-AF65-F5344CB8AC3E}">
        <p14:creationId xmlns:p14="http://schemas.microsoft.com/office/powerpoint/2010/main" val="153659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2AD5-15E6-B4C4-E344-AB1D4F8D65CE}"/>
            </a:ext>
          </a:extLst>
        </p:cNvPr>
        <p:cNvGrpSpPr/>
        <p:nvPr/>
      </p:nvGrpSpPr>
      <p:grpSpPr>
        <a:xfrm>
          <a:off x="0" y="0"/>
          <a:ext cx="0" cy="0"/>
          <a:chOff x="0" y="0"/>
          <a:chExt cx="0" cy="0"/>
        </a:xfrm>
      </p:grpSpPr>
      <p:sp>
        <p:nvSpPr>
          <p:cNvPr id="5" name="!!Backdrop">
            <a:extLst>
              <a:ext uri="{FF2B5EF4-FFF2-40B4-BE49-F238E27FC236}">
                <a16:creationId xmlns:a16="http://schemas.microsoft.com/office/drawing/2014/main" id="{03DA522D-C5B7-BBC9-EAA5-7BA4F8452D48}"/>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L1">
            <a:extLst>
              <a:ext uri="{FF2B5EF4-FFF2-40B4-BE49-F238E27FC236}">
                <a16:creationId xmlns:a16="http://schemas.microsoft.com/office/drawing/2014/main" id="{3C83ABA5-AC24-00D9-CA9A-6D444FBE8F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34084" y="1589280"/>
            <a:ext cx="1899065" cy="4628972"/>
          </a:xfrm>
          <a:prstGeom prst="rect">
            <a:avLst/>
          </a:prstGeom>
        </p:spPr>
      </p:pic>
      <p:pic>
        <p:nvPicPr>
          <p:cNvPr id="9" name="!!Prefetchers">
            <a:extLst>
              <a:ext uri="{FF2B5EF4-FFF2-40B4-BE49-F238E27FC236}">
                <a16:creationId xmlns:a16="http://schemas.microsoft.com/office/drawing/2014/main" id="{13FA01FF-35E9-9F09-1C9E-9303D6A796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14458" y="1589280"/>
            <a:ext cx="2907944" cy="4628972"/>
          </a:xfrm>
          <a:prstGeom prst="rect">
            <a:avLst/>
          </a:prstGeom>
        </p:spPr>
      </p:pic>
      <p:sp>
        <p:nvSpPr>
          <p:cNvPr id="2" name="!!LblL1">
            <a:extLst>
              <a:ext uri="{FF2B5EF4-FFF2-40B4-BE49-F238E27FC236}">
                <a16:creationId xmlns:a16="http://schemas.microsoft.com/office/drawing/2014/main" id="{F465AA50-908F-7E0D-0E81-9FBE509E5DEA}"/>
              </a:ext>
            </a:extLst>
          </p:cNvPr>
          <p:cNvSpPr txBox="1">
            <a:spLocks/>
          </p:cNvSpPr>
          <p:nvPr/>
        </p:nvSpPr>
        <p:spPr>
          <a:xfrm>
            <a:off x="1912121" y="1737645"/>
            <a:ext cx="1572664" cy="4332243"/>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L1$</a:t>
            </a:r>
          </a:p>
        </p:txBody>
      </p:sp>
      <p:sp>
        <p:nvSpPr>
          <p:cNvPr id="3" name="!!LblStride">
            <a:extLst>
              <a:ext uri="{FF2B5EF4-FFF2-40B4-BE49-F238E27FC236}">
                <a16:creationId xmlns:a16="http://schemas.microsoft.com/office/drawing/2014/main" id="{5C731E7A-CB2E-2923-96AB-0E6FCE8D0DF9}"/>
              </a:ext>
            </a:extLst>
          </p:cNvPr>
          <p:cNvSpPr txBox="1">
            <a:spLocks/>
          </p:cNvSpPr>
          <p:nvPr/>
        </p:nvSpPr>
        <p:spPr>
          <a:xfrm>
            <a:off x="4701374" y="1737645"/>
            <a:ext cx="1572664" cy="890187"/>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Stride</a:t>
            </a:r>
          </a:p>
        </p:txBody>
      </p:sp>
      <p:sp>
        <p:nvSpPr>
          <p:cNvPr id="4" name="!!LblPage">
            <a:extLst>
              <a:ext uri="{FF2B5EF4-FFF2-40B4-BE49-F238E27FC236}">
                <a16:creationId xmlns:a16="http://schemas.microsoft.com/office/drawing/2014/main" id="{8D9CEF0E-A22F-2DAD-C0EF-D70D83BACFA3}"/>
              </a:ext>
            </a:extLst>
          </p:cNvPr>
          <p:cNvSpPr txBox="1">
            <a:spLocks/>
          </p:cNvSpPr>
          <p:nvPr/>
        </p:nvSpPr>
        <p:spPr>
          <a:xfrm>
            <a:off x="4701374" y="2894888"/>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Page</a:t>
            </a:r>
          </a:p>
        </p:txBody>
      </p:sp>
      <p:sp>
        <p:nvSpPr>
          <p:cNvPr id="6" name="!!LblSMS">
            <a:extLst>
              <a:ext uri="{FF2B5EF4-FFF2-40B4-BE49-F238E27FC236}">
                <a16:creationId xmlns:a16="http://schemas.microsoft.com/office/drawing/2014/main" id="{AF5D809E-BCA0-8E80-9926-29682A0D58E8}"/>
              </a:ext>
            </a:extLst>
          </p:cNvPr>
          <p:cNvSpPr txBox="1">
            <a:spLocks/>
          </p:cNvSpPr>
          <p:nvPr/>
        </p:nvSpPr>
        <p:spPr>
          <a:xfrm>
            <a:off x="4701374" y="4052131"/>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SMS</a:t>
            </a:r>
          </a:p>
        </p:txBody>
      </p:sp>
      <p:sp>
        <p:nvSpPr>
          <p:cNvPr id="8" name="!!LblSIP">
            <a:extLst>
              <a:ext uri="{FF2B5EF4-FFF2-40B4-BE49-F238E27FC236}">
                <a16:creationId xmlns:a16="http://schemas.microsoft.com/office/drawing/2014/main" id="{3AF3FFD5-6C38-91D9-298B-9DBDB61BDC80}"/>
              </a:ext>
            </a:extLst>
          </p:cNvPr>
          <p:cNvSpPr txBox="1">
            <a:spLocks/>
          </p:cNvSpPr>
          <p:nvPr/>
        </p:nvSpPr>
        <p:spPr>
          <a:xfrm>
            <a:off x="4701374" y="5209374"/>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SIP</a:t>
            </a:r>
          </a:p>
        </p:txBody>
      </p:sp>
    </p:spTree>
    <p:extLst>
      <p:ext uri="{BB962C8B-B14F-4D97-AF65-F5344CB8AC3E}">
        <p14:creationId xmlns:p14="http://schemas.microsoft.com/office/powerpoint/2010/main" val="4036606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5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2AD5-15E6-B4C4-E344-AB1D4F8D65CE}"/>
            </a:ext>
          </a:extLst>
        </p:cNvPr>
        <p:cNvGrpSpPr/>
        <p:nvPr/>
      </p:nvGrpSpPr>
      <p:grpSpPr>
        <a:xfrm>
          <a:off x="0" y="0"/>
          <a:ext cx="0" cy="0"/>
          <a:chOff x="0" y="0"/>
          <a:chExt cx="0" cy="0"/>
        </a:xfrm>
      </p:grpSpPr>
      <p:sp>
        <p:nvSpPr>
          <p:cNvPr id="5" name="!!Backdrop">
            <a:extLst>
              <a:ext uri="{FF2B5EF4-FFF2-40B4-BE49-F238E27FC236}">
                <a16:creationId xmlns:a16="http://schemas.microsoft.com/office/drawing/2014/main" id="{B990309C-C50D-4875-8CCD-E668DD928946}"/>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L1">
            <a:extLst>
              <a:ext uri="{FF2B5EF4-FFF2-40B4-BE49-F238E27FC236}">
                <a16:creationId xmlns:a16="http://schemas.microsoft.com/office/drawing/2014/main" id="{3C83ABA5-AC24-00D9-CA9A-6D444FBE8F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34084" y="1589280"/>
            <a:ext cx="1899065" cy="4628972"/>
          </a:xfrm>
          <a:prstGeom prst="rect">
            <a:avLst/>
          </a:prstGeom>
        </p:spPr>
      </p:pic>
      <p:pic>
        <p:nvPicPr>
          <p:cNvPr id="9" name="!!Prefetchers">
            <a:extLst>
              <a:ext uri="{FF2B5EF4-FFF2-40B4-BE49-F238E27FC236}">
                <a16:creationId xmlns:a16="http://schemas.microsoft.com/office/drawing/2014/main" id="{13FA01FF-35E9-9F09-1C9E-9303D6A796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14458" y="1589280"/>
            <a:ext cx="2907944" cy="4628972"/>
          </a:xfrm>
          <a:prstGeom prst="rect">
            <a:avLst/>
          </a:prstGeom>
        </p:spPr>
      </p:pic>
      <p:pic>
        <p:nvPicPr>
          <p:cNvPr id="11" name="!!Arrows">
            <a:extLst>
              <a:ext uri="{FF2B5EF4-FFF2-40B4-BE49-F238E27FC236}">
                <a16:creationId xmlns:a16="http://schemas.microsoft.com/office/drawing/2014/main" id="{D3FCF47C-97AE-76E6-E2F9-AF77339AE5E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505579" y="877131"/>
            <a:ext cx="7833645" cy="4450935"/>
          </a:xfrm>
          <a:prstGeom prst="rect">
            <a:avLst/>
          </a:prstGeom>
        </p:spPr>
      </p:pic>
      <p:sp>
        <p:nvSpPr>
          <p:cNvPr id="2" name="!!LblL1">
            <a:extLst>
              <a:ext uri="{FF2B5EF4-FFF2-40B4-BE49-F238E27FC236}">
                <a16:creationId xmlns:a16="http://schemas.microsoft.com/office/drawing/2014/main" id="{69376260-22AB-A129-6E9D-DBA823219E17}"/>
              </a:ext>
            </a:extLst>
          </p:cNvPr>
          <p:cNvSpPr txBox="1">
            <a:spLocks/>
          </p:cNvSpPr>
          <p:nvPr/>
        </p:nvSpPr>
        <p:spPr>
          <a:xfrm>
            <a:off x="1912121" y="1737645"/>
            <a:ext cx="1572664" cy="4332243"/>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L1$</a:t>
            </a:r>
          </a:p>
        </p:txBody>
      </p:sp>
      <p:sp>
        <p:nvSpPr>
          <p:cNvPr id="3" name="!!LblStride">
            <a:extLst>
              <a:ext uri="{FF2B5EF4-FFF2-40B4-BE49-F238E27FC236}">
                <a16:creationId xmlns:a16="http://schemas.microsoft.com/office/drawing/2014/main" id="{E3A71A24-3117-4C88-AF0D-C34312AB9E59}"/>
              </a:ext>
            </a:extLst>
          </p:cNvPr>
          <p:cNvSpPr txBox="1">
            <a:spLocks/>
          </p:cNvSpPr>
          <p:nvPr/>
        </p:nvSpPr>
        <p:spPr>
          <a:xfrm>
            <a:off x="4701374" y="1737645"/>
            <a:ext cx="1572664" cy="890187"/>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Stride</a:t>
            </a:r>
          </a:p>
        </p:txBody>
      </p:sp>
      <p:sp>
        <p:nvSpPr>
          <p:cNvPr id="4" name="!!LblPage">
            <a:extLst>
              <a:ext uri="{FF2B5EF4-FFF2-40B4-BE49-F238E27FC236}">
                <a16:creationId xmlns:a16="http://schemas.microsoft.com/office/drawing/2014/main" id="{C1F1D707-05CC-CB57-77B4-FF010ADFA698}"/>
              </a:ext>
            </a:extLst>
          </p:cNvPr>
          <p:cNvSpPr txBox="1">
            <a:spLocks/>
          </p:cNvSpPr>
          <p:nvPr/>
        </p:nvSpPr>
        <p:spPr>
          <a:xfrm>
            <a:off x="4701374" y="2894888"/>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Page</a:t>
            </a:r>
          </a:p>
        </p:txBody>
      </p:sp>
      <p:sp>
        <p:nvSpPr>
          <p:cNvPr id="6" name="!!LblSMS">
            <a:extLst>
              <a:ext uri="{FF2B5EF4-FFF2-40B4-BE49-F238E27FC236}">
                <a16:creationId xmlns:a16="http://schemas.microsoft.com/office/drawing/2014/main" id="{06D1ACF0-697F-222E-9B87-1C030AB127E0}"/>
              </a:ext>
            </a:extLst>
          </p:cNvPr>
          <p:cNvSpPr txBox="1">
            <a:spLocks/>
          </p:cNvSpPr>
          <p:nvPr/>
        </p:nvSpPr>
        <p:spPr>
          <a:xfrm>
            <a:off x="4701374" y="4052131"/>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SMS</a:t>
            </a:r>
          </a:p>
        </p:txBody>
      </p:sp>
      <p:sp>
        <p:nvSpPr>
          <p:cNvPr id="8" name="!!LblSIP">
            <a:extLst>
              <a:ext uri="{FF2B5EF4-FFF2-40B4-BE49-F238E27FC236}">
                <a16:creationId xmlns:a16="http://schemas.microsoft.com/office/drawing/2014/main" id="{758FB1A9-3DAA-60C4-0A2C-C7C67E72FA49}"/>
              </a:ext>
            </a:extLst>
          </p:cNvPr>
          <p:cNvSpPr txBox="1">
            <a:spLocks/>
          </p:cNvSpPr>
          <p:nvPr/>
        </p:nvSpPr>
        <p:spPr>
          <a:xfrm>
            <a:off x="4701374" y="5209374"/>
            <a:ext cx="1572664" cy="860514"/>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SIP</a:t>
            </a:r>
          </a:p>
        </p:txBody>
      </p:sp>
      <p:sp>
        <p:nvSpPr>
          <p:cNvPr id="10" name="!!LblL1PRQ">
            <a:extLst>
              <a:ext uri="{FF2B5EF4-FFF2-40B4-BE49-F238E27FC236}">
                <a16:creationId xmlns:a16="http://schemas.microsoft.com/office/drawing/2014/main" id="{AEB61C3D-A2F5-7A0A-4B48-25C5AF82D4D7}"/>
              </a:ext>
            </a:extLst>
          </p:cNvPr>
          <p:cNvSpPr txBox="1">
            <a:spLocks/>
          </p:cNvSpPr>
          <p:nvPr/>
        </p:nvSpPr>
        <p:spPr>
          <a:xfrm>
            <a:off x="8321467" y="1737645"/>
            <a:ext cx="1839720" cy="2017757"/>
          </a:xfrm>
          <a:prstGeom prst="rect">
            <a:avLst/>
          </a:prstGeom>
          <a:solidFill>
            <a:srgbClr val="FFFFFF"/>
          </a:solidFill>
        </p:spPr>
        <p:txBody>
          <a:bodyPr vert="horz" wrap="none" lIns="0" tIns="0" rIns="0" bIns="0" rtlCol="0" anchor="ctr">
            <a:noAutofit/>
          </a:bodyPr>
          <a:lstStyle/>
          <a:p>
            <a:pPr algn="ctr"/>
            <a:r>
              <a:rPr lang="en-GB" sz="3855" b="1">
                <a:solidFill>
                  <a:srgbClr val="000000"/>
                </a:solidFill>
                <a:latin typeface="Arial" panose="020B0604020202020204" pitchFamily="34" charset="0"/>
              </a:rPr>
              <a:t>L1PRQ</a:t>
            </a:r>
          </a:p>
        </p:txBody>
      </p:sp>
    </p:spTree>
    <p:extLst>
      <p:ext uri="{BB962C8B-B14F-4D97-AF65-F5344CB8AC3E}">
        <p14:creationId xmlns:p14="http://schemas.microsoft.com/office/powerpoint/2010/main" val="3585992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5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2AD5-15E6-B4C4-E344-AB1D4F8D65CE}"/>
            </a:ext>
          </a:extLst>
        </p:cNvPr>
        <p:cNvGrpSpPr/>
        <p:nvPr/>
      </p:nvGrpSpPr>
      <p:grpSpPr>
        <a:xfrm>
          <a:off x="0" y="0"/>
          <a:ext cx="0" cy="0"/>
          <a:chOff x="0" y="0"/>
          <a:chExt cx="0" cy="0"/>
        </a:xfrm>
      </p:grpSpPr>
      <p:pic>
        <p:nvPicPr>
          <p:cNvPr id="11" name="!!Arrows">
            <a:extLst>
              <a:ext uri="{FF2B5EF4-FFF2-40B4-BE49-F238E27FC236}">
                <a16:creationId xmlns:a16="http://schemas.microsoft.com/office/drawing/2014/main" id="{D3FCF47C-97AE-76E6-E2F9-AF77339AE5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13905" y="2370287"/>
            <a:ext cx="2448687" cy="1391298"/>
          </a:xfrm>
          <a:prstGeom prst="rect">
            <a:avLst/>
          </a:prstGeom>
        </p:spPr>
      </p:pic>
      <p:pic>
        <p:nvPicPr>
          <p:cNvPr id="9" name="!!Prefetchers">
            <a:extLst>
              <a:ext uri="{FF2B5EF4-FFF2-40B4-BE49-F238E27FC236}">
                <a16:creationId xmlns:a16="http://schemas.microsoft.com/office/drawing/2014/main" id="{13FA01FF-35E9-9F09-1C9E-9303D6A796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729267" y="2592895"/>
            <a:ext cx="908982" cy="1446950"/>
          </a:xfrm>
          <a:prstGeom prst="rect">
            <a:avLst/>
          </a:prstGeom>
        </p:spPr>
      </p:pic>
      <p:pic>
        <p:nvPicPr>
          <p:cNvPr id="7" name="!!L1">
            <a:extLst>
              <a:ext uri="{FF2B5EF4-FFF2-40B4-BE49-F238E27FC236}">
                <a16:creationId xmlns:a16="http://schemas.microsoft.com/office/drawing/2014/main" id="{3C83ABA5-AC24-00D9-CA9A-6D444FBE8F6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172747" y="2592895"/>
            <a:ext cx="593621" cy="1446950"/>
          </a:xfrm>
          <a:prstGeom prst="rect">
            <a:avLst/>
          </a:prstGeom>
        </p:spPr>
      </p:pic>
      <p:sp>
        <p:nvSpPr>
          <p:cNvPr id="2" name="Text 0">
            <a:extLst>
              <a:ext uri="{FF2B5EF4-FFF2-40B4-BE49-F238E27FC236}">
                <a16:creationId xmlns:a16="http://schemas.microsoft.com/office/drawing/2014/main" id="{0D80A4B9-1A21-65FA-E1EC-37133342BE5B}"/>
              </a:ext>
            </a:extLst>
          </p:cNvPr>
          <p:cNvSpPr>
            <a:spLocks noGrp="1"/>
          </p:cNvSpPr>
          <p:nvPr/>
        </p:nvSpPr>
        <p:spPr>
          <a:xfrm>
            <a:off x="502920" y="320039"/>
            <a:ext cx="10789920" cy="944587"/>
          </a:xfrm>
          <a:prstGeom prst="rect">
            <a:avLst/>
          </a:prstGeom>
          <a:noFill/>
        </p:spPr>
        <p:txBody>
          <a:bodyPr wrap="square" lIns="0" tIns="0" rIns="0" bIns="0" anchor="ctr">
            <a:noAutofit/>
          </a:bodyPr>
          <a:lstStyle/>
          <a:p>
            <a:r>
              <a:rPr lang="en-GB" sz="2800" b="1" dirty="0">
                <a:solidFill>
                  <a:srgbClr val="A50908"/>
                </a:solidFill>
              </a:rPr>
              <a:t>Spatial Memory Streaming is Important </a:t>
            </a:r>
            <a:endParaRPr sz="2800" b="1" dirty="0">
              <a:solidFill>
                <a:srgbClr val="A50908"/>
              </a:solidFill>
            </a:endParaRPr>
          </a:p>
        </p:txBody>
      </p:sp>
      <p:sp>
        <p:nvSpPr>
          <p:cNvPr id="4" name="Shape 2">
            <a:extLst>
              <a:ext uri="{FF2B5EF4-FFF2-40B4-BE49-F238E27FC236}">
                <a16:creationId xmlns:a16="http://schemas.microsoft.com/office/drawing/2014/main" id="{AF8D6FFE-048A-7B0A-6E97-40F7239D8E47}"/>
              </a:ext>
            </a:extLst>
          </p:cNvPr>
          <p:cNvSpPr>
            <a:spLocks noGrp="1"/>
          </p:cNvSpPr>
          <p:nvPr/>
        </p:nvSpPr>
        <p:spPr>
          <a:xfrm>
            <a:off x="497145" y="1266444"/>
            <a:ext cx="11155680" cy="0"/>
          </a:xfrm>
          <a:prstGeom prst="line">
            <a:avLst/>
          </a:prstGeom>
          <a:noFill/>
          <a:ln w="9525">
            <a:solidFill>
              <a:srgbClr val="D7D7D7"/>
            </a:solidFill>
            <a:prstDash val="solid"/>
          </a:ln>
        </p:spPr>
        <p:txBody>
          <a:bodyPr/>
          <a:lstStyle/>
          <a:p>
            <a:endParaRPr/>
          </a:p>
        </p:txBody>
      </p:sp>
      <p:pic>
        <p:nvPicPr>
          <p:cNvPr id="31" name="Picture 5">
            <a:extLst>
              <a:ext uri="{FF2B5EF4-FFF2-40B4-BE49-F238E27FC236}">
                <a16:creationId xmlns:a16="http://schemas.microsoft.com/office/drawing/2014/main" id="{A9E4C592-EA3D-AEBC-B1ED-2F8CFB8154AF}"/>
              </a:ext>
            </a:extLst>
          </p:cNvPr>
          <p:cNvPicPr>
            <a:picLocks noChangeAspect="1"/>
          </p:cNvPicPr>
          <p:nvPr/>
        </p:nvPicPr>
        <p:blipFill>
          <a:blip r:embed="rId6"/>
          <a:srcRect l="58250" t="8142" b="16826"/>
          <a:stretch>
            <a:fillRect/>
          </a:stretch>
        </p:blipFill>
        <p:spPr>
          <a:xfrm>
            <a:off x="4083823" y="1529740"/>
            <a:ext cx="4956736" cy="4989932"/>
          </a:xfrm>
          <a:prstGeom prst="rect">
            <a:avLst/>
          </a:prstGeom>
        </p:spPr>
      </p:pic>
      <p:sp>
        <p:nvSpPr>
          <p:cNvPr id="15" name="L2 GSMS highlight">
            <a:extLst>
              <a:ext uri="{FF2B5EF4-FFF2-40B4-BE49-F238E27FC236}">
                <a16:creationId xmlns:a16="http://schemas.microsoft.com/office/drawing/2014/main" id="{CF36B832-D4F7-5D14-C3D9-5B74B0611194}"/>
              </a:ext>
            </a:extLst>
          </p:cNvPr>
          <p:cNvSpPr>
            <a:spLocks noGrp="1"/>
          </p:cNvSpPr>
          <p:nvPr/>
        </p:nvSpPr>
        <p:spPr>
          <a:xfrm>
            <a:off x="6091509" y="5424497"/>
            <a:ext cx="515577" cy="302393"/>
          </a:xfrm>
          <a:prstGeom prst="rect">
            <a:avLst/>
          </a:prstGeom>
          <a:noFill/>
          <a:ln w="38100">
            <a:solidFill>
              <a:srgbClr val="A50908"/>
            </a:solidFill>
            <a:prstDash val="solid"/>
          </a:ln>
        </p:spPr>
        <p:txBody>
          <a:bodyPr/>
          <a:lstStyle/>
          <a:p>
            <a:endParaRPr lang="en-US"/>
          </a:p>
        </p:txBody>
      </p:sp>
      <p:sp>
        <p:nvSpPr>
          <p:cNvPr id="17" name="L2 guide">
            <a:extLst>
              <a:ext uri="{FF2B5EF4-FFF2-40B4-BE49-F238E27FC236}">
                <a16:creationId xmlns:a16="http://schemas.microsoft.com/office/drawing/2014/main" id="{6A70F31E-FC89-9273-2B35-636664D1BA1C}"/>
              </a:ext>
            </a:extLst>
          </p:cNvPr>
          <p:cNvSpPr>
            <a:spLocks noGrp="1"/>
          </p:cNvSpPr>
          <p:nvPr/>
        </p:nvSpPr>
        <p:spPr>
          <a:xfrm>
            <a:off x="6607087" y="5592640"/>
            <a:ext cx="2437874" cy="0"/>
          </a:xfrm>
          <a:prstGeom prst="line">
            <a:avLst/>
          </a:prstGeom>
          <a:noFill/>
          <a:ln w="38100">
            <a:solidFill>
              <a:srgbClr val="A50908"/>
            </a:solidFill>
            <a:prstDash val="solid"/>
          </a:ln>
        </p:spPr>
        <p:txBody>
          <a:bodyPr/>
          <a:lstStyle/>
          <a:p>
            <a:endParaRPr lang="en-US"/>
          </a:p>
        </p:txBody>
      </p:sp>
      <p:sp>
        <p:nvSpPr>
          <p:cNvPr id="20" name="L1 label">
            <a:extLst>
              <a:ext uri="{FF2B5EF4-FFF2-40B4-BE49-F238E27FC236}">
                <a16:creationId xmlns:a16="http://schemas.microsoft.com/office/drawing/2014/main" id="{C0413BA1-9F94-85E5-CBA5-CD9CC795793F}"/>
              </a:ext>
            </a:extLst>
          </p:cNvPr>
          <p:cNvSpPr>
            <a:spLocks noGrp="1"/>
          </p:cNvSpPr>
          <p:nvPr/>
        </p:nvSpPr>
        <p:spPr>
          <a:xfrm>
            <a:off x="9216137" y="3305659"/>
            <a:ext cx="2324100" cy="428625"/>
          </a:xfrm>
          <a:prstGeom prst="rect">
            <a:avLst/>
          </a:prstGeom>
          <a:noFill/>
          <a:ln w="0">
            <a:noFill/>
            <a:prstDash val="solid"/>
          </a:ln>
        </p:spPr>
        <p:txBody>
          <a:bodyPr anchor="ctr">
            <a:normAutofit lnSpcReduction="10000"/>
          </a:bodyPr>
          <a:lstStyle/>
          <a:p>
            <a:pPr algn="l">
              <a:defRPr sz="2175" b="1">
                <a:solidFill>
                  <a:srgbClr val="151515"/>
                </a:solidFill>
                <a:latin typeface="Aptos"/>
                <a:ea typeface="Aptos"/>
                <a:cs typeface="Aptos"/>
              </a:defRPr>
            </a:pPr>
            <a:r>
              <a:rPr sz="2400" b="1" dirty="0">
                <a:solidFill>
                  <a:srgbClr val="A50908"/>
                </a:solidFill>
                <a:latin typeface="Aptos"/>
                <a:ea typeface="Aptos"/>
                <a:cs typeface="Aptos"/>
              </a:rPr>
              <a:t>SMS</a:t>
            </a:r>
          </a:p>
        </p:txBody>
      </p:sp>
      <p:sp>
        <p:nvSpPr>
          <p:cNvPr id="22" name="L2 label">
            <a:extLst>
              <a:ext uri="{FF2B5EF4-FFF2-40B4-BE49-F238E27FC236}">
                <a16:creationId xmlns:a16="http://schemas.microsoft.com/office/drawing/2014/main" id="{AD931E26-8739-DADD-7000-9285691F5916}"/>
              </a:ext>
            </a:extLst>
          </p:cNvPr>
          <p:cNvSpPr>
            <a:spLocks noGrp="1"/>
          </p:cNvSpPr>
          <p:nvPr/>
        </p:nvSpPr>
        <p:spPr>
          <a:xfrm>
            <a:off x="9206886" y="5392615"/>
            <a:ext cx="2324100" cy="428625"/>
          </a:xfrm>
          <a:prstGeom prst="rect">
            <a:avLst/>
          </a:prstGeom>
          <a:noFill/>
          <a:ln w="0">
            <a:noFill/>
            <a:prstDash val="solid"/>
          </a:ln>
        </p:spPr>
        <p:txBody>
          <a:bodyPr anchor="ctr">
            <a:normAutofit lnSpcReduction="10000"/>
          </a:bodyPr>
          <a:lstStyle/>
          <a:p>
            <a:pPr algn="l">
              <a:defRPr sz="2175" b="1">
                <a:solidFill>
                  <a:srgbClr val="151515"/>
                </a:solidFill>
                <a:latin typeface="Aptos"/>
                <a:ea typeface="Aptos"/>
                <a:cs typeface="Aptos"/>
              </a:defRPr>
            </a:pPr>
            <a:r>
              <a:rPr sz="2400" b="1" dirty="0">
                <a:solidFill>
                  <a:srgbClr val="A50908"/>
                </a:solidFill>
                <a:latin typeface="Aptos"/>
                <a:ea typeface="Aptos"/>
                <a:cs typeface="Aptos"/>
              </a:rPr>
              <a:t>GSMS</a:t>
            </a:r>
            <a:r>
              <a:rPr lang="en-US" sz="2400" b="1" dirty="0">
                <a:solidFill>
                  <a:srgbClr val="A50908"/>
                </a:solidFill>
                <a:latin typeface="Aptos"/>
                <a:ea typeface="Aptos"/>
                <a:cs typeface="Aptos"/>
              </a:rPr>
              <a:t> (Global)</a:t>
            </a:r>
            <a:endParaRPr sz="2400" b="1" dirty="0">
              <a:solidFill>
                <a:srgbClr val="A50908"/>
              </a:solidFill>
              <a:latin typeface="Aptos"/>
              <a:ea typeface="Aptos"/>
              <a:cs typeface="Aptos"/>
            </a:endParaRPr>
          </a:p>
        </p:txBody>
      </p:sp>
      <p:sp>
        <p:nvSpPr>
          <p:cNvPr id="23" name="Commercial divider">
            <a:extLst>
              <a:ext uri="{FF2B5EF4-FFF2-40B4-BE49-F238E27FC236}">
                <a16:creationId xmlns:a16="http://schemas.microsoft.com/office/drawing/2014/main" id="{928A0872-4ACB-B0FE-BB33-03CEDE555A89}"/>
              </a:ext>
            </a:extLst>
          </p:cNvPr>
          <p:cNvSpPr>
            <a:spLocks noGrp="1"/>
          </p:cNvSpPr>
          <p:nvPr/>
        </p:nvSpPr>
        <p:spPr>
          <a:xfrm>
            <a:off x="497145" y="1790700"/>
            <a:ext cx="3571935" cy="0"/>
          </a:xfrm>
          <a:prstGeom prst="line">
            <a:avLst/>
          </a:prstGeom>
          <a:noFill/>
          <a:ln w="9525">
            <a:solidFill>
              <a:srgbClr val="D7D7D7"/>
            </a:solidFill>
            <a:prstDash val="solid"/>
          </a:ln>
        </p:spPr>
        <p:txBody>
          <a:bodyPr/>
          <a:lstStyle/>
          <a:p>
            <a:endParaRPr lang="en-US"/>
          </a:p>
        </p:txBody>
      </p:sp>
      <p:sp>
        <p:nvSpPr>
          <p:cNvPr id="24" name="Commercial eyebrow">
            <a:extLst>
              <a:ext uri="{FF2B5EF4-FFF2-40B4-BE49-F238E27FC236}">
                <a16:creationId xmlns:a16="http://schemas.microsoft.com/office/drawing/2014/main" id="{63FC1BFC-7577-C260-35BE-0FDB1FE09F74}"/>
              </a:ext>
            </a:extLst>
          </p:cNvPr>
          <p:cNvSpPr>
            <a:spLocks noGrp="1"/>
          </p:cNvSpPr>
          <p:nvPr/>
        </p:nvSpPr>
        <p:spPr>
          <a:xfrm>
            <a:off x="497144" y="1885949"/>
            <a:ext cx="3657600" cy="718759"/>
          </a:xfrm>
          <a:prstGeom prst="rect">
            <a:avLst/>
          </a:prstGeom>
          <a:noFill/>
          <a:ln w="0">
            <a:noFill/>
            <a:prstDash val="solid"/>
          </a:ln>
        </p:spPr>
        <p:txBody>
          <a:bodyPr anchor="ctr">
            <a:noAutofit/>
          </a:bodyPr>
          <a:lstStyle/>
          <a:p>
            <a:pPr algn="l">
              <a:defRPr sz="1275" b="0">
                <a:solidFill>
                  <a:srgbClr val="62666B"/>
                </a:solidFill>
                <a:latin typeface="Aptos"/>
                <a:ea typeface="Aptos"/>
                <a:cs typeface="Aptos"/>
              </a:defRPr>
            </a:pPr>
            <a:r>
              <a:rPr lang="en-GB" sz="3200" b="1" dirty="0">
                <a:solidFill>
                  <a:srgbClr val="A50908"/>
                </a:solidFill>
                <a:latin typeface="Aptos"/>
                <a:ea typeface="Aptos"/>
                <a:cs typeface="Aptos"/>
              </a:rPr>
              <a:t>Arm </a:t>
            </a:r>
            <a:r>
              <a:rPr sz="3200" b="1" dirty="0">
                <a:solidFill>
                  <a:srgbClr val="A50908"/>
                </a:solidFill>
                <a:latin typeface="Aptos"/>
                <a:ea typeface="Aptos"/>
                <a:cs typeface="Aptos"/>
              </a:rPr>
              <a:t>Neoverse V2 </a:t>
            </a:r>
            <a:endParaRPr sz="3200" b="1" dirty="0">
              <a:solidFill>
                <a:srgbClr val="62666B"/>
              </a:solidFill>
              <a:latin typeface="Aptos"/>
              <a:ea typeface="Aptos"/>
              <a:cs typeface="Aptos"/>
            </a:endParaRPr>
          </a:p>
        </p:txBody>
      </p:sp>
      <p:sp>
        <p:nvSpPr>
          <p:cNvPr id="25" name="Commercial example 1">
            <a:extLst>
              <a:ext uri="{FF2B5EF4-FFF2-40B4-BE49-F238E27FC236}">
                <a16:creationId xmlns:a16="http://schemas.microsoft.com/office/drawing/2014/main" id="{710DF9A9-817F-DA2F-A119-AE832B57935B}"/>
              </a:ext>
            </a:extLst>
          </p:cNvPr>
          <p:cNvSpPr>
            <a:spLocks noGrp="1"/>
          </p:cNvSpPr>
          <p:nvPr/>
        </p:nvSpPr>
        <p:spPr>
          <a:xfrm>
            <a:off x="502920" y="2586898"/>
            <a:ext cx="2457450" cy="374019"/>
          </a:xfrm>
          <a:prstGeom prst="rect">
            <a:avLst/>
          </a:prstGeom>
          <a:noFill/>
          <a:ln w="0">
            <a:noFill/>
            <a:prstDash val="solid"/>
          </a:ln>
        </p:spPr>
        <p:txBody>
          <a:bodyPr anchor="ctr">
            <a:noAutofit/>
          </a:bodyPr>
          <a:lstStyle/>
          <a:p>
            <a:pPr algn="l">
              <a:defRPr sz="1725" b="1">
                <a:solidFill>
                  <a:srgbClr val="151515"/>
                </a:solidFill>
                <a:latin typeface="Aptos"/>
                <a:ea typeface="Aptos"/>
                <a:cs typeface="Aptos"/>
              </a:defRPr>
            </a:pPr>
            <a:r>
              <a:rPr lang="en-US" sz="2400" b="1" dirty="0">
                <a:solidFill>
                  <a:srgbClr val="151515"/>
                </a:solidFill>
                <a:latin typeface="Aptos"/>
                <a:ea typeface="Aptos"/>
                <a:cs typeface="Aptos"/>
              </a:rPr>
              <a:t>- </a:t>
            </a:r>
            <a:r>
              <a:rPr sz="2400" b="1" dirty="0">
                <a:solidFill>
                  <a:srgbClr val="151515"/>
                </a:solidFill>
                <a:latin typeface="Aptos"/>
                <a:ea typeface="Aptos"/>
                <a:cs typeface="Aptos"/>
              </a:rPr>
              <a:t>NVIDIA Grace</a:t>
            </a:r>
          </a:p>
        </p:txBody>
      </p:sp>
      <p:sp>
        <p:nvSpPr>
          <p:cNvPr id="26" name="Commercial example 2">
            <a:extLst>
              <a:ext uri="{FF2B5EF4-FFF2-40B4-BE49-F238E27FC236}">
                <a16:creationId xmlns:a16="http://schemas.microsoft.com/office/drawing/2014/main" id="{95ACF6F1-AA20-4EDB-B2AE-CFC4086B62C4}"/>
              </a:ext>
            </a:extLst>
          </p:cNvPr>
          <p:cNvSpPr>
            <a:spLocks noGrp="1"/>
          </p:cNvSpPr>
          <p:nvPr/>
        </p:nvSpPr>
        <p:spPr>
          <a:xfrm>
            <a:off x="497144" y="2946278"/>
            <a:ext cx="2457450" cy="392239"/>
          </a:xfrm>
          <a:prstGeom prst="rect">
            <a:avLst/>
          </a:prstGeom>
          <a:noFill/>
          <a:ln w="0">
            <a:noFill/>
            <a:prstDash val="solid"/>
          </a:ln>
        </p:spPr>
        <p:txBody>
          <a:bodyPr anchor="ctr">
            <a:noAutofit/>
          </a:bodyPr>
          <a:lstStyle/>
          <a:p>
            <a:pPr algn="l">
              <a:defRPr sz="1725" b="1">
                <a:solidFill>
                  <a:srgbClr val="151515"/>
                </a:solidFill>
                <a:latin typeface="Aptos"/>
                <a:ea typeface="Aptos"/>
                <a:cs typeface="Aptos"/>
              </a:defRPr>
            </a:pPr>
            <a:r>
              <a:rPr lang="en-US" sz="2400" b="1" dirty="0">
                <a:solidFill>
                  <a:srgbClr val="151515"/>
                </a:solidFill>
                <a:latin typeface="Aptos"/>
                <a:ea typeface="Aptos"/>
                <a:cs typeface="Aptos"/>
              </a:rPr>
              <a:t>- </a:t>
            </a:r>
            <a:r>
              <a:rPr sz="2400" b="1" dirty="0">
                <a:solidFill>
                  <a:srgbClr val="151515"/>
                </a:solidFill>
                <a:latin typeface="Aptos"/>
                <a:ea typeface="Aptos"/>
                <a:cs typeface="Aptos"/>
              </a:rPr>
              <a:t>AWS Graviton4</a:t>
            </a:r>
          </a:p>
        </p:txBody>
      </p:sp>
      <p:sp>
        <p:nvSpPr>
          <p:cNvPr id="3" name="Footer Placeholder 2">
            <a:extLst>
              <a:ext uri="{FF2B5EF4-FFF2-40B4-BE49-F238E27FC236}">
                <a16:creationId xmlns:a16="http://schemas.microsoft.com/office/drawing/2014/main" id="{EAE30DCC-9E26-823B-4228-FD07655167C6}"/>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99F6FC45-9954-CF38-021E-819FF511B6F3}"/>
              </a:ext>
            </a:extLst>
          </p:cNvPr>
          <p:cNvSpPr>
            <a:spLocks noGrp="1"/>
          </p:cNvSpPr>
          <p:nvPr>
            <p:ph type="sldNum" sz="quarter" idx="10"/>
          </p:nvPr>
        </p:nvSpPr>
        <p:spPr/>
        <p:txBody>
          <a:bodyPr/>
          <a:lstStyle/>
          <a:p>
            <a:fld id="{A04C8923-7248-483A-ACCB-0382A1F5224A}" type="slidenum">
              <a:rPr lang="en-GB" smtClean="0"/>
              <a:t>5</a:t>
            </a:fld>
            <a:endParaRPr lang="en-GB"/>
          </a:p>
        </p:txBody>
      </p:sp>
      <p:sp>
        <p:nvSpPr>
          <p:cNvPr id="5" name="!!LblL1">
            <a:extLst>
              <a:ext uri="{FF2B5EF4-FFF2-40B4-BE49-F238E27FC236}">
                <a16:creationId xmlns:a16="http://schemas.microsoft.com/office/drawing/2014/main" id="{2C1A26E4-B1EF-5834-C5BB-165D47499FD8}"/>
              </a:ext>
            </a:extLst>
          </p:cNvPr>
          <p:cNvSpPr txBox="1">
            <a:spLocks/>
          </p:cNvSpPr>
          <p:nvPr/>
        </p:nvSpPr>
        <p:spPr>
          <a:xfrm>
            <a:off x="5228399" y="2639271"/>
            <a:ext cx="491592" cy="1354197"/>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L1$</a:t>
            </a:r>
          </a:p>
        </p:txBody>
      </p:sp>
      <p:sp>
        <p:nvSpPr>
          <p:cNvPr id="8" name="!!LblStride">
            <a:extLst>
              <a:ext uri="{FF2B5EF4-FFF2-40B4-BE49-F238E27FC236}">
                <a16:creationId xmlns:a16="http://schemas.microsoft.com/office/drawing/2014/main" id="{2470351E-D5B8-68DE-48D1-A7383EF4FFB7}"/>
              </a:ext>
            </a:extLst>
          </p:cNvPr>
          <p:cNvSpPr txBox="1">
            <a:spLocks/>
          </p:cNvSpPr>
          <p:nvPr/>
        </p:nvSpPr>
        <p:spPr>
          <a:xfrm>
            <a:off x="6100280" y="2639271"/>
            <a:ext cx="491592" cy="278260"/>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Stride</a:t>
            </a:r>
          </a:p>
        </p:txBody>
      </p:sp>
      <p:sp>
        <p:nvSpPr>
          <p:cNvPr id="10" name="!!LblPage">
            <a:extLst>
              <a:ext uri="{FF2B5EF4-FFF2-40B4-BE49-F238E27FC236}">
                <a16:creationId xmlns:a16="http://schemas.microsoft.com/office/drawing/2014/main" id="{06DC4754-9EE5-D382-A91A-EB5F43DB0E75}"/>
              </a:ext>
            </a:extLst>
          </p:cNvPr>
          <p:cNvSpPr txBox="1">
            <a:spLocks/>
          </p:cNvSpPr>
          <p:nvPr/>
        </p:nvSpPr>
        <p:spPr>
          <a:xfrm>
            <a:off x="6100280" y="3001009"/>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Page</a:t>
            </a:r>
          </a:p>
        </p:txBody>
      </p:sp>
      <p:sp>
        <p:nvSpPr>
          <p:cNvPr id="12" name="!!LblSMS">
            <a:extLst>
              <a:ext uri="{FF2B5EF4-FFF2-40B4-BE49-F238E27FC236}">
                <a16:creationId xmlns:a16="http://schemas.microsoft.com/office/drawing/2014/main" id="{52B8E8FF-13D3-9E2D-518E-C7D2F3DBD7CC}"/>
              </a:ext>
            </a:extLst>
          </p:cNvPr>
          <p:cNvSpPr txBox="1">
            <a:spLocks/>
          </p:cNvSpPr>
          <p:nvPr/>
        </p:nvSpPr>
        <p:spPr>
          <a:xfrm>
            <a:off x="6100280" y="3362746"/>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SMS</a:t>
            </a:r>
          </a:p>
        </p:txBody>
      </p:sp>
      <p:sp>
        <p:nvSpPr>
          <p:cNvPr id="13" name="!!LblSIP">
            <a:extLst>
              <a:ext uri="{FF2B5EF4-FFF2-40B4-BE49-F238E27FC236}">
                <a16:creationId xmlns:a16="http://schemas.microsoft.com/office/drawing/2014/main" id="{074D12A7-8FF5-F2B2-63D5-B4C0A628896B}"/>
              </a:ext>
            </a:extLst>
          </p:cNvPr>
          <p:cNvSpPr txBox="1">
            <a:spLocks/>
          </p:cNvSpPr>
          <p:nvPr/>
        </p:nvSpPr>
        <p:spPr>
          <a:xfrm>
            <a:off x="6100280" y="3724484"/>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SIP</a:t>
            </a:r>
          </a:p>
        </p:txBody>
      </p:sp>
      <p:sp>
        <p:nvSpPr>
          <p:cNvPr id="27" name="!!LblL1PRQ">
            <a:extLst>
              <a:ext uri="{FF2B5EF4-FFF2-40B4-BE49-F238E27FC236}">
                <a16:creationId xmlns:a16="http://schemas.microsoft.com/office/drawing/2014/main" id="{F37AFA36-EA66-884A-A27F-E94C33CCD09B}"/>
              </a:ext>
            </a:extLst>
          </p:cNvPr>
          <p:cNvSpPr txBox="1">
            <a:spLocks/>
          </p:cNvSpPr>
          <p:nvPr/>
        </p:nvSpPr>
        <p:spPr>
          <a:xfrm>
            <a:off x="7231869" y="2639271"/>
            <a:ext cx="575070" cy="630722"/>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L1PRQ</a:t>
            </a:r>
          </a:p>
        </p:txBody>
      </p:sp>
      <p:sp>
        <p:nvSpPr>
          <p:cNvPr id="28" name="!!LblL2">
            <a:extLst>
              <a:ext uri="{FF2B5EF4-FFF2-40B4-BE49-F238E27FC236}">
                <a16:creationId xmlns:a16="http://schemas.microsoft.com/office/drawing/2014/main" id="{AFA08556-A894-C7FD-BEDF-E9BEB2337F79}"/>
              </a:ext>
            </a:extLst>
          </p:cNvPr>
          <p:cNvSpPr txBox="1">
            <a:spLocks/>
          </p:cNvSpPr>
          <p:nvPr/>
        </p:nvSpPr>
        <p:spPr>
          <a:xfrm>
            <a:off x="5228399" y="4735494"/>
            <a:ext cx="491592" cy="1344922"/>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L2$</a:t>
            </a:r>
          </a:p>
        </p:txBody>
      </p:sp>
      <p:sp>
        <p:nvSpPr>
          <p:cNvPr id="29" name="!!LblCMC">
            <a:extLst>
              <a:ext uri="{FF2B5EF4-FFF2-40B4-BE49-F238E27FC236}">
                <a16:creationId xmlns:a16="http://schemas.microsoft.com/office/drawing/2014/main" id="{AF1B84CC-45C6-AB12-1816-5927184898B1}"/>
              </a:ext>
            </a:extLst>
          </p:cNvPr>
          <p:cNvSpPr txBox="1">
            <a:spLocks/>
          </p:cNvSpPr>
          <p:nvPr/>
        </p:nvSpPr>
        <p:spPr>
          <a:xfrm>
            <a:off x="6100280" y="4735494"/>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CMC</a:t>
            </a:r>
          </a:p>
        </p:txBody>
      </p:sp>
      <p:sp>
        <p:nvSpPr>
          <p:cNvPr id="30" name="!!LblBO">
            <a:extLst>
              <a:ext uri="{FF2B5EF4-FFF2-40B4-BE49-F238E27FC236}">
                <a16:creationId xmlns:a16="http://schemas.microsoft.com/office/drawing/2014/main" id="{27FEFF75-2E03-BD0A-B468-7BFCF3CF41CE}"/>
              </a:ext>
            </a:extLst>
          </p:cNvPr>
          <p:cNvSpPr txBox="1">
            <a:spLocks/>
          </p:cNvSpPr>
          <p:nvPr/>
        </p:nvSpPr>
        <p:spPr>
          <a:xfrm>
            <a:off x="6100280" y="5087956"/>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BO</a:t>
            </a:r>
          </a:p>
        </p:txBody>
      </p:sp>
      <p:sp>
        <p:nvSpPr>
          <p:cNvPr id="32" name="!!LblGSMS">
            <a:extLst>
              <a:ext uri="{FF2B5EF4-FFF2-40B4-BE49-F238E27FC236}">
                <a16:creationId xmlns:a16="http://schemas.microsoft.com/office/drawing/2014/main" id="{5C5BDFA6-246E-E5A8-15BD-C444258BFC91}"/>
              </a:ext>
            </a:extLst>
          </p:cNvPr>
          <p:cNvSpPr txBox="1">
            <a:spLocks/>
          </p:cNvSpPr>
          <p:nvPr/>
        </p:nvSpPr>
        <p:spPr>
          <a:xfrm>
            <a:off x="6100280" y="5449693"/>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GSMS</a:t>
            </a:r>
          </a:p>
        </p:txBody>
      </p:sp>
      <p:sp>
        <p:nvSpPr>
          <p:cNvPr id="33" name="!!LblTBW">
            <a:extLst>
              <a:ext uri="{FF2B5EF4-FFF2-40B4-BE49-F238E27FC236}">
                <a16:creationId xmlns:a16="http://schemas.microsoft.com/office/drawing/2014/main" id="{583723A4-0C1C-CD02-5839-99214ED38A37}"/>
              </a:ext>
            </a:extLst>
          </p:cNvPr>
          <p:cNvSpPr txBox="1">
            <a:spLocks/>
          </p:cNvSpPr>
          <p:nvPr/>
        </p:nvSpPr>
        <p:spPr>
          <a:xfrm>
            <a:off x="6100280" y="5811431"/>
            <a:ext cx="491592" cy="268984"/>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TBW</a:t>
            </a:r>
          </a:p>
        </p:txBody>
      </p:sp>
      <p:sp>
        <p:nvSpPr>
          <p:cNvPr id="34" name="!!LblL2PRQ">
            <a:extLst>
              <a:ext uri="{FF2B5EF4-FFF2-40B4-BE49-F238E27FC236}">
                <a16:creationId xmlns:a16="http://schemas.microsoft.com/office/drawing/2014/main" id="{B7FC69DA-9EDA-B931-1822-F0809670A1A7}"/>
              </a:ext>
            </a:extLst>
          </p:cNvPr>
          <p:cNvSpPr txBox="1">
            <a:spLocks/>
          </p:cNvSpPr>
          <p:nvPr/>
        </p:nvSpPr>
        <p:spPr>
          <a:xfrm>
            <a:off x="7231869" y="4039844"/>
            <a:ext cx="575070" cy="630722"/>
          </a:xfrm>
          <a:prstGeom prst="rect">
            <a:avLst/>
          </a:prstGeom>
          <a:solidFill>
            <a:srgbClr val="FFFFFF"/>
          </a:solidFill>
        </p:spPr>
        <p:txBody>
          <a:bodyPr vert="horz" wrap="none" lIns="0" tIns="0" rIns="0" bIns="0" rtlCol="0" anchor="ctr">
            <a:noAutofit/>
          </a:bodyPr>
          <a:lstStyle/>
          <a:p>
            <a:pPr algn="ctr"/>
            <a:r>
              <a:rPr lang="en-GB" sz="1205" b="1">
                <a:solidFill>
                  <a:srgbClr val="000000"/>
                </a:solidFill>
                <a:latin typeface="Arial" panose="020B0604020202020204" pitchFamily="34" charset="0"/>
              </a:rPr>
              <a:t>L2PRQ</a:t>
            </a:r>
          </a:p>
        </p:txBody>
      </p:sp>
      <p:sp>
        <p:nvSpPr>
          <p:cNvPr id="16" name="L1 guide">
            <a:extLst>
              <a:ext uri="{FF2B5EF4-FFF2-40B4-BE49-F238E27FC236}">
                <a16:creationId xmlns:a16="http://schemas.microsoft.com/office/drawing/2014/main" id="{947B70CD-3A09-90AD-D899-D28CBBC67309}"/>
              </a:ext>
            </a:extLst>
          </p:cNvPr>
          <p:cNvSpPr>
            <a:spLocks noGrp="1"/>
          </p:cNvSpPr>
          <p:nvPr/>
        </p:nvSpPr>
        <p:spPr>
          <a:xfrm>
            <a:off x="6616337" y="3496159"/>
            <a:ext cx="2424221" cy="0"/>
          </a:xfrm>
          <a:prstGeom prst="line">
            <a:avLst/>
          </a:prstGeom>
          <a:noFill/>
          <a:ln w="38100">
            <a:solidFill>
              <a:srgbClr val="A50908"/>
            </a:solidFill>
            <a:prstDash val="solid"/>
          </a:ln>
        </p:spPr>
        <p:txBody>
          <a:bodyPr/>
          <a:lstStyle/>
          <a:p>
            <a:endParaRPr lang="en-US"/>
          </a:p>
        </p:txBody>
      </p:sp>
      <p:sp>
        <p:nvSpPr>
          <p:cNvPr id="21" name="L2 cue">
            <a:extLst>
              <a:ext uri="{FF2B5EF4-FFF2-40B4-BE49-F238E27FC236}">
                <a16:creationId xmlns:a16="http://schemas.microsoft.com/office/drawing/2014/main" id="{ACBD56CE-4D60-6CC0-B82C-DFDD4437F456}"/>
              </a:ext>
            </a:extLst>
          </p:cNvPr>
          <p:cNvSpPr>
            <a:spLocks noGrp="1"/>
          </p:cNvSpPr>
          <p:nvPr/>
        </p:nvSpPr>
        <p:spPr>
          <a:xfrm>
            <a:off x="9044961" y="5392615"/>
            <a:ext cx="47625" cy="428625"/>
          </a:xfrm>
          <a:prstGeom prst="rect">
            <a:avLst/>
          </a:prstGeom>
          <a:solidFill>
            <a:srgbClr val="A50908"/>
          </a:solidFill>
          <a:ln w="76200">
            <a:solidFill>
              <a:srgbClr val="A50908"/>
            </a:solidFill>
            <a:prstDash val="solid"/>
          </a:ln>
        </p:spPr>
        <p:txBody>
          <a:bodyPr/>
          <a:lstStyle/>
          <a:p>
            <a:endParaRPr lang="en-US"/>
          </a:p>
        </p:txBody>
      </p:sp>
      <p:sp>
        <p:nvSpPr>
          <p:cNvPr id="19" name="L1 cue">
            <a:extLst>
              <a:ext uri="{FF2B5EF4-FFF2-40B4-BE49-F238E27FC236}">
                <a16:creationId xmlns:a16="http://schemas.microsoft.com/office/drawing/2014/main" id="{9D1E3489-ADF9-F3B9-C74D-93A07F97127C}"/>
              </a:ext>
            </a:extLst>
          </p:cNvPr>
          <p:cNvSpPr>
            <a:spLocks noGrp="1"/>
          </p:cNvSpPr>
          <p:nvPr/>
        </p:nvSpPr>
        <p:spPr>
          <a:xfrm>
            <a:off x="9054212" y="3305659"/>
            <a:ext cx="47625" cy="428625"/>
          </a:xfrm>
          <a:prstGeom prst="rect">
            <a:avLst/>
          </a:prstGeom>
          <a:solidFill>
            <a:srgbClr val="A50908"/>
          </a:solidFill>
          <a:ln w="76200">
            <a:solidFill>
              <a:srgbClr val="A50908"/>
            </a:solidFill>
            <a:prstDash val="solid"/>
          </a:ln>
        </p:spPr>
        <p:txBody>
          <a:bodyPr/>
          <a:lstStyle/>
          <a:p>
            <a:endParaRPr lang="en-US"/>
          </a:p>
        </p:txBody>
      </p:sp>
      <p:sp>
        <p:nvSpPr>
          <p:cNvPr id="14" name="L1 SMS highlight">
            <a:extLst>
              <a:ext uri="{FF2B5EF4-FFF2-40B4-BE49-F238E27FC236}">
                <a16:creationId xmlns:a16="http://schemas.microsoft.com/office/drawing/2014/main" id="{A75B6955-FA28-BC88-145E-2251464E79EE}"/>
              </a:ext>
            </a:extLst>
          </p:cNvPr>
          <p:cNvSpPr>
            <a:spLocks noGrp="1"/>
          </p:cNvSpPr>
          <p:nvPr/>
        </p:nvSpPr>
        <p:spPr>
          <a:xfrm>
            <a:off x="6091510" y="3338517"/>
            <a:ext cx="524828" cy="302409"/>
          </a:xfrm>
          <a:prstGeom prst="rect">
            <a:avLst/>
          </a:prstGeom>
          <a:noFill/>
          <a:ln w="38100">
            <a:solidFill>
              <a:srgbClr val="A50908"/>
            </a:solidFill>
            <a:prstDash val="solid"/>
          </a:ln>
        </p:spPr>
        <p:txBody>
          <a:bodyPr/>
          <a:lstStyle/>
          <a:p>
            <a:endParaRPr lang="en-US"/>
          </a:p>
        </p:txBody>
      </p:sp>
    </p:spTree>
    <p:extLst>
      <p:ext uri="{BB962C8B-B14F-4D97-AF65-F5344CB8AC3E}">
        <p14:creationId xmlns:p14="http://schemas.microsoft.com/office/powerpoint/2010/main" val="2084209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700F-9BFB-E42E-C1EB-CB4F610CA093}"/>
            </a:ext>
          </a:extLst>
        </p:cNvPr>
        <p:cNvGrpSpPr/>
        <p:nvPr/>
      </p:nvGrpSpPr>
      <p:grpSpPr>
        <a:xfrm>
          <a:off x="0" y="0"/>
          <a:ext cx="0" cy="0"/>
          <a:chOff x="0" y="0"/>
          <a:chExt cx="0" cy="0"/>
        </a:xfrm>
      </p:grpSpPr>
      <p:sp>
        <p:nvSpPr>
          <p:cNvPr id="92" name="TextBox 91">
            <a:extLst>
              <a:ext uri="{FF2B5EF4-FFF2-40B4-BE49-F238E27FC236}">
                <a16:creationId xmlns:a16="http://schemas.microsoft.com/office/drawing/2014/main" id="{75FC4E25-1A60-9019-8F5B-E65931B4F9D5}"/>
              </a:ext>
            </a:extLst>
          </p:cNvPr>
          <p:cNvSpPr txBox="1"/>
          <p:nvPr/>
        </p:nvSpPr>
        <p:spPr>
          <a:xfrm>
            <a:off x="3761380" y="1880094"/>
            <a:ext cx="5243446" cy="400110"/>
          </a:xfrm>
          <a:prstGeom prst="rect">
            <a:avLst/>
          </a:prstGeom>
          <a:noFill/>
        </p:spPr>
        <p:txBody>
          <a:bodyPr wrap="square" rtlCol="0">
            <a:spAutoFit/>
          </a:bodyPr>
          <a:lstStyle/>
          <a:p>
            <a:r>
              <a:rPr lang="en-US" sz="2000" b="1" dirty="0">
                <a:solidFill>
                  <a:srgbClr val="A50908"/>
                </a:solidFill>
              </a:rPr>
              <a:t>First access identifies the context</a:t>
            </a:r>
          </a:p>
        </p:txBody>
      </p:sp>
      <p:sp>
        <p:nvSpPr>
          <p:cNvPr id="93" name="TextBox 92">
            <a:extLst>
              <a:ext uri="{FF2B5EF4-FFF2-40B4-BE49-F238E27FC236}">
                <a16:creationId xmlns:a16="http://schemas.microsoft.com/office/drawing/2014/main" id="{093F8159-CD97-4B59-89B3-60D05EEE45A7}"/>
              </a:ext>
            </a:extLst>
          </p:cNvPr>
          <p:cNvSpPr txBox="1"/>
          <p:nvPr/>
        </p:nvSpPr>
        <p:spPr>
          <a:xfrm>
            <a:off x="3761380" y="3086108"/>
            <a:ext cx="6156977" cy="400110"/>
          </a:xfrm>
          <a:prstGeom prst="rect">
            <a:avLst/>
          </a:prstGeom>
          <a:noFill/>
        </p:spPr>
        <p:txBody>
          <a:bodyPr wrap="square" rtlCol="0">
            <a:spAutoFit/>
          </a:bodyPr>
          <a:lstStyle/>
          <a:p>
            <a:r>
              <a:rPr lang="en-US" sz="2000" b="1" dirty="0"/>
              <a:t>First eviction completes the training</a:t>
            </a:r>
          </a:p>
        </p:txBody>
      </p:sp>
      <p:sp>
        <p:nvSpPr>
          <p:cNvPr id="25" name="TextBox 24">
            <a:extLst>
              <a:ext uri="{FF2B5EF4-FFF2-40B4-BE49-F238E27FC236}">
                <a16:creationId xmlns:a16="http://schemas.microsoft.com/office/drawing/2014/main" id="{24A319D5-A123-2B1B-F066-7E43FBA16F62}"/>
              </a:ext>
            </a:extLst>
          </p:cNvPr>
          <p:cNvSpPr txBox="1"/>
          <p:nvPr/>
        </p:nvSpPr>
        <p:spPr>
          <a:xfrm>
            <a:off x="-8627" y="1861123"/>
            <a:ext cx="1305674" cy="707886"/>
          </a:xfrm>
          <a:prstGeom prst="rect">
            <a:avLst/>
          </a:prstGeom>
          <a:noFill/>
        </p:spPr>
        <p:txBody>
          <a:bodyPr wrap="square" rtlCol="0">
            <a:spAutoFit/>
          </a:bodyPr>
          <a:lstStyle/>
          <a:p>
            <a:pPr algn="r"/>
            <a:r>
              <a:rPr lang="en-US" sz="2000" b="1" dirty="0">
                <a:solidFill>
                  <a:srgbClr val="A50908"/>
                </a:solidFill>
              </a:rPr>
              <a:t>Trigger</a:t>
            </a:r>
            <a:r>
              <a:rPr lang="zh-CN" altLang="en-US" sz="2000" b="1" dirty="0">
                <a:solidFill>
                  <a:srgbClr val="A50908"/>
                </a:solidFill>
              </a:rPr>
              <a:t> </a:t>
            </a:r>
            <a:r>
              <a:rPr lang="en-US" altLang="zh-CN" sz="2000" b="1" dirty="0">
                <a:solidFill>
                  <a:srgbClr val="A50908"/>
                </a:solidFill>
              </a:rPr>
              <a:t>PC1</a:t>
            </a:r>
            <a:endParaRPr lang="en-US" sz="2000" b="1" dirty="0">
              <a:solidFill>
                <a:srgbClr val="A50908"/>
              </a:solidFill>
            </a:endParaRPr>
          </a:p>
        </p:txBody>
      </p:sp>
      <p:sp>
        <p:nvSpPr>
          <p:cNvPr id="29" name="TextBox 28">
            <a:extLst>
              <a:ext uri="{FF2B5EF4-FFF2-40B4-BE49-F238E27FC236}">
                <a16:creationId xmlns:a16="http://schemas.microsoft.com/office/drawing/2014/main" id="{764F420F-26B6-72B7-2DAF-411920BAC168}"/>
              </a:ext>
            </a:extLst>
          </p:cNvPr>
          <p:cNvSpPr txBox="1"/>
          <p:nvPr/>
        </p:nvSpPr>
        <p:spPr>
          <a:xfrm>
            <a:off x="-687293" y="1867595"/>
            <a:ext cx="1972731" cy="400110"/>
          </a:xfrm>
          <a:prstGeom prst="rect">
            <a:avLst/>
          </a:prstGeom>
          <a:noFill/>
        </p:spPr>
        <p:txBody>
          <a:bodyPr wrap="square" rtlCol="0">
            <a:spAutoFit/>
          </a:bodyPr>
          <a:lstStyle/>
          <a:p>
            <a:pPr algn="r"/>
            <a:r>
              <a:rPr lang="en-US" sz="2000" b="1" dirty="0"/>
              <a:t>Eviction</a:t>
            </a:r>
          </a:p>
        </p:txBody>
      </p:sp>
      <p:sp>
        <p:nvSpPr>
          <p:cNvPr id="28" name="Rounded Rectangle 27">
            <a:extLst>
              <a:ext uri="{FF2B5EF4-FFF2-40B4-BE49-F238E27FC236}">
                <a16:creationId xmlns:a16="http://schemas.microsoft.com/office/drawing/2014/main" id="{8C059A99-60E7-C539-D2EF-327DDFC881C0}"/>
              </a:ext>
            </a:extLst>
          </p:cNvPr>
          <p:cNvSpPr>
            <a:spLocks noGrp="1"/>
          </p:cNvSpPr>
          <p:nvPr/>
        </p:nvSpPr>
        <p:spPr>
          <a:xfrm>
            <a:off x="1804392" y="1861073"/>
            <a:ext cx="360000" cy="360000"/>
          </a:xfrm>
          <a:prstGeom prst="roundRect">
            <a:avLst>
              <a:gd name="adj" fmla="val 11290"/>
            </a:avLst>
          </a:prstGeom>
          <a:solidFill>
            <a:srgbClr val="D9D9D9"/>
          </a:solidFill>
          <a:ln w="0">
            <a:noFill/>
          </a:ln>
        </p:spPr>
        <p:txBody>
          <a:bodyPr/>
          <a:lstStyle/>
          <a:p>
            <a:endParaRPr lang="en-US" dirty="0"/>
          </a:p>
        </p:txBody>
      </p:sp>
      <p:sp>
        <p:nvSpPr>
          <p:cNvPr id="4" name="Shape 2">
            <a:extLst>
              <a:ext uri="{FF2B5EF4-FFF2-40B4-BE49-F238E27FC236}">
                <a16:creationId xmlns:a16="http://schemas.microsoft.com/office/drawing/2014/main" id="{9A7E0532-055D-0CBA-5C56-C4D4271F6BE6}"/>
              </a:ext>
            </a:extLst>
          </p:cNvPr>
          <p:cNvSpPr>
            <a:spLocks noGrp="1"/>
          </p:cNvSpPr>
          <p:nvPr/>
        </p:nvSpPr>
        <p:spPr>
          <a:xfrm>
            <a:off x="497145" y="1266444"/>
            <a:ext cx="11155680" cy="0"/>
          </a:xfrm>
          <a:prstGeom prst="line">
            <a:avLst/>
          </a:prstGeom>
          <a:noFill/>
          <a:ln w="9525">
            <a:solidFill>
              <a:srgbClr val="D7D7D7"/>
            </a:solidFill>
            <a:prstDash val="solid"/>
          </a:ln>
        </p:spPr>
        <p:txBody>
          <a:bodyPr/>
          <a:lstStyle/>
          <a:p>
            <a:endParaRPr/>
          </a:p>
        </p:txBody>
      </p:sp>
      <p:sp>
        <p:nvSpPr>
          <p:cNvPr id="94" name="Oval 93">
            <a:extLst>
              <a:ext uri="{FF2B5EF4-FFF2-40B4-BE49-F238E27FC236}">
                <a16:creationId xmlns:a16="http://schemas.microsoft.com/office/drawing/2014/main" id="{B86D4B02-59F8-1DCF-6DA9-9E73D04C62DE}"/>
              </a:ext>
            </a:extLst>
          </p:cNvPr>
          <p:cNvSpPr/>
          <p:nvPr/>
        </p:nvSpPr>
        <p:spPr>
          <a:xfrm>
            <a:off x="3556670" y="2003256"/>
            <a:ext cx="144000" cy="144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C0F9BAD1-BF3A-B911-8176-FCE60445EE07}"/>
              </a:ext>
            </a:extLst>
          </p:cNvPr>
          <p:cNvSpPr/>
          <p:nvPr/>
        </p:nvSpPr>
        <p:spPr>
          <a:xfrm>
            <a:off x="3556670" y="3197977"/>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229496CC-FA01-BF74-75E2-B98679447ADF}"/>
              </a:ext>
            </a:extLst>
          </p:cNvPr>
          <p:cNvCxnSpPr>
            <a:cxnSpLocks/>
          </p:cNvCxnSpPr>
          <p:nvPr/>
        </p:nvCxnSpPr>
        <p:spPr>
          <a:xfrm>
            <a:off x="3628393" y="2221073"/>
            <a:ext cx="0" cy="914482"/>
          </a:xfrm>
          <a:prstGeom prst="line">
            <a:avLst/>
          </a:prstGeom>
          <a:ln w="38100">
            <a:solidFill>
              <a:srgbClr val="A50908"/>
            </a:solidFill>
          </a:ln>
        </p:spPr>
        <p:style>
          <a:lnRef idx="1">
            <a:schemeClr val="accent1"/>
          </a:lnRef>
          <a:fillRef idx="0">
            <a:schemeClr val="accent1"/>
          </a:fillRef>
          <a:effectRef idx="0">
            <a:schemeClr val="accent1"/>
          </a:effectRef>
          <a:fontRef idx="minor">
            <a:schemeClr val="tx1"/>
          </a:fontRef>
        </p:style>
      </p:cxnSp>
      <p:sp>
        <p:nvSpPr>
          <p:cNvPr id="99" name="Rounded Rectangle 98">
            <a:extLst>
              <a:ext uri="{FF2B5EF4-FFF2-40B4-BE49-F238E27FC236}">
                <a16:creationId xmlns:a16="http://schemas.microsoft.com/office/drawing/2014/main" id="{EF328ACC-AF31-649A-50A3-D59908A63F24}"/>
              </a:ext>
            </a:extLst>
          </p:cNvPr>
          <p:cNvSpPr>
            <a:spLocks noGrp="1"/>
          </p:cNvSpPr>
          <p:nvPr/>
        </p:nvSpPr>
        <p:spPr>
          <a:xfrm>
            <a:off x="4798692" y="2481057"/>
            <a:ext cx="360000" cy="360000"/>
          </a:xfrm>
          <a:prstGeom prst="roundRect">
            <a:avLst>
              <a:gd name="adj" fmla="val 11290"/>
            </a:avLst>
          </a:prstGeom>
          <a:solidFill>
            <a:srgbClr val="D9D9D9"/>
          </a:solidFill>
          <a:ln w="0">
            <a:noFill/>
          </a:ln>
        </p:spPr>
        <p:txBody>
          <a:bodyPr/>
          <a:lstStyle/>
          <a:p>
            <a:endParaRPr lang="en-US" dirty="0"/>
          </a:p>
        </p:txBody>
      </p:sp>
      <p:sp>
        <p:nvSpPr>
          <p:cNvPr id="104" name="TextBox 103">
            <a:extLst>
              <a:ext uri="{FF2B5EF4-FFF2-40B4-BE49-F238E27FC236}">
                <a16:creationId xmlns:a16="http://schemas.microsoft.com/office/drawing/2014/main" id="{DA43E85F-5B7F-AC82-0E47-4DAEE239F1CE}"/>
              </a:ext>
            </a:extLst>
          </p:cNvPr>
          <p:cNvSpPr txBox="1"/>
          <p:nvPr/>
        </p:nvSpPr>
        <p:spPr>
          <a:xfrm>
            <a:off x="3937535" y="2461002"/>
            <a:ext cx="804003" cy="400110"/>
          </a:xfrm>
          <a:prstGeom prst="rect">
            <a:avLst/>
          </a:prstGeom>
          <a:noFill/>
        </p:spPr>
        <p:txBody>
          <a:bodyPr wrap="square" rtlCol="0">
            <a:spAutoFit/>
          </a:bodyPr>
          <a:lstStyle/>
          <a:p>
            <a:pPr algn="ctr"/>
            <a:r>
              <a:rPr lang="en-US" sz="2000" b="1" dirty="0">
                <a:solidFill>
                  <a:srgbClr val="A50908"/>
                </a:solidFill>
              </a:rPr>
              <a:t>PC1:</a:t>
            </a:r>
          </a:p>
        </p:txBody>
      </p:sp>
      <p:sp>
        <p:nvSpPr>
          <p:cNvPr id="124" name="TextBox 123">
            <a:extLst>
              <a:ext uri="{FF2B5EF4-FFF2-40B4-BE49-F238E27FC236}">
                <a16:creationId xmlns:a16="http://schemas.microsoft.com/office/drawing/2014/main" id="{243A0EAD-8CD6-1B95-D844-7827B7B30DEC}"/>
              </a:ext>
            </a:extLst>
          </p:cNvPr>
          <p:cNvSpPr txBox="1"/>
          <p:nvPr/>
        </p:nvSpPr>
        <p:spPr>
          <a:xfrm>
            <a:off x="6266502" y="3285065"/>
            <a:ext cx="6082932" cy="707886"/>
          </a:xfrm>
          <a:prstGeom prst="rect">
            <a:avLst/>
          </a:prstGeom>
          <a:noFill/>
        </p:spPr>
        <p:txBody>
          <a:bodyPr wrap="square" rtlCol="0">
            <a:spAutoFit/>
          </a:bodyPr>
          <a:lstStyle/>
          <a:p>
            <a:r>
              <a:rPr lang="en-US" sz="2000" b="1" dirty="0"/>
              <a:t>Prefetch </a:t>
            </a:r>
          </a:p>
          <a:p>
            <a:r>
              <a:rPr lang="en-US" sz="2000" b="1" dirty="0"/>
              <a:t>B+</a:t>
            </a:r>
            <a:r>
              <a:rPr lang="en-US" altLang="zh-CN" sz="2000" b="1" dirty="0"/>
              <a:t>1</a:t>
            </a:r>
            <a:r>
              <a:rPr lang="en-US" sz="2000" b="1" dirty="0"/>
              <a:t> B+</a:t>
            </a:r>
            <a:r>
              <a:rPr lang="en-US" altLang="zh-CN" sz="2000" b="1" dirty="0"/>
              <a:t>3</a:t>
            </a:r>
            <a:r>
              <a:rPr lang="en-US" sz="2000" b="1" dirty="0"/>
              <a:t> B+</a:t>
            </a:r>
            <a:r>
              <a:rPr lang="en-US" altLang="zh-CN" sz="2000" b="1" dirty="0"/>
              <a:t>5</a:t>
            </a:r>
            <a:r>
              <a:rPr lang="zh-CN" altLang="en-US" sz="2000" b="1" dirty="0"/>
              <a:t> </a:t>
            </a:r>
            <a:r>
              <a:rPr lang="en-US" altLang="zh-CN" sz="2000" b="1" dirty="0"/>
              <a:t>B+7</a:t>
            </a:r>
            <a:r>
              <a:rPr lang="zh-CN" altLang="en-US" sz="2000" b="1" dirty="0"/>
              <a:t> </a:t>
            </a:r>
            <a:r>
              <a:rPr lang="en-US" altLang="zh-CN" sz="2000" b="1" dirty="0"/>
              <a:t>B+8 B+9 B+11 B+12 B+13</a:t>
            </a:r>
            <a:endParaRPr lang="en-US" sz="2000" b="1" dirty="0"/>
          </a:p>
        </p:txBody>
      </p:sp>
      <p:sp>
        <p:nvSpPr>
          <p:cNvPr id="126" name="TextBox 125">
            <a:extLst>
              <a:ext uri="{FF2B5EF4-FFF2-40B4-BE49-F238E27FC236}">
                <a16:creationId xmlns:a16="http://schemas.microsoft.com/office/drawing/2014/main" id="{F04363CB-2824-4FD5-77A2-D193091272BC}"/>
              </a:ext>
            </a:extLst>
          </p:cNvPr>
          <p:cNvSpPr txBox="1"/>
          <p:nvPr/>
        </p:nvSpPr>
        <p:spPr>
          <a:xfrm>
            <a:off x="4795390" y="2783958"/>
            <a:ext cx="360000" cy="276999"/>
          </a:xfrm>
          <a:prstGeom prst="rect">
            <a:avLst/>
          </a:prstGeom>
          <a:noFill/>
        </p:spPr>
        <p:txBody>
          <a:bodyPr wrap="square" rtlCol="0">
            <a:spAutoFit/>
          </a:bodyPr>
          <a:lstStyle/>
          <a:p>
            <a:pPr algn="ctr"/>
            <a:r>
              <a:rPr lang="en-US" sz="1200" b="1" dirty="0"/>
              <a:t>+</a:t>
            </a:r>
            <a:r>
              <a:rPr lang="en-US" altLang="zh-CN" sz="1200" b="1" dirty="0"/>
              <a:t>1</a:t>
            </a:r>
            <a:endParaRPr lang="en-US" sz="1200" b="1" dirty="0"/>
          </a:p>
        </p:txBody>
      </p:sp>
      <p:sp>
        <p:nvSpPr>
          <p:cNvPr id="127" name="TextBox 126">
            <a:extLst>
              <a:ext uri="{FF2B5EF4-FFF2-40B4-BE49-F238E27FC236}">
                <a16:creationId xmlns:a16="http://schemas.microsoft.com/office/drawing/2014/main" id="{87482166-7819-5277-EC8D-4218718ED916}"/>
              </a:ext>
            </a:extLst>
          </p:cNvPr>
          <p:cNvSpPr txBox="1"/>
          <p:nvPr/>
        </p:nvSpPr>
        <p:spPr>
          <a:xfrm>
            <a:off x="5209242" y="2783958"/>
            <a:ext cx="360000" cy="276999"/>
          </a:xfrm>
          <a:prstGeom prst="rect">
            <a:avLst/>
          </a:prstGeom>
          <a:noFill/>
        </p:spPr>
        <p:txBody>
          <a:bodyPr wrap="square" rtlCol="0">
            <a:spAutoFit/>
          </a:bodyPr>
          <a:lstStyle/>
          <a:p>
            <a:pPr algn="ctr"/>
            <a:r>
              <a:rPr lang="en-US" sz="1200" b="1" dirty="0"/>
              <a:t>+</a:t>
            </a:r>
            <a:r>
              <a:rPr lang="en-US" altLang="zh-CN" sz="1200" b="1" dirty="0"/>
              <a:t>2</a:t>
            </a:r>
            <a:endParaRPr lang="en-US" sz="1200" b="1" dirty="0"/>
          </a:p>
        </p:txBody>
      </p:sp>
      <p:sp>
        <p:nvSpPr>
          <p:cNvPr id="128" name="TextBox 127">
            <a:extLst>
              <a:ext uri="{FF2B5EF4-FFF2-40B4-BE49-F238E27FC236}">
                <a16:creationId xmlns:a16="http://schemas.microsoft.com/office/drawing/2014/main" id="{4A60BAE6-EEE2-C5E1-675A-39D990DCE6DB}"/>
              </a:ext>
            </a:extLst>
          </p:cNvPr>
          <p:cNvSpPr txBox="1"/>
          <p:nvPr/>
        </p:nvSpPr>
        <p:spPr>
          <a:xfrm>
            <a:off x="5619539" y="2783958"/>
            <a:ext cx="360000" cy="276999"/>
          </a:xfrm>
          <a:prstGeom prst="rect">
            <a:avLst/>
          </a:prstGeom>
          <a:noFill/>
        </p:spPr>
        <p:txBody>
          <a:bodyPr wrap="square" rtlCol="0">
            <a:spAutoFit/>
          </a:bodyPr>
          <a:lstStyle/>
          <a:p>
            <a:pPr algn="ctr"/>
            <a:r>
              <a:rPr lang="en-US" sz="1200" b="1" dirty="0"/>
              <a:t>+</a:t>
            </a:r>
            <a:r>
              <a:rPr lang="en-US" altLang="zh-CN" sz="1200" b="1" dirty="0"/>
              <a:t>3</a:t>
            </a:r>
            <a:endParaRPr lang="en-US" sz="1200" b="1" dirty="0"/>
          </a:p>
        </p:txBody>
      </p:sp>
      <p:sp>
        <p:nvSpPr>
          <p:cNvPr id="129" name="TextBox 128">
            <a:extLst>
              <a:ext uri="{FF2B5EF4-FFF2-40B4-BE49-F238E27FC236}">
                <a16:creationId xmlns:a16="http://schemas.microsoft.com/office/drawing/2014/main" id="{5D453B8B-4907-A5DD-7AED-47CE121C333F}"/>
              </a:ext>
            </a:extLst>
          </p:cNvPr>
          <p:cNvSpPr txBox="1"/>
          <p:nvPr/>
        </p:nvSpPr>
        <p:spPr>
          <a:xfrm>
            <a:off x="6033391" y="2783958"/>
            <a:ext cx="360000" cy="276999"/>
          </a:xfrm>
          <a:prstGeom prst="rect">
            <a:avLst/>
          </a:prstGeom>
          <a:noFill/>
        </p:spPr>
        <p:txBody>
          <a:bodyPr wrap="square" rtlCol="0">
            <a:spAutoFit/>
          </a:bodyPr>
          <a:lstStyle/>
          <a:p>
            <a:pPr algn="ctr"/>
            <a:r>
              <a:rPr lang="en-US" sz="1200" b="1" dirty="0"/>
              <a:t>+</a:t>
            </a:r>
            <a:r>
              <a:rPr lang="en-US" altLang="zh-CN" sz="1200" b="1" dirty="0"/>
              <a:t>4</a:t>
            </a:r>
            <a:endParaRPr lang="en-US" sz="1200" b="1" dirty="0"/>
          </a:p>
        </p:txBody>
      </p:sp>
      <p:sp>
        <p:nvSpPr>
          <p:cNvPr id="2" name="Text 0">
            <a:extLst>
              <a:ext uri="{FF2B5EF4-FFF2-40B4-BE49-F238E27FC236}">
                <a16:creationId xmlns:a16="http://schemas.microsoft.com/office/drawing/2014/main" id="{75033BB9-40DA-871D-6BCF-3189ED6B158C}"/>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ea typeface="Aptos Display" pitchFamily="34" charset="-122"/>
                <a:cs typeface="Aptos Display" pitchFamily="34" charset="-120"/>
              </a:rPr>
              <a:t>SMS: </a:t>
            </a:r>
            <a:r>
              <a:rPr lang="en-GB" sz="3200" b="1" dirty="0">
                <a:solidFill>
                  <a:srgbClr val="A50908"/>
                </a:solidFill>
              </a:rPr>
              <a:t>exploiting spatial correlation across fix-sized regions</a:t>
            </a:r>
            <a:endParaRPr lang="en-US" sz="3200" b="1" dirty="0">
              <a:solidFill>
                <a:srgbClr val="A50908"/>
              </a:solidFill>
            </a:endParaRPr>
          </a:p>
        </p:txBody>
      </p:sp>
      <p:sp>
        <p:nvSpPr>
          <p:cNvPr id="6" name="Rounded Rectangle 5">
            <a:extLst>
              <a:ext uri="{FF2B5EF4-FFF2-40B4-BE49-F238E27FC236}">
                <a16:creationId xmlns:a16="http://schemas.microsoft.com/office/drawing/2014/main" id="{F50832CB-2F13-1A78-F58F-C57DAC593D8F}"/>
              </a:ext>
            </a:extLst>
          </p:cNvPr>
          <p:cNvSpPr>
            <a:spLocks noGrp="1"/>
          </p:cNvSpPr>
          <p:nvPr/>
        </p:nvSpPr>
        <p:spPr>
          <a:xfrm>
            <a:off x="1800681" y="1864287"/>
            <a:ext cx="360000" cy="360000"/>
          </a:xfrm>
          <a:prstGeom prst="roundRect">
            <a:avLst>
              <a:gd name="adj" fmla="val 11290"/>
            </a:avLst>
          </a:prstGeom>
          <a:solidFill>
            <a:srgbClr val="D9D9D9"/>
          </a:solidFill>
          <a:ln w="0">
            <a:noFill/>
          </a:ln>
        </p:spPr>
        <p:txBody>
          <a:bodyPr/>
          <a:lstStyle/>
          <a:p>
            <a:endParaRPr lang="en-US" dirty="0"/>
          </a:p>
        </p:txBody>
      </p:sp>
      <p:sp>
        <p:nvSpPr>
          <p:cNvPr id="7" name="Rounded Rectangle 6">
            <a:extLst>
              <a:ext uri="{FF2B5EF4-FFF2-40B4-BE49-F238E27FC236}">
                <a16:creationId xmlns:a16="http://schemas.microsoft.com/office/drawing/2014/main" id="{6E8ABBCE-C796-AAEF-249C-4310C53636EF}"/>
              </a:ext>
            </a:extLst>
          </p:cNvPr>
          <p:cNvSpPr>
            <a:spLocks noGrp="1"/>
          </p:cNvSpPr>
          <p:nvPr/>
        </p:nvSpPr>
        <p:spPr>
          <a:xfrm>
            <a:off x="2211231" y="1864287"/>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8" name="Rounded Rectangle 7">
            <a:extLst>
              <a:ext uri="{FF2B5EF4-FFF2-40B4-BE49-F238E27FC236}">
                <a16:creationId xmlns:a16="http://schemas.microsoft.com/office/drawing/2014/main" id="{333DC571-2271-6B8A-09F4-3FAA17E5E15E}"/>
              </a:ext>
            </a:extLst>
          </p:cNvPr>
          <p:cNvSpPr>
            <a:spLocks noGrp="1"/>
          </p:cNvSpPr>
          <p:nvPr/>
        </p:nvSpPr>
        <p:spPr>
          <a:xfrm>
            <a:off x="2621781" y="1864287"/>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9" name="Rounded Rectangle 8">
            <a:extLst>
              <a:ext uri="{FF2B5EF4-FFF2-40B4-BE49-F238E27FC236}">
                <a16:creationId xmlns:a16="http://schemas.microsoft.com/office/drawing/2014/main" id="{A9B4C145-CA9A-B51E-8C7A-7432B70A0EB1}"/>
              </a:ext>
            </a:extLst>
          </p:cNvPr>
          <p:cNvSpPr>
            <a:spLocks noGrp="1"/>
          </p:cNvSpPr>
          <p:nvPr/>
        </p:nvSpPr>
        <p:spPr>
          <a:xfrm>
            <a:off x="3025092" y="1864287"/>
            <a:ext cx="360000" cy="360000"/>
          </a:xfrm>
          <a:prstGeom prst="roundRect">
            <a:avLst>
              <a:gd name="adj" fmla="val 11290"/>
            </a:avLst>
          </a:prstGeom>
          <a:solidFill>
            <a:srgbClr val="D9D9D9"/>
          </a:solidFill>
          <a:ln w="0">
            <a:noFill/>
          </a:ln>
        </p:spPr>
        <p:txBody>
          <a:bodyPr/>
          <a:lstStyle/>
          <a:p>
            <a:endParaRPr lang="en-US" dirty="0"/>
          </a:p>
        </p:txBody>
      </p:sp>
      <p:sp>
        <p:nvSpPr>
          <p:cNvPr id="10" name="Rounded Rectangle 9">
            <a:extLst>
              <a:ext uri="{FF2B5EF4-FFF2-40B4-BE49-F238E27FC236}">
                <a16:creationId xmlns:a16="http://schemas.microsoft.com/office/drawing/2014/main" id="{86FC4669-F914-26E6-5A2F-21267023098B}"/>
              </a:ext>
            </a:extLst>
          </p:cNvPr>
          <p:cNvSpPr>
            <a:spLocks noGrp="1"/>
          </p:cNvSpPr>
          <p:nvPr/>
        </p:nvSpPr>
        <p:spPr>
          <a:xfrm>
            <a:off x="1800681" y="2298650"/>
            <a:ext cx="360000" cy="360000"/>
          </a:xfrm>
          <a:prstGeom prst="roundRect">
            <a:avLst>
              <a:gd name="adj" fmla="val 11290"/>
            </a:avLst>
          </a:prstGeom>
          <a:solidFill>
            <a:srgbClr val="D9D9D9"/>
          </a:solidFill>
          <a:ln w="0">
            <a:noFill/>
          </a:ln>
        </p:spPr>
        <p:txBody>
          <a:bodyPr/>
          <a:lstStyle/>
          <a:p>
            <a:endParaRPr lang="en-US" dirty="0"/>
          </a:p>
        </p:txBody>
      </p:sp>
      <p:sp>
        <p:nvSpPr>
          <p:cNvPr id="12" name="Rounded Rectangle 11">
            <a:extLst>
              <a:ext uri="{FF2B5EF4-FFF2-40B4-BE49-F238E27FC236}">
                <a16:creationId xmlns:a16="http://schemas.microsoft.com/office/drawing/2014/main" id="{C3A40DC2-D9F3-0080-E8E3-87AF1B6D377D}"/>
              </a:ext>
            </a:extLst>
          </p:cNvPr>
          <p:cNvSpPr>
            <a:spLocks noGrp="1"/>
          </p:cNvSpPr>
          <p:nvPr/>
        </p:nvSpPr>
        <p:spPr>
          <a:xfrm>
            <a:off x="2211231" y="2298650"/>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13" name="Rounded Rectangle 12">
            <a:extLst>
              <a:ext uri="{FF2B5EF4-FFF2-40B4-BE49-F238E27FC236}">
                <a16:creationId xmlns:a16="http://schemas.microsoft.com/office/drawing/2014/main" id="{5090C6FF-FE61-1BAC-47D6-BBB13E009FE5}"/>
              </a:ext>
            </a:extLst>
          </p:cNvPr>
          <p:cNvSpPr>
            <a:spLocks noGrp="1"/>
          </p:cNvSpPr>
          <p:nvPr/>
        </p:nvSpPr>
        <p:spPr>
          <a:xfrm>
            <a:off x="2621781" y="2298650"/>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14" name="Rounded Rectangle 13">
            <a:extLst>
              <a:ext uri="{FF2B5EF4-FFF2-40B4-BE49-F238E27FC236}">
                <a16:creationId xmlns:a16="http://schemas.microsoft.com/office/drawing/2014/main" id="{4A037932-DE8E-4B02-1CC5-30BFCAEBCF27}"/>
              </a:ext>
            </a:extLst>
          </p:cNvPr>
          <p:cNvSpPr>
            <a:spLocks noGrp="1"/>
          </p:cNvSpPr>
          <p:nvPr/>
        </p:nvSpPr>
        <p:spPr>
          <a:xfrm>
            <a:off x="3025092" y="2298650"/>
            <a:ext cx="360000" cy="360000"/>
          </a:xfrm>
          <a:prstGeom prst="roundRect">
            <a:avLst>
              <a:gd name="adj" fmla="val 11290"/>
            </a:avLst>
          </a:prstGeom>
          <a:solidFill>
            <a:srgbClr val="D9D9D9"/>
          </a:solidFill>
          <a:ln w="0">
            <a:noFill/>
          </a:ln>
        </p:spPr>
        <p:txBody>
          <a:bodyPr/>
          <a:lstStyle/>
          <a:p>
            <a:endParaRPr lang="en-US" dirty="0"/>
          </a:p>
        </p:txBody>
      </p:sp>
      <p:sp>
        <p:nvSpPr>
          <p:cNvPr id="15" name="Rounded Rectangle 14">
            <a:extLst>
              <a:ext uri="{FF2B5EF4-FFF2-40B4-BE49-F238E27FC236}">
                <a16:creationId xmlns:a16="http://schemas.microsoft.com/office/drawing/2014/main" id="{4CDFF43A-4A61-5EA8-B5CA-A09BE85D6F7B}"/>
              </a:ext>
            </a:extLst>
          </p:cNvPr>
          <p:cNvSpPr>
            <a:spLocks noGrp="1"/>
          </p:cNvSpPr>
          <p:nvPr/>
        </p:nvSpPr>
        <p:spPr>
          <a:xfrm>
            <a:off x="1810441" y="2727614"/>
            <a:ext cx="360000" cy="360000"/>
          </a:xfrm>
          <a:prstGeom prst="roundRect">
            <a:avLst>
              <a:gd name="adj" fmla="val 11290"/>
            </a:avLst>
          </a:prstGeom>
          <a:solidFill>
            <a:srgbClr val="D9D9D9"/>
          </a:solidFill>
          <a:ln w="0">
            <a:noFill/>
          </a:ln>
        </p:spPr>
        <p:txBody>
          <a:bodyPr/>
          <a:lstStyle/>
          <a:p>
            <a:endParaRPr lang="en-US" dirty="0"/>
          </a:p>
        </p:txBody>
      </p:sp>
      <p:sp>
        <p:nvSpPr>
          <p:cNvPr id="16" name="Rounded Rectangle 15">
            <a:extLst>
              <a:ext uri="{FF2B5EF4-FFF2-40B4-BE49-F238E27FC236}">
                <a16:creationId xmlns:a16="http://schemas.microsoft.com/office/drawing/2014/main" id="{F35B819B-7325-70A0-CF0A-752B9F941B25}"/>
              </a:ext>
            </a:extLst>
          </p:cNvPr>
          <p:cNvSpPr>
            <a:spLocks noGrp="1"/>
          </p:cNvSpPr>
          <p:nvPr/>
        </p:nvSpPr>
        <p:spPr>
          <a:xfrm>
            <a:off x="2220991" y="2727614"/>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17" name="Rounded Rectangle 16">
            <a:extLst>
              <a:ext uri="{FF2B5EF4-FFF2-40B4-BE49-F238E27FC236}">
                <a16:creationId xmlns:a16="http://schemas.microsoft.com/office/drawing/2014/main" id="{745B919C-772A-D19E-0C9A-7765082A1D46}"/>
              </a:ext>
            </a:extLst>
          </p:cNvPr>
          <p:cNvSpPr>
            <a:spLocks noGrp="1"/>
          </p:cNvSpPr>
          <p:nvPr/>
        </p:nvSpPr>
        <p:spPr>
          <a:xfrm>
            <a:off x="2631541" y="2727614"/>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18" name="Rounded Rectangle 17">
            <a:extLst>
              <a:ext uri="{FF2B5EF4-FFF2-40B4-BE49-F238E27FC236}">
                <a16:creationId xmlns:a16="http://schemas.microsoft.com/office/drawing/2014/main" id="{8AC8CFDB-86F1-EACD-909D-64BEBEC6227A}"/>
              </a:ext>
            </a:extLst>
          </p:cNvPr>
          <p:cNvSpPr>
            <a:spLocks noGrp="1"/>
          </p:cNvSpPr>
          <p:nvPr/>
        </p:nvSpPr>
        <p:spPr>
          <a:xfrm>
            <a:off x="3034852" y="2727614"/>
            <a:ext cx="360000" cy="360000"/>
          </a:xfrm>
          <a:prstGeom prst="roundRect">
            <a:avLst>
              <a:gd name="adj" fmla="val 11290"/>
            </a:avLst>
          </a:prstGeom>
          <a:solidFill>
            <a:srgbClr val="D9D9D9"/>
          </a:solidFill>
          <a:ln w="0">
            <a:noFill/>
          </a:ln>
        </p:spPr>
        <p:txBody>
          <a:bodyPr/>
          <a:lstStyle/>
          <a:p>
            <a:endParaRPr lang="en-US" dirty="0"/>
          </a:p>
        </p:txBody>
      </p:sp>
      <p:sp>
        <p:nvSpPr>
          <p:cNvPr id="19" name="Rounded Rectangle 18">
            <a:extLst>
              <a:ext uri="{FF2B5EF4-FFF2-40B4-BE49-F238E27FC236}">
                <a16:creationId xmlns:a16="http://schemas.microsoft.com/office/drawing/2014/main" id="{5D300845-1741-B999-187E-1C2DFD8DCD9C}"/>
              </a:ext>
            </a:extLst>
          </p:cNvPr>
          <p:cNvSpPr>
            <a:spLocks noGrp="1"/>
          </p:cNvSpPr>
          <p:nvPr/>
        </p:nvSpPr>
        <p:spPr>
          <a:xfrm>
            <a:off x="1810441" y="3161977"/>
            <a:ext cx="360000" cy="360000"/>
          </a:xfrm>
          <a:prstGeom prst="roundRect">
            <a:avLst>
              <a:gd name="adj" fmla="val 11290"/>
            </a:avLst>
          </a:prstGeom>
          <a:solidFill>
            <a:srgbClr val="D9D9D9"/>
          </a:solidFill>
          <a:ln w="0">
            <a:noFill/>
          </a:ln>
        </p:spPr>
        <p:txBody>
          <a:bodyPr/>
          <a:lstStyle/>
          <a:p>
            <a:endParaRPr lang="en-US" dirty="0"/>
          </a:p>
        </p:txBody>
      </p:sp>
      <p:sp>
        <p:nvSpPr>
          <p:cNvPr id="20" name="Rounded Rectangle 19">
            <a:extLst>
              <a:ext uri="{FF2B5EF4-FFF2-40B4-BE49-F238E27FC236}">
                <a16:creationId xmlns:a16="http://schemas.microsoft.com/office/drawing/2014/main" id="{8CFF7A62-F583-8123-1F1B-E182FB527E77}"/>
              </a:ext>
            </a:extLst>
          </p:cNvPr>
          <p:cNvSpPr>
            <a:spLocks noGrp="1"/>
          </p:cNvSpPr>
          <p:nvPr/>
        </p:nvSpPr>
        <p:spPr>
          <a:xfrm>
            <a:off x="2220991" y="3161977"/>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1" name="Rounded Rectangle 20">
            <a:extLst>
              <a:ext uri="{FF2B5EF4-FFF2-40B4-BE49-F238E27FC236}">
                <a16:creationId xmlns:a16="http://schemas.microsoft.com/office/drawing/2014/main" id="{C12CF5C5-1D03-4E31-4429-0A922AF75AD1}"/>
              </a:ext>
            </a:extLst>
          </p:cNvPr>
          <p:cNvSpPr>
            <a:spLocks noGrp="1"/>
          </p:cNvSpPr>
          <p:nvPr/>
        </p:nvSpPr>
        <p:spPr>
          <a:xfrm>
            <a:off x="2631541" y="3161977"/>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 name="Rounded Rectangle 21">
            <a:extLst>
              <a:ext uri="{FF2B5EF4-FFF2-40B4-BE49-F238E27FC236}">
                <a16:creationId xmlns:a16="http://schemas.microsoft.com/office/drawing/2014/main" id="{96E2D047-1085-42DD-F98E-975108AADA25}"/>
              </a:ext>
            </a:extLst>
          </p:cNvPr>
          <p:cNvSpPr>
            <a:spLocks noGrp="1"/>
          </p:cNvSpPr>
          <p:nvPr/>
        </p:nvSpPr>
        <p:spPr>
          <a:xfrm>
            <a:off x="3034852" y="3161977"/>
            <a:ext cx="360000" cy="360000"/>
          </a:xfrm>
          <a:prstGeom prst="roundRect">
            <a:avLst>
              <a:gd name="adj" fmla="val 11290"/>
            </a:avLst>
          </a:prstGeom>
          <a:solidFill>
            <a:srgbClr val="D9D9D9"/>
          </a:solidFill>
          <a:ln w="0">
            <a:noFill/>
          </a:ln>
        </p:spPr>
        <p:txBody>
          <a:bodyPr/>
          <a:lstStyle/>
          <a:p>
            <a:endParaRPr lang="en-US" dirty="0"/>
          </a:p>
        </p:txBody>
      </p:sp>
      <p:sp>
        <p:nvSpPr>
          <p:cNvPr id="26" name="Right Arrow 25">
            <a:extLst>
              <a:ext uri="{FF2B5EF4-FFF2-40B4-BE49-F238E27FC236}">
                <a16:creationId xmlns:a16="http://schemas.microsoft.com/office/drawing/2014/main" id="{2409F022-751A-EB48-76F1-90801D219B21}"/>
              </a:ext>
            </a:extLst>
          </p:cNvPr>
          <p:cNvSpPr/>
          <p:nvPr/>
        </p:nvSpPr>
        <p:spPr>
          <a:xfrm>
            <a:off x="1297047" y="1978795"/>
            <a:ext cx="296392" cy="176574"/>
          </a:xfrm>
          <a:prstGeom prst="rightArrow">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F0B2667-FC68-029D-6D58-1FAF3434015A}"/>
              </a:ext>
            </a:extLst>
          </p:cNvPr>
          <p:cNvSpPr txBox="1"/>
          <p:nvPr/>
        </p:nvSpPr>
        <p:spPr>
          <a:xfrm>
            <a:off x="197482" y="1460941"/>
            <a:ext cx="1959117" cy="400110"/>
          </a:xfrm>
          <a:prstGeom prst="rect">
            <a:avLst/>
          </a:prstGeom>
          <a:noFill/>
        </p:spPr>
        <p:txBody>
          <a:bodyPr wrap="square" rtlCol="0">
            <a:spAutoFit/>
          </a:bodyPr>
          <a:lstStyle/>
          <a:p>
            <a:pPr algn="ctr"/>
            <a:r>
              <a:rPr lang="en-US" sz="2000" b="1" dirty="0"/>
              <a:t>Region A</a:t>
            </a:r>
          </a:p>
        </p:txBody>
      </p:sp>
      <p:sp>
        <p:nvSpPr>
          <p:cNvPr id="30" name="Right Arrow 29">
            <a:extLst>
              <a:ext uri="{FF2B5EF4-FFF2-40B4-BE49-F238E27FC236}">
                <a16:creationId xmlns:a16="http://schemas.microsoft.com/office/drawing/2014/main" id="{3541805C-F40D-5C76-3738-FFB13B59E144}"/>
              </a:ext>
            </a:extLst>
          </p:cNvPr>
          <p:cNvSpPr/>
          <p:nvPr/>
        </p:nvSpPr>
        <p:spPr>
          <a:xfrm>
            <a:off x="1296048" y="1976221"/>
            <a:ext cx="296392" cy="176574"/>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6DABE310-1D42-B4E6-6F87-65490F2DE4BC}"/>
              </a:ext>
            </a:extLst>
          </p:cNvPr>
          <p:cNvSpPr>
            <a:spLocks noGrp="1"/>
          </p:cNvSpPr>
          <p:nvPr/>
        </p:nvSpPr>
        <p:spPr>
          <a:xfrm>
            <a:off x="5209242" y="2479447"/>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33" name="Rounded Rectangle 32">
            <a:extLst>
              <a:ext uri="{FF2B5EF4-FFF2-40B4-BE49-F238E27FC236}">
                <a16:creationId xmlns:a16="http://schemas.microsoft.com/office/drawing/2014/main" id="{5814DCCF-0675-4E88-2F41-33E07A23E8EB}"/>
              </a:ext>
            </a:extLst>
          </p:cNvPr>
          <p:cNvSpPr>
            <a:spLocks noGrp="1"/>
          </p:cNvSpPr>
          <p:nvPr/>
        </p:nvSpPr>
        <p:spPr>
          <a:xfrm>
            <a:off x="5619792" y="2479447"/>
            <a:ext cx="360000" cy="360000"/>
          </a:xfrm>
          <a:prstGeom prst="roundRect">
            <a:avLst>
              <a:gd name="adj" fmla="val 11290"/>
            </a:avLst>
          </a:prstGeom>
          <a:solidFill>
            <a:srgbClr val="D9D9D9"/>
          </a:solidFill>
          <a:ln w="0">
            <a:noFill/>
          </a:ln>
        </p:spPr>
        <p:txBody>
          <a:bodyPr/>
          <a:lstStyle/>
          <a:p>
            <a:endParaRPr lang="en-US"/>
          </a:p>
        </p:txBody>
      </p:sp>
      <p:sp>
        <p:nvSpPr>
          <p:cNvPr id="34" name="Rounded Rectangle 33">
            <a:extLst>
              <a:ext uri="{FF2B5EF4-FFF2-40B4-BE49-F238E27FC236}">
                <a16:creationId xmlns:a16="http://schemas.microsoft.com/office/drawing/2014/main" id="{F9E0D9F2-2151-3739-CA01-D483FB0E74BF}"/>
              </a:ext>
            </a:extLst>
          </p:cNvPr>
          <p:cNvSpPr>
            <a:spLocks noGrp="1"/>
          </p:cNvSpPr>
          <p:nvPr/>
        </p:nvSpPr>
        <p:spPr>
          <a:xfrm>
            <a:off x="6023103" y="2475934"/>
            <a:ext cx="360000" cy="360000"/>
          </a:xfrm>
          <a:prstGeom prst="roundRect">
            <a:avLst>
              <a:gd name="adj" fmla="val 11290"/>
            </a:avLst>
          </a:prstGeom>
          <a:solidFill>
            <a:srgbClr val="D9D9D9"/>
          </a:solidFill>
          <a:ln w="0">
            <a:noFill/>
          </a:ln>
        </p:spPr>
        <p:txBody>
          <a:bodyPr/>
          <a:lstStyle/>
          <a:p>
            <a:endParaRPr lang="en-US">
              <a:solidFill>
                <a:schemeClr val="bg1">
                  <a:lumMod val="75000"/>
                </a:schemeClr>
              </a:solidFill>
            </a:endParaRPr>
          </a:p>
        </p:txBody>
      </p:sp>
      <p:sp>
        <p:nvSpPr>
          <p:cNvPr id="35" name="Rounded Rectangle 34">
            <a:extLst>
              <a:ext uri="{FF2B5EF4-FFF2-40B4-BE49-F238E27FC236}">
                <a16:creationId xmlns:a16="http://schemas.microsoft.com/office/drawing/2014/main" id="{AFDE02F6-386C-37AB-2168-FAD9E3EB28DB}"/>
              </a:ext>
            </a:extLst>
          </p:cNvPr>
          <p:cNvSpPr>
            <a:spLocks noGrp="1"/>
          </p:cNvSpPr>
          <p:nvPr/>
        </p:nvSpPr>
        <p:spPr>
          <a:xfrm>
            <a:off x="6647517" y="2478650"/>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36" name="Rounded Rectangle 35">
            <a:extLst>
              <a:ext uri="{FF2B5EF4-FFF2-40B4-BE49-F238E27FC236}">
                <a16:creationId xmlns:a16="http://schemas.microsoft.com/office/drawing/2014/main" id="{2D04CD3A-F07A-5440-B108-E22E615DAA2B}"/>
              </a:ext>
            </a:extLst>
          </p:cNvPr>
          <p:cNvSpPr>
            <a:spLocks noGrp="1"/>
          </p:cNvSpPr>
          <p:nvPr/>
        </p:nvSpPr>
        <p:spPr>
          <a:xfrm>
            <a:off x="7058067" y="2478650"/>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37" name="Rounded Rectangle 36">
            <a:extLst>
              <a:ext uri="{FF2B5EF4-FFF2-40B4-BE49-F238E27FC236}">
                <a16:creationId xmlns:a16="http://schemas.microsoft.com/office/drawing/2014/main" id="{FE18A0ED-A15F-C48C-B626-9A73486FB44A}"/>
              </a:ext>
            </a:extLst>
          </p:cNvPr>
          <p:cNvSpPr>
            <a:spLocks noGrp="1"/>
          </p:cNvSpPr>
          <p:nvPr/>
        </p:nvSpPr>
        <p:spPr>
          <a:xfrm>
            <a:off x="7468617" y="2478650"/>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38" name="Rounded Rectangle 37">
            <a:extLst>
              <a:ext uri="{FF2B5EF4-FFF2-40B4-BE49-F238E27FC236}">
                <a16:creationId xmlns:a16="http://schemas.microsoft.com/office/drawing/2014/main" id="{9385D095-3B38-7175-2187-F44EBCB36461}"/>
              </a:ext>
            </a:extLst>
          </p:cNvPr>
          <p:cNvSpPr>
            <a:spLocks noGrp="1"/>
          </p:cNvSpPr>
          <p:nvPr/>
        </p:nvSpPr>
        <p:spPr>
          <a:xfrm>
            <a:off x="7871928" y="2478650"/>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39" name="Rounded Rectangle 38">
            <a:extLst>
              <a:ext uri="{FF2B5EF4-FFF2-40B4-BE49-F238E27FC236}">
                <a16:creationId xmlns:a16="http://schemas.microsoft.com/office/drawing/2014/main" id="{C37DC3B1-F8DE-54BA-1948-A4D3E7623312}"/>
              </a:ext>
            </a:extLst>
          </p:cNvPr>
          <p:cNvSpPr>
            <a:spLocks noGrp="1"/>
          </p:cNvSpPr>
          <p:nvPr/>
        </p:nvSpPr>
        <p:spPr>
          <a:xfrm>
            <a:off x="8486868" y="2479447"/>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40" name="Rounded Rectangle 39">
            <a:extLst>
              <a:ext uri="{FF2B5EF4-FFF2-40B4-BE49-F238E27FC236}">
                <a16:creationId xmlns:a16="http://schemas.microsoft.com/office/drawing/2014/main" id="{C6EC410A-0600-8175-4C3D-A4A37774E628}"/>
              </a:ext>
            </a:extLst>
          </p:cNvPr>
          <p:cNvSpPr>
            <a:spLocks noGrp="1"/>
          </p:cNvSpPr>
          <p:nvPr/>
        </p:nvSpPr>
        <p:spPr>
          <a:xfrm>
            <a:off x="8897418" y="2479447"/>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41" name="Rounded Rectangle 40">
            <a:extLst>
              <a:ext uri="{FF2B5EF4-FFF2-40B4-BE49-F238E27FC236}">
                <a16:creationId xmlns:a16="http://schemas.microsoft.com/office/drawing/2014/main" id="{F3C9F7FC-C19E-7EE1-8ECE-06FC04729E40}"/>
              </a:ext>
            </a:extLst>
          </p:cNvPr>
          <p:cNvSpPr>
            <a:spLocks noGrp="1"/>
          </p:cNvSpPr>
          <p:nvPr/>
        </p:nvSpPr>
        <p:spPr>
          <a:xfrm>
            <a:off x="9307968" y="2479447"/>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42" name="Rounded Rectangle 41">
            <a:extLst>
              <a:ext uri="{FF2B5EF4-FFF2-40B4-BE49-F238E27FC236}">
                <a16:creationId xmlns:a16="http://schemas.microsoft.com/office/drawing/2014/main" id="{396F4E9D-54A8-9D29-4359-C23F6EAF8FF0}"/>
              </a:ext>
            </a:extLst>
          </p:cNvPr>
          <p:cNvSpPr>
            <a:spLocks noGrp="1"/>
          </p:cNvSpPr>
          <p:nvPr/>
        </p:nvSpPr>
        <p:spPr>
          <a:xfrm>
            <a:off x="9711279" y="2479447"/>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43" name="Rounded Rectangle 42">
            <a:extLst>
              <a:ext uri="{FF2B5EF4-FFF2-40B4-BE49-F238E27FC236}">
                <a16:creationId xmlns:a16="http://schemas.microsoft.com/office/drawing/2014/main" id="{E35473B1-1ADA-6912-2DBF-C9F1A441AAD5}"/>
              </a:ext>
            </a:extLst>
          </p:cNvPr>
          <p:cNvSpPr>
            <a:spLocks noGrp="1"/>
          </p:cNvSpPr>
          <p:nvPr/>
        </p:nvSpPr>
        <p:spPr>
          <a:xfrm>
            <a:off x="10335693" y="2478650"/>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44" name="Rounded Rectangle 43">
            <a:extLst>
              <a:ext uri="{FF2B5EF4-FFF2-40B4-BE49-F238E27FC236}">
                <a16:creationId xmlns:a16="http://schemas.microsoft.com/office/drawing/2014/main" id="{86D5E527-EA42-DC3E-5ACF-B538A45ACB02}"/>
              </a:ext>
            </a:extLst>
          </p:cNvPr>
          <p:cNvSpPr>
            <a:spLocks noGrp="1"/>
          </p:cNvSpPr>
          <p:nvPr/>
        </p:nvSpPr>
        <p:spPr>
          <a:xfrm>
            <a:off x="10746243" y="2478650"/>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45" name="Rounded Rectangle 44">
            <a:extLst>
              <a:ext uri="{FF2B5EF4-FFF2-40B4-BE49-F238E27FC236}">
                <a16:creationId xmlns:a16="http://schemas.microsoft.com/office/drawing/2014/main" id="{6A0F401B-921B-E7D1-F2E6-0E392D16184C}"/>
              </a:ext>
            </a:extLst>
          </p:cNvPr>
          <p:cNvSpPr>
            <a:spLocks noGrp="1"/>
          </p:cNvSpPr>
          <p:nvPr/>
        </p:nvSpPr>
        <p:spPr>
          <a:xfrm>
            <a:off x="11156793" y="2478650"/>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46" name="Rounded Rectangle 45">
            <a:extLst>
              <a:ext uri="{FF2B5EF4-FFF2-40B4-BE49-F238E27FC236}">
                <a16:creationId xmlns:a16="http://schemas.microsoft.com/office/drawing/2014/main" id="{A1B71C94-D415-5268-936E-A4F9A9F89215}"/>
              </a:ext>
            </a:extLst>
          </p:cNvPr>
          <p:cNvSpPr>
            <a:spLocks noGrp="1"/>
          </p:cNvSpPr>
          <p:nvPr/>
        </p:nvSpPr>
        <p:spPr>
          <a:xfrm>
            <a:off x="11560104" y="2478650"/>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50" name="TextBox 49">
            <a:extLst>
              <a:ext uri="{FF2B5EF4-FFF2-40B4-BE49-F238E27FC236}">
                <a16:creationId xmlns:a16="http://schemas.microsoft.com/office/drawing/2014/main" id="{F7706B98-C4A4-C18D-E8AE-C11DA7D438A9}"/>
              </a:ext>
            </a:extLst>
          </p:cNvPr>
          <p:cNvSpPr txBox="1"/>
          <p:nvPr/>
        </p:nvSpPr>
        <p:spPr>
          <a:xfrm>
            <a:off x="6644215" y="2784328"/>
            <a:ext cx="360000" cy="276999"/>
          </a:xfrm>
          <a:prstGeom prst="rect">
            <a:avLst/>
          </a:prstGeom>
          <a:noFill/>
        </p:spPr>
        <p:txBody>
          <a:bodyPr wrap="square" rtlCol="0">
            <a:spAutoFit/>
          </a:bodyPr>
          <a:lstStyle/>
          <a:p>
            <a:pPr algn="ctr"/>
            <a:r>
              <a:rPr lang="en-US" sz="1200" b="1" dirty="0"/>
              <a:t>+</a:t>
            </a:r>
            <a:r>
              <a:rPr lang="en-US" altLang="zh-CN" sz="1200" b="1" dirty="0"/>
              <a:t>5</a:t>
            </a:r>
            <a:endParaRPr lang="en-US" sz="1200" b="1" dirty="0"/>
          </a:p>
        </p:txBody>
      </p:sp>
      <p:sp>
        <p:nvSpPr>
          <p:cNvPr id="51" name="TextBox 50">
            <a:extLst>
              <a:ext uri="{FF2B5EF4-FFF2-40B4-BE49-F238E27FC236}">
                <a16:creationId xmlns:a16="http://schemas.microsoft.com/office/drawing/2014/main" id="{707B273F-0A6F-C174-5AA5-E43172D5EF51}"/>
              </a:ext>
            </a:extLst>
          </p:cNvPr>
          <p:cNvSpPr txBox="1"/>
          <p:nvPr/>
        </p:nvSpPr>
        <p:spPr>
          <a:xfrm>
            <a:off x="7058067" y="2784328"/>
            <a:ext cx="360000" cy="276999"/>
          </a:xfrm>
          <a:prstGeom prst="rect">
            <a:avLst/>
          </a:prstGeom>
          <a:noFill/>
        </p:spPr>
        <p:txBody>
          <a:bodyPr wrap="square" rtlCol="0">
            <a:spAutoFit/>
          </a:bodyPr>
          <a:lstStyle/>
          <a:p>
            <a:pPr algn="ctr"/>
            <a:r>
              <a:rPr lang="en-US" sz="1200" b="1" dirty="0"/>
              <a:t>+</a:t>
            </a:r>
            <a:r>
              <a:rPr lang="en-US" altLang="zh-CN" sz="1200" b="1" dirty="0"/>
              <a:t>6</a:t>
            </a:r>
            <a:endParaRPr lang="en-US" sz="1200" b="1" dirty="0"/>
          </a:p>
        </p:txBody>
      </p:sp>
      <p:sp>
        <p:nvSpPr>
          <p:cNvPr id="57" name="TextBox 56">
            <a:extLst>
              <a:ext uri="{FF2B5EF4-FFF2-40B4-BE49-F238E27FC236}">
                <a16:creationId xmlns:a16="http://schemas.microsoft.com/office/drawing/2014/main" id="{4F6E92C8-FE5F-EECD-C6C5-FFF72471B819}"/>
              </a:ext>
            </a:extLst>
          </p:cNvPr>
          <p:cNvSpPr txBox="1"/>
          <p:nvPr/>
        </p:nvSpPr>
        <p:spPr>
          <a:xfrm>
            <a:off x="7468364" y="2784328"/>
            <a:ext cx="360000" cy="276999"/>
          </a:xfrm>
          <a:prstGeom prst="rect">
            <a:avLst/>
          </a:prstGeom>
          <a:noFill/>
        </p:spPr>
        <p:txBody>
          <a:bodyPr wrap="square" rtlCol="0">
            <a:spAutoFit/>
          </a:bodyPr>
          <a:lstStyle/>
          <a:p>
            <a:pPr algn="ctr"/>
            <a:r>
              <a:rPr lang="en-US" sz="1200" b="1" dirty="0"/>
              <a:t>+</a:t>
            </a:r>
            <a:r>
              <a:rPr lang="en-US" altLang="zh-CN" sz="1200" b="1" dirty="0"/>
              <a:t>7</a:t>
            </a:r>
            <a:endParaRPr lang="en-US" sz="1200" b="1" dirty="0"/>
          </a:p>
        </p:txBody>
      </p:sp>
      <p:sp>
        <p:nvSpPr>
          <p:cNvPr id="64" name="TextBox 63">
            <a:extLst>
              <a:ext uri="{FF2B5EF4-FFF2-40B4-BE49-F238E27FC236}">
                <a16:creationId xmlns:a16="http://schemas.microsoft.com/office/drawing/2014/main" id="{936FBA2D-9149-A0AC-46E7-B4753362D832}"/>
              </a:ext>
            </a:extLst>
          </p:cNvPr>
          <p:cNvSpPr txBox="1"/>
          <p:nvPr/>
        </p:nvSpPr>
        <p:spPr>
          <a:xfrm>
            <a:off x="7882216" y="2784328"/>
            <a:ext cx="360000" cy="276999"/>
          </a:xfrm>
          <a:prstGeom prst="rect">
            <a:avLst/>
          </a:prstGeom>
          <a:noFill/>
        </p:spPr>
        <p:txBody>
          <a:bodyPr wrap="square" rtlCol="0">
            <a:spAutoFit/>
          </a:bodyPr>
          <a:lstStyle/>
          <a:p>
            <a:pPr algn="ctr"/>
            <a:r>
              <a:rPr lang="en-US" sz="1200" b="1" dirty="0"/>
              <a:t>+</a:t>
            </a:r>
            <a:r>
              <a:rPr lang="en-US" altLang="zh-CN" sz="1200" b="1" dirty="0"/>
              <a:t>8</a:t>
            </a:r>
            <a:endParaRPr lang="en-US" sz="1200" b="1" dirty="0"/>
          </a:p>
        </p:txBody>
      </p:sp>
      <p:sp>
        <p:nvSpPr>
          <p:cNvPr id="96" name="TextBox 95">
            <a:extLst>
              <a:ext uri="{FF2B5EF4-FFF2-40B4-BE49-F238E27FC236}">
                <a16:creationId xmlns:a16="http://schemas.microsoft.com/office/drawing/2014/main" id="{D0F77580-E1AB-4248-CF09-7425666A72BC}"/>
              </a:ext>
            </a:extLst>
          </p:cNvPr>
          <p:cNvSpPr txBox="1"/>
          <p:nvPr/>
        </p:nvSpPr>
        <p:spPr>
          <a:xfrm>
            <a:off x="8482752" y="2783958"/>
            <a:ext cx="360000" cy="276999"/>
          </a:xfrm>
          <a:prstGeom prst="rect">
            <a:avLst/>
          </a:prstGeom>
          <a:noFill/>
        </p:spPr>
        <p:txBody>
          <a:bodyPr wrap="square" rtlCol="0">
            <a:spAutoFit/>
          </a:bodyPr>
          <a:lstStyle/>
          <a:p>
            <a:pPr algn="ctr"/>
            <a:r>
              <a:rPr lang="en-US" sz="1200" b="1" dirty="0"/>
              <a:t>+</a:t>
            </a:r>
            <a:r>
              <a:rPr lang="en-US" altLang="zh-CN" sz="1200" b="1" dirty="0"/>
              <a:t>9</a:t>
            </a:r>
            <a:endParaRPr lang="en-US" sz="1200" b="1" dirty="0"/>
          </a:p>
        </p:txBody>
      </p:sp>
      <p:sp>
        <p:nvSpPr>
          <p:cNvPr id="98" name="TextBox 97">
            <a:extLst>
              <a:ext uri="{FF2B5EF4-FFF2-40B4-BE49-F238E27FC236}">
                <a16:creationId xmlns:a16="http://schemas.microsoft.com/office/drawing/2014/main" id="{F49D2836-4D99-6C8D-9957-6245A0106E4D}"/>
              </a:ext>
            </a:extLst>
          </p:cNvPr>
          <p:cNvSpPr txBox="1"/>
          <p:nvPr/>
        </p:nvSpPr>
        <p:spPr>
          <a:xfrm>
            <a:off x="8829364" y="2783958"/>
            <a:ext cx="512608" cy="276999"/>
          </a:xfrm>
          <a:prstGeom prst="rect">
            <a:avLst/>
          </a:prstGeom>
          <a:noFill/>
        </p:spPr>
        <p:txBody>
          <a:bodyPr wrap="square" rtlCol="0">
            <a:spAutoFit/>
          </a:bodyPr>
          <a:lstStyle/>
          <a:p>
            <a:pPr algn="ctr"/>
            <a:r>
              <a:rPr lang="en-US" sz="1200" b="1" dirty="0"/>
              <a:t>+</a:t>
            </a:r>
            <a:r>
              <a:rPr lang="en-US" altLang="zh-CN" sz="1200" b="1" dirty="0"/>
              <a:t>10</a:t>
            </a:r>
            <a:endParaRPr lang="en-US" sz="1200" b="1" dirty="0"/>
          </a:p>
        </p:txBody>
      </p:sp>
      <p:sp>
        <p:nvSpPr>
          <p:cNvPr id="106" name="TextBox 105">
            <a:extLst>
              <a:ext uri="{FF2B5EF4-FFF2-40B4-BE49-F238E27FC236}">
                <a16:creationId xmlns:a16="http://schemas.microsoft.com/office/drawing/2014/main" id="{8B926152-1076-B2AA-BE8F-5FED2E7F669C}"/>
              </a:ext>
            </a:extLst>
          </p:cNvPr>
          <p:cNvSpPr txBox="1"/>
          <p:nvPr/>
        </p:nvSpPr>
        <p:spPr>
          <a:xfrm>
            <a:off x="9235218" y="2783958"/>
            <a:ext cx="512608" cy="276999"/>
          </a:xfrm>
          <a:prstGeom prst="rect">
            <a:avLst/>
          </a:prstGeom>
          <a:noFill/>
        </p:spPr>
        <p:txBody>
          <a:bodyPr wrap="square" rtlCol="0">
            <a:spAutoFit/>
          </a:bodyPr>
          <a:lstStyle/>
          <a:p>
            <a:pPr algn="ctr"/>
            <a:r>
              <a:rPr lang="en-US" sz="1200" b="1" dirty="0"/>
              <a:t>+</a:t>
            </a:r>
            <a:r>
              <a:rPr lang="en-US" altLang="zh-CN" sz="1200" b="1" dirty="0"/>
              <a:t>11</a:t>
            </a:r>
            <a:endParaRPr lang="en-US" sz="1200" b="1" dirty="0"/>
          </a:p>
        </p:txBody>
      </p:sp>
      <p:sp>
        <p:nvSpPr>
          <p:cNvPr id="107" name="TextBox 106">
            <a:extLst>
              <a:ext uri="{FF2B5EF4-FFF2-40B4-BE49-F238E27FC236}">
                <a16:creationId xmlns:a16="http://schemas.microsoft.com/office/drawing/2014/main" id="{07039802-4268-F8BC-23B6-13DEBB294843}"/>
              </a:ext>
            </a:extLst>
          </p:cNvPr>
          <p:cNvSpPr txBox="1"/>
          <p:nvPr/>
        </p:nvSpPr>
        <p:spPr>
          <a:xfrm>
            <a:off x="9634975" y="2788403"/>
            <a:ext cx="512608" cy="276999"/>
          </a:xfrm>
          <a:prstGeom prst="rect">
            <a:avLst/>
          </a:prstGeom>
          <a:noFill/>
        </p:spPr>
        <p:txBody>
          <a:bodyPr wrap="square" rtlCol="0">
            <a:spAutoFit/>
          </a:bodyPr>
          <a:lstStyle/>
          <a:p>
            <a:pPr algn="ctr"/>
            <a:r>
              <a:rPr lang="en-US" sz="1200" b="1" dirty="0"/>
              <a:t>+</a:t>
            </a:r>
            <a:r>
              <a:rPr lang="en-US" altLang="zh-CN" sz="1200" b="1" dirty="0"/>
              <a:t>12</a:t>
            </a:r>
            <a:endParaRPr lang="en-US" sz="1200" b="1" dirty="0"/>
          </a:p>
        </p:txBody>
      </p:sp>
      <p:sp>
        <p:nvSpPr>
          <p:cNvPr id="138" name="TextBox 137">
            <a:extLst>
              <a:ext uri="{FF2B5EF4-FFF2-40B4-BE49-F238E27FC236}">
                <a16:creationId xmlns:a16="http://schemas.microsoft.com/office/drawing/2014/main" id="{92E5AADC-A458-BB0E-6CB2-8488827DAC9D}"/>
              </a:ext>
            </a:extLst>
          </p:cNvPr>
          <p:cNvSpPr txBox="1"/>
          <p:nvPr/>
        </p:nvSpPr>
        <p:spPr>
          <a:xfrm>
            <a:off x="10261486" y="2786282"/>
            <a:ext cx="512608" cy="276999"/>
          </a:xfrm>
          <a:prstGeom prst="rect">
            <a:avLst/>
          </a:prstGeom>
          <a:noFill/>
        </p:spPr>
        <p:txBody>
          <a:bodyPr wrap="square" rtlCol="0">
            <a:spAutoFit/>
          </a:bodyPr>
          <a:lstStyle/>
          <a:p>
            <a:pPr algn="ctr"/>
            <a:r>
              <a:rPr lang="en-US" sz="1200" b="1" dirty="0"/>
              <a:t>+</a:t>
            </a:r>
            <a:r>
              <a:rPr lang="en-US" altLang="zh-CN" sz="1200" b="1" dirty="0"/>
              <a:t>13</a:t>
            </a:r>
            <a:endParaRPr lang="en-US" sz="1200" b="1" dirty="0"/>
          </a:p>
        </p:txBody>
      </p:sp>
      <p:sp>
        <p:nvSpPr>
          <p:cNvPr id="139" name="TextBox 138">
            <a:extLst>
              <a:ext uri="{FF2B5EF4-FFF2-40B4-BE49-F238E27FC236}">
                <a16:creationId xmlns:a16="http://schemas.microsoft.com/office/drawing/2014/main" id="{5CE33B01-69B3-D42A-2E9F-07790F0199AC}"/>
              </a:ext>
            </a:extLst>
          </p:cNvPr>
          <p:cNvSpPr txBox="1"/>
          <p:nvPr/>
        </p:nvSpPr>
        <p:spPr>
          <a:xfrm>
            <a:off x="10667340" y="2786282"/>
            <a:ext cx="512608" cy="276999"/>
          </a:xfrm>
          <a:prstGeom prst="rect">
            <a:avLst/>
          </a:prstGeom>
          <a:noFill/>
        </p:spPr>
        <p:txBody>
          <a:bodyPr wrap="square" rtlCol="0">
            <a:spAutoFit/>
          </a:bodyPr>
          <a:lstStyle/>
          <a:p>
            <a:pPr algn="ctr"/>
            <a:r>
              <a:rPr lang="en-US" sz="1200" b="1" dirty="0"/>
              <a:t>+</a:t>
            </a:r>
            <a:r>
              <a:rPr lang="en-US" altLang="zh-CN" sz="1200" b="1" dirty="0"/>
              <a:t>14</a:t>
            </a:r>
            <a:endParaRPr lang="en-US" sz="1200" b="1" dirty="0"/>
          </a:p>
        </p:txBody>
      </p:sp>
      <p:sp>
        <p:nvSpPr>
          <p:cNvPr id="140" name="TextBox 139">
            <a:extLst>
              <a:ext uri="{FF2B5EF4-FFF2-40B4-BE49-F238E27FC236}">
                <a16:creationId xmlns:a16="http://schemas.microsoft.com/office/drawing/2014/main" id="{4C0DE15B-988A-A3FA-72BF-F39EEF6C058B}"/>
              </a:ext>
            </a:extLst>
          </p:cNvPr>
          <p:cNvSpPr txBox="1"/>
          <p:nvPr/>
        </p:nvSpPr>
        <p:spPr>
          <a:xfrm>
            <a:off x="11067097" y="2790727"/>
            <a:ext cx="512608" cy="276999"/>
          </a:xfrm>
          <a:prstGeom prst="rect">
            <a:avLst/>
          </a:prstGeom>
          <a:noFill/>
        </p:spPr>
        <p:txBody>
          <a:bodyPr wrap="square" rtlCol="0">
            <a:spAutoFit/>
          </a:bodyPr>
          <a:lstStyle/>
          <a:p>
            <a:pPr algn="ctr"/>
            <a:r>
              <a:rPr lang="en-US" sz="1200" b="1" dirty="0"/>
              <a:t>+</a:t>
            </a:r>
            <a:r>
              <a:rPr lang="en-US" altLang="zh-CN" sz="1200" b="1" dirty="0"/>
              <a:t>15</a:t>
            </a:r>
            <a:endParaRPr lang="en-US" sz="1200" b="1" dirty="0"/>
          </a:p>
        </p:txBody>
      </p:sp>
      <p:sp>
        <p:nvSpPr>
          <p:cNvPr id="141" name="TextBox 140">
            <a:extLst>
              <a:ext uri="{FF2B5EF4-FFF2-40B4-BE49-F238E27FC236}">
                <a16:creationId xmlns:a16="http://schemas.microsoft.com/office/drawing/2014/main" id="{754E7329-24AA-ACE6-C7B8-A69048287FC9}"/>
              </a:ext>
            </a:extLst>
          </p:cNvPr>
          <p:cNvSpPr txBox="1"/>
          <p:nvPr/>
        </p:nvSpPr>
        <p:spPr>
          <a:xfrm>
            <a:off x="11483800" y="2783957"/>
            <a:ext cx="512608" cy="276999"/>
          </a:xfrm>
          <a:prstGeom prst="rect">
            <a:avLst/>
          </a:prstGeom>
          <a:noFill/>
        </p:spPr>
        <p:txBody>
          <a:bodyPr wrap="square" rtlCol="0">
            <a:spAutoFit/>
          </a:bodyPr>
          <a:lstStyle/>
          <a:p>
            <a:pPr algn="ctr"/>
            <a:r>
              <a:rPr lang="en-US" sz="1200" b="1" dirty="0"/>
              <a:t>+</a:t>
            </a:r>
            <a:r>
              <a:rPr lang="en-US" altLang="zh-CN" sz="1200" b="1" dirty="0"/>
              <a:t>16</a:t>
            </a:r>
            <a:endParaRPr lang="en-US" sz="1200" b="1" dirty="0"/>
          </a:p>
        </p:txBody>
      </p:sp>
      <p:sp>
        <p:nvSpPr>
          <p:cNvPr id="202" name="Rounded Rectangle 201">
            <a:extLst>
              <a:ext uri="{FF2B5EF4-FFF2-40B4-BE49-F238E27FC236}">
                <a16:creationId xmlns:a16="http://schemas.microsoft.com/office/drawing/2014/main" id="{1D561C9A-AAE3-28C4-638F-0E9F6839E1CF}"/>
              </a:ext>
            </a:extLst>
          </p:cNvPr>
          <p:cNvSpPr>
            <a:spLocks noGrp="1"/>
          </p:cNvSpPr>
          <p:nvPr/>
        </p:nvSpPr>
        <p:spPr>
          <a:xfrm>
            <a:off x="1812185" y="3949329"/>
            <a:ext cx="360000" cy="360000"/>
          </a:xfrm>
          <a:prstGeom prst="roundRect">
            <a:avLst>
              <a:gd name="adj" fmla="val 11290"/>
            </a:avLst>
          </a:prstGeom>
          <a:solidFill>
            <a:srgbClr val="D9D9D9"/>
          </a:solidFill>
          <a:ln w="0">
            <a:noFill/>
          </a:ln>
        </p:spPr>
        <p:txBody>
          <a:bodyPr/>
          <a:lstStyle/>
          <a:p>
            <a:endParaRPr lang="en-US" dirty="0"/>
          </a:p>
        </p:txBody>
      </p:sp>
      <p:sp>
        <p:nvSpPr>
          <p:cNvPr id="205" name="Oval 204">
            <a:extLst>
              <a:ext uri="{FF2B5EF4-FFF2-40B4-BE49-F238E27FC236}">
                <a16:creationId xmlns:a16="http://schemas.microsoft.com/office/drawing/2014/main" id="{395B2838-A4F4-C4EC-11F2-3A67AF74C58C}"/>
              </a:ext>
            </a:extLst>
          </p:cNvPr>
          <p:cNvSpPr/>
          <p:nvPr/>
        </p:nvSpPr>
        <p:spPr>
          <a:xfrm>
            <a:off x="3564463" y="4091512"/>
            <a:ext cx="144000" cy="144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A63A7126-423A-3672-A52A-8EAAA7781BAD}"/>
              </a:ext>
            </a:extLst>
          </p:cNvPr>
          <p:cNvSpPr/>
          <p:nvPr/>
        </p:nvSpPr>
        <p:spPr>
          <a:xfrm>
            <a:off x="3564463" y="5286233"/>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7" name="Straight Connector 206">
            <a:extLst>
              <a:ext uri="{FF2B5EF4-FFF2-40B4-BE49-F238E27FC236}">
                <a16:creationId xmlns:a16="http://schemas.microsoft.com/office/drawing/2014/main" id="{D85947B8-2776-FAF9-7673-BFF4A1141875}"/>
              </a:ext>
            </a:extLst>
          </p:cNvPr>
          <p:cNvCxnSpPr>
            <a:cxnSpLocks/>
          </p:cNvCxnSpPr>
          <p:nvPr/>
        </p:nvCxnSpPr>
        <p:spPr>
          <a:xfrm>
            <a:off x="3636186" y="4309329"/>
            <a:ext cx="0" cy="914482"/>
          </a:xfrm>
          <a:prstGeom prst="line">
            <a:avLst/>
          </a:prstGeom>
          <a:ln w="38100">
            <a:solidFill>
              <a:srgbClr val="A50908"/>
            </a:solidFill>
          </a:ln>
        </p:spPr>
        <p:style>
          <a:lnRef idx="1">
            <a:schemeClr val="accent1"/>
          </a:lnRef>
          <a:fillRef idx="0">
            <a:schemeClr val="accent1"/>
          </a:fillRef>
          <a:effectRef idx="0">
            <a:schemeClr val="accent1"/>
          </a:effectRef>
          <a:fontRef idx="minor">
            <a:schemeClr val="tx1"/>
          </a:fontRef>
        </p:style>
      </p:cxnSp>
      <p:sp>
        <p:nvSpPr>
          <p:cNvPr id="208" name="Rounded Rectangle 207">
            <a:extLst>
              <a:ext uri="{FF2B5EF4-FFF2-40B4-BE49-F238E27FC236}">
                <a16:creationId xmlns:a16="http://schemas.microsoft.com/office/drawing/2014/main" id="{ECFE70CA-7AF7-5576-A031-00179A0645DB}"/>
              </a:ext>
            </a:extLst>
          </p:cNvPr>
          <p:cNvSpPr>
            <a:spLocks noGrp="1"/>
          </p:cNvSpPr>
          <p:nvPr/>
        </p:nvSpPr>
        <p:spPr>
          <a:xfrm>
            <a:off x="4806485" y="4569313"/>
            <a:ext cx="360000" cy="360000"/>
          </a:xfrm>
          <a:prstGeom prst="roundRect">
            <a:avLst>
              <a:gd name="adj" fmla="val 11290"/>
            </a:avLst>
          </a:prstGeom>
          <a:solidFill>
            <a:srgbClr val="D9D9D9"/>
          </a:solidFill>
          <a:ln w="0">
            <a:noFill/>
          </a:ln>
        </p:spPr>
        <p:txBody>
          <a:bodyPr/>
          <a:lstStyle/>
          <a:p>
            <a:endParaRPr lang="en-US" dirty="0"/>
          </a:p>
        </p:txBody>
      </p:sp>
      <p:sp>
        <p:nvSpPr>
          <p:cNvPr id="209" name="TextBox 208">
            <a:extLst>
              <a:ext uri="{FF2B5EF4-FFF2-40B4-BE49-F238E27FC236}">
                <a16:creationId xmlns:a16="http://schemas.microsoft.com/office/drawing/2014/main" id="{D39C20BE-B16D-EC44-85D4-88A475A47662}"/>
              </a:ext>
            </a:extLst>
          </p:cNvPr>
          <p:cNvSpPr txBox="1"/>
          <p:nvPr/>
        </p:nvSpPr>
        <p:spPr>
          <a:xfrm>
            <a:off x="3945328" y="4549258"/>
            <a:ext cx="804003" cy="400110"/>
          </a:xfrm>
          <a:prstGeom prst="rect">
            <a:avLst/>
          </a:prstGeom>
          <a:noFill/>
        </p:spPr>
        <p:txBody>
          <a:bodyPr wrap="square" rtlCol="0">
            <a:spAutoFit/>
          </a:bodyPr>
          <a:lstStyle/>
          <a:p>
            <a:pPr algn="ctr"/>
            <a:r>
              <a:rPr lang="en-US" sz="2000" b="1" dirty="0"/>
              <a:t>PC1:</a:t>
            </a:r>
          </a:p>
        </p:txBody>
      </p:sp>
      <p:sp>
        <p:nvSpPr>
          <p:cNvPr id="210" name="TextBox 209">
            <a:extLst>
              <a:ext uri="{FF2B5EF4-FFF2-40B4-BE49-F238E27FC236}">
                <a16:creationId xmlns:a16="http://schemas.microsoft.com/office/drawing/2014/main" id="{AA91082F-F183-A7A8-1CBA-528463B55938}"/>
              </a:ext>
            </a:extLst>
          </p:cNvPr>
          <p:cNvSpPr txBox="1"/>
          <p:nvPr/>
        </p:nvSpPr>
        <p:spPr>
          <a:xfrm>
            <a:off x="4803183" y="4872214"/>
            <a:ext cx="360000" cy="276999"/>
          </a:xfrm>
          <a:prstGeom prst="rect">
            <a:avLst/>
          </a:prstGeom>
          <a:noFill/>
        </p:spPr>
        <p:txBody>
          <a:bodyPr wrap="square" rtlCol="0">
            <a:spAutoFit/>
          </a:bodyPr>
          <a:lstStyle/>
          <a:p>
            <a:pPr algn="ctr"/>
            <a:r>
              <a:rPr lang="en-US" sz="1200" b="1" dirty="0"/>
              <a:t>+</a:t>
            </a:r>
            <a:r>
              <a:rPr lang="en-US" altLang="zh-CN" sz="1200" b="1" dirty="0"/>
              <a:t>1</a:t>
            </a:r>
            <a:endParaRPr lang="en-US" sz="1200" b="1" dirty="0"/>
          </a:p>
        </p:txBody>
      </p:sp>
      <p:sp>
        <p:nvSpPr>
          <p:cNvPr id="211" name="TextBox 210">
            <a:extLst>
              <a:ext uri="{FF2B5EF4-FFF2-40B4-BE49-F238E27FC236}">
                <a16:creationId xmlns:a16="http://schemas.microsoft.com/office/drawing/2014/main" id="{212428D2-BD33-D9DE-6667-94F426570BE0}"/>
              </a:ext>
            </a:extLst>
          </p:cNvPr>
          <p:cNvSpPr txBox="1"/>
          <p:nvPr/>
        </p:nvSpPr>
        <p:spPr>
          <a:xfrm>
            <a:off x="5217035" y="4872214"/>
            <a:ext cx="360000" cy="276999"/>
          </a:xfrm>
          <a:prstGeom prst="rect">
            <a:avLst/>
          </a:prstGeom>
          <a:noFill/>
        </p:spPr>
        <p:txBody>
          <a:bodyPr wrap="square" rtlCol="0">
            <a:spAutoFit/>
          </a:bodyPr>
          <a:lstStyle/>
          <a:p>
            <a:pPr algn="ctr"/>
            <a:r>
              <a:rPr lang="en-US" sz="1200" b="1" dirty="0"/>
              <a:t>+</a:t>
            </a:r>
            <a:r>
              <a:rPr lang="en-US" altLang="zh-CN" sz="1200" b="1" dirty="0"/>
              <a:t>2</a:t>
            </a:r>
            <a:endParaRPr lang="en-US" sz="1200" b="1" dirty="0"/>
          </a:p>
        </p:txBody>
      </p:sp>
      <p:sp>
        <p:nvSpPr>
          <p:cNvPr id="212" name="TextBox 211">
            <a:extLst>
              <a:ext uri="{FF2B5EF4-FFF2-40B4-BE49-F238E27FC236}">
                <a16:creationId xmlns:a16="http://schemas.microsoft.com/office/drawing/2014/main" id="{F7D253D0-40C6-E6D1-F0A3-12841E78AD59}"/>
              </a:ext>
            </a:extLst>
          </p:cNvPr>
          <p:cNvSpPr txBox="1"/>
          <p:nvPr/>
        </p:nvSpPr>
        <p:spPr>
          <a:xfrm>
            <a:off x="5627332" y="4872214"/>
            <a:ext cx="360000" cy="276999"/>
          </a:xfrm>
          <a:prstGeom prst="rect">
            <a:avLst/>
          </a:prstGeom>
          <a:noFill/>
        </p:spPr>
        <p:txBody>
          <a:bodyPr wrap="square" rtlCol="0">
            <a:spAutoFit/>
          </a:bodyPr>
          <a:lstStyle/>
          <a:p>
            <a:pPr algn="ctr"/>
            <a:r>
              <a:rPr lang="en-US" sz="1200" b="1" dirty="0"/>
              <a:t>+</a:t>
            </a:r>
            <a:r>
              <a:rPr lang="en-US" altLang="zh-CN" sz="1200" b="1" dirty="0"/>
              <a:t>3</a:t>
            </a:r>
            <a:endParaRPr lang="en-US" sz="1200" b="1" dirty="0"/>
          </a:p>
        </p:txBody>
      </p:sp>
      <p:sp>
        <p:nvSpPr>
          <p:cNvPr id="213" name="TextBox 212">
            <a:extLst>
              <a:ext uri="{FF2B5EF4-FFF2-40B4-BE49-F238E27FC236}">
                <a16:creationId xmlns:a16="http://schemas.microsoft.com/office/drawing/2014/main" id="{74823221-8A54-79B5-3F9F-C2D177D27CA8}"/>
              </a:ext>
            </a:extLst>
          </p:cNvPr>
          <p:cNvSpPr txBox="1"/>
          <p:nvPr/>
        </p:nvSpPr>
        <p:spPr>
          <a:xfrm>
            <a:off x="6041184" y="4872214"/>
            <a:ext cx="360000" cy="276999"/>
          </a:xfrm>
          <a:prstGeom prst="rect">
            <a:avLst/>
          </a:prstGeom>
          <a:noFill/>
        </p:spPr>
        <p:txBody>
          <a:bodyPr wrap="square" rtlCol="0">
            <a:spAutoFit/>
          </a:bodyPr>
          <a:lstStyle/>
          <a:p>
            <a:pPr algn="ctr"/>
            <a:r>
              <a:rPr lang="en-US" sz="1200" b="1" dirty="0"/>
              <a:t>+</a:t>
            </a:r>
            <a:r>
              <a:rPr lang="en-US" altLang="zh-CN" sz="1200" b="1" dirty="0"/>
              <a:t>4</a:t>
            </a:r>
            <a:endParaRPr lang="en-US" sz="1200" b="1" dirty="0"/>
          </a:p>
        </p:txBody>
      </p:sp>
      <p:sp>
        <p:nvSpPr>
          <p:cNvPr id="214" name="Rounded Rectangle 213">
            <a:extLst>
              <a:ext uri="{FF2B5EF4-FFF2-40B4-BE49-F238E27FC236}">
                <a16:creationId xmlns:a16="http://schemas.microsoft.com/office/drawing/2014/main" id="{3081FEFF-3831-94EA-4EC2-AA77F31647FB}"/>
              </a:ext>
            </a:extLst>
          </p:cNvPr>
          <p:cNvSpPr>
            <a:spLocks noGrp="1"/>
          </p:cNvSpPr>
          <p:nvPr/>
        </p:nvSpPr>
        <p:spPr>
          <a:xfrm>
            <a:off x="1808474" y="3952543"/>
            <a:ext cx="360000" cy="360000"/>
          </a:xfrm>
          <a:prstGeom prst="roundRect">
            <a:avLst>
              <a:gd name="adj" fmla="val 11290"/>
            </a:avLst>
          </a:prstGeom>
          <a:solidFill>
            <a:srgbClr val="D9D9D9"/>
          </a:solidFill>
          <a:ln w="0">
            <a:noFill/>
          </a:ln>
        </p:spPr>
        <p:txBody>
          <a:bodyPr/>
          <a:lstStyle/>
          <a:p>
            <a:endParaRPr lang="en-US" dirty="0"/>
          </a:p>
        </p:txBody>
      </p:sp>
      <p:sp>
        <p:nvSpPr>
          <p:cNvPr id="215" name="Rounded Rectangle 214">
            <a:extLst>
              <a:ext uri="{FF2B5EF4-FFF2-40B4-BE49-F238E27FC236}">
                <a16:creationId xmlns:a16="http://schemas.microsoft.com/office/drawing/2014/main" id="{56417F88-5AC6-ADD0-0EA5-BB70F793F4F8}"/>
              </a:ext>
            </a:extLst>
          </p:cNvPr>
          <p:cNvSpPr>
            <a:spLocks noGrp="1"/>
          </p:cNvSpPr>
          <p:nvPr/>
        </p:nvSpPr>
        <p:spPr>
          <a:xfrm>
            <a:off x="2219024" y="3952543"/>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16" name="Rounded Rectangle 215">
            <a:extLst>
              <a:ext uri="{FF2B5EF4-FFF2-40B4-BE49-F238E27FC236}">
                <a16:creationId xmlns:a16="http://schemas.microsoft.com/office/drawing/2014/main" id="{0D7FD2E4-7487-68A1-0771-45569A751876}"/>
              </a:ext>
            </a:extLst>
          </p:cNvPr>
          <p:cNvSpPr>
            <a:spLocks noGrp="1"/>
          </p:cNvSpPr>
          <p:nvPr/>
        </p:nvSpPr>
        <p:spPr>
          <a:xfrm>
            <a:off x="2629574" y="3952543"/>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17" name="Rounded Rectangle 216">
            <a:extLst>
              <a:ext uri="{FF2B5EF4-FFF2-40B4-BE49-F238E27FC236}">
                <a16:creationId xmlns:a16="http://schemas.microsoft.com/office/drawing/2014/main" id="{CD1B15B1-911A-AD54-1732-BFADBC22EF0B}"/>
              </a:ext>
            </a:extLst>
          </p:cNvPr>
          <p:cNvSpPr>
            <a:spLocks noGrp="1"/>
          </p:cNvSpPr>
          <p:nvPr/>
        </p:nvSpPr>
        <p:spPr>
          <a:xfrm>
            <a:off x="3032885" y="3952543"/>
            <a:ext cx="360000" cy="360000"/>
          </a:xfrm>
          <a:prstGeom prst="roundRect">
            <a:avLst>
              <a:gd name="adj" fmla="val 11290"/>
            </a:avLst>
          </a:prstGeom>
          <a:solidFill>
            <a:srgbClr val="D9D9D9"/>
          </a:solidFill>
          <a:ln w="0">
            <a:noFill/>
          </a:ln>
        </p:spPr>
        <p:txBody>
          <a:bodyPr/>
          <a:lstStyle/>
          <a:p>
            <a:endParaRPr lang="en-US" dirty="0"/>
          </a:p>
        </p:txBody>
      </p:sp>
      <p:sp>
        <p:nvSpPr>
          <p:cNvPr id="218" name="Rounded Rectangle 217">
            <a:extLst>
              <a:ext uri="{FF2B5EF4-FFF2-40B4-BE49-F238E27FC236}">
                <a16:creationId xmlns:a16="http://schemas.microsoft.com/office/drawing/2014/main" id="{468445B9-087F-82BE-9F52-6F2A8BC3EE00}"/>
              </a:ext>
            </a:extLst>
          </p:cNvPr>
          <p:cNvSpPr>
            <a:spLocks noGrp="1"/>
          </p:cNvSpPr>
          <p:nvPr/>
        </p:nvSpPr>
        <p:spPr>
          <a:xfrm>
            <a:off x="1808474" y="4386906"/>
            <a:ext cx="360000" cy="360000"/>
          </a:xfrm>
          <a:prstGeom prst="roundRect">
            <a:avLst>
              <a:gd name="adj" fmla="val 11290"/>
            </a:avLst>
          </a:prstGeom>
          <a:solidFill>
            <a:srgbClr val="D9D9D9"/>
          </a:solidFill>
          <a:ln w="0">
            <a:noFill/>
          </a:ln>
        </p:spPr>
        <p:txBody>
          <a:bodyPr/>
          <a:lstStyle/>
          <a:p>
            <a:endParaRPr lang="en-US" dirty="0"/>
          </a:p>
        </p:txBody>
      </p:sp>
      <p:sp>
        <p:nvSpPr>
          <p:cNvPr id="219" name="Rounded Rectangle 218">
            <a:extLst>
              <a:ext uri="{FF2B5EF4-FFF2-40B4-BE49-F238E27FC236}">
                <a16:creationId xmlns:a16="http://schemas.microsoft.com/office/drawing/2014/main" id="{76CBEA52-F411-FEC5-6115-D3C8D30E13C9}"/>
              </a:ext>
            </a:extLst>
          </p:cNvPr>
          <p:cNvSpPr>
            <a:spLocks noGrp="1"/>
          </p:cNvSpPr>
          <p:nvPr/>
        </p:nvSpPr>
        <p:spPr>
          <a:xfrm>
            <a:off x="2219024" y="4386906"/>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0" name="Rounded Rectangle 219">
            <a:extLst>
              <a:ext uri="{FF2B5EF4-FFF2-40B4-BE49-F238E27FC236}">
                <a16:creationId xmlns:a16="http://schemas.microsoft.com/office/drawing/2014/main" id="{7ECBEABA-4B4A-EE59-CE63-91133975686E}"/>
              </a:ext>
            </a:extLst>
          </p:cNvPr>
          <p:cNvSpPr>
            <a:spLocks noGrp="1"/>
          </p:cNvSpPr>
          <p:nvPr/>
        </p:nvSpPr>
        <p:spPr>
          <a:xfrm>
            <a:off x="2629574" y="4386906"/>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1" name="Rounded Rectangle 220">
            <a:extLst>
              <a:ext uri="{FF2B5EF4-FFF2-40B4-BE49-F238E27FC236}">
                <a16:creationId xmlns:a16="http://schemas.microsoft.com/office/drawing/2014/main" id="{943CEA50-2C81-7138-421B-BBA383544B70}"/>
              </a:ext>
            </a:extLst>
          </p:cNvPr>
          <p:cNvSpPr>
            <a:spLocks noGrp="1"/>
          </p:cNvSpPr>
          <p:nvPr/>
        </p:nvSpPr>
        <p:spPr>
          <a:xfrm>
            <a:off x="3032885" y="4386906"/>
            <a:ext cx="360000" cy="360000"/>
          </a:xfrm>
          <a:prstGeom prst="roundRect">
            <a:avLst>
              <a:gd name="adj" fmla="val 11290"/>
            </a:avLst>
          </a:prstGeom>
          <a:solidFill>
            <a:srgbClr val="D9D9D9"/>
          </a:solidFill>
          <a:ln w="0">
            <a:noFill/>
          </a:ln>
        </p:spPr>
        <p:txBody>
          <a:bodyPr/>
          <a:lstStyle/>
          <a:p>
            <a:endParaRPr lang="en-US" dirty="0"/>
          </a:p>
        </p:txBody>
      </p:sp>
      <p:sp>
        <p:nvSpPr>
          <p:cNvPr id="222" name="Rounded Rectangle 221">
            <a:extLst>
              <a:ext uri="{FF2B5EF4-FFF2-40B4-BE49-F238E27FC236}">
                <a16:creationId xmlns:a16="http://schemas.microsoft.com/office/drawing/2014/main" id="{D06A431E-8E96-8662-6235-882BB6B64D03}"/>
              </a:ext>
            </a:extLst>
          </p:cNvPr>
          <p:cNvSpPr>
            <a:spLocks noGrp="1"/>
          </p:cNvSpPr>
          <p:nvPr/>
        </p:nvSpPr>
        <p:spPr>
          <a:xfrm>
            <a:off x="1818234" y="4815870"/>
            <a:ext cx="360000" cy="360000"/>
          </a:xfrm>
          <a:prstGeom prst="roundRect">
            <a:avLst>
              <a:gd name="adj" fmla="val 11290"/>
            </a:avLst>
          </a:prstGeom>
          <a:solidFill>
            <a:srgbClr val="D9D9D9"/>
          </a:solidFill>
          <a:ln w="0">
            <a:noFill/>
          </a:ln>
        </p:spPr>
        <p:txBody>
          <a:bodyPr/>
          <a:lstStyle/>
          <a:p>
            <a:endParaRPr lang="en-US" dirty="0"/>
          </a:p>
        </p:txBody>
      </p:sp>
      <p:sp>
        <p:nvSpPr>
          <p:cNvPr id="223" name="Rounded Rectangle 222">
            <a:extLst>
              <a:ext uri="{FF2B5EF4-FFF2-40B4-BE49-F238E27FC236}">
                <a16:creationId xmlns:a16="http://schemas.microsoft.com/office/drawing/2014/main" id="{7DC2B724-813A-A703-DAA3-3E11C2BCCB15}"/>
              </a:ext>
            </a:extLst>
          </p:cNvPr>
          <p:cNvSpPr>
            <a:spLocks noGrp="1"/>
          </p:cNvSpPr>
          <p:nvPr/>
        </p:nvSpPr>
        <p:spPr>
          <a:xfrm>
            <a:off x="2228784" y="4815870"/>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4" name="Rounded Rectangle 223">
            <a:extLst>
              <a:ext uri="{FF2B5EF4-FFF2-40B4-BE49-F238E27FC236}">
                <a16:creationId xmlns:a16="http://schemas.microsoft.com/office/drawing/2014/main" id="{6A806C9F-E820-027B-6E9E-361AB1C577C4}"/>
              </a:ext>
            </a:extLst>
          </p:cNvPr>
          <p:cNvSpPr>
            <a:spLocks noGrp="1"/>
          </p:cNvSpPr>
          <p:nvPr/>
        </p:nvSpPr>
        <p:spPr>
          <a:xfrm>
            <a:off x="2639334" y="4815870"/>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5" name="Rounded Rectangle 224">
            <a:extLst>
              <a:ext uri="{FF2B5EF4-FFF2-40B4-BE49-F238E27FC236}">
                <a16:creationId xmlns:a16="http://schemas.microsoft.com/office/drawing/2014/main" id="{2A85A32E-97C8-708C-1F57-51C5758CFFA7}"/>
              </a:ext>
            </a:extLst>
          </p:cNvPr>
          <p:cNvSpPr>
            <a:spLocks noGrp="1"/>
          </p:cNvSpPr>
          <p:nvPr/>
        </p:nvSpPr>
        <p:spPr>
          <a:xfrm>
            <a:off x="3042645" y="4815870"/>
            <a:ext cx="360000" cy="360000"/>
          </a:xfrm>
          <a:prstGeom prst="roundRect">
            <a:avLst>
              <a:gd name="adj" fmla="val 11290"/>
            </a:avLst>
          </a:prstGeom>
          <a:solidFill>
            <a:srgbClr val="D9D9D9"/>
          </a:solidFill>
          <a:ln w="0">
            <a:noFill/>
          </a:ln>
        </p:spPr>
        <p:txBody>
          <a:bodyPr/>
          <a:lstStyle/>
          <a:p>
            <a:endParaRPr lang="en-US" dirty="0"/>
          </a:p>
        </p:txBody>
      </p:sp>
      <p:sp>
        <p:nvSpPr>
          <p:cNvPr id="226" name="Rounded Rectangle 225">
            <a:extLst>
              <a:ext uri="{FF2B5EF4-FFF2-40B4-BE49-F238E27FC236}">
                <a16:creationId xmlns:a16="http://schemas.microsoft.com/office/drawing/2014/main" id="{C479400A-E2A5-C131-D969-AA2DC5D2F327}"/>
              </a:ext>
            </a:extLst>
          </p:cNvPr>
          <p:cNvSpPr>
            <a:spLocks noGrp="1"/>
          </p:cNvSpPr>
          <p:nvPr/>
        </p:nvSpPr>
        <p:spPr>
          <a:xfrm>
            <a:off x="1818234" y="5250233"/>
            <a:ext cx="360000" cy="360000"/>
          </a:xfrm>
          <a:prstGeom prst="roundRect">
            <a:avLst>
              <a:gd name="adj" fmla="val 11290"/>
            </a:avLst>
          </a:prstGeom>
          <a:solidFill>
            <a:srgbClr val="D9D9D9"/>
          </a:solidFill>
          <a:ln w="0">
            <a:noFill/>
          </a:ln>
        </p:spPr>
        <p:txBody>
          <a:bodyPr/>
          <a:lstStyle/>
          <a:p>
            <a:endParaRPr lang="en-US" dirty="0"/>
          </a:p>
        </p:txBody>
      </p:sp>
      <p:sp>
        <p:nvSpPr>
          <p:cNvPr id="227" name="Rounded Rectangle 226">
            <a:extLst>
              <a:ext uri="{FF2B5EF4-FFF2-40B4-BE49-F238E27FC236}">
                <a16:creationId xmlns:a16="http://schemas.microsoft.com/office/drawing/2014/main" id="{5391AB27-AEA1-EC35-D0CD-FD124208566E}"/>
              </a:ext>
            </a:extLst>
          </p:cNvPr>
          <p:cNvSpPr>
            <a:spLocks noGrp="1"/>
          </p:cNvSpPr>
          <p:nvPr/>
        </p:nvSpPr>
        <p:spPr>
          <a:xfrm>
            <a:off x="2228784" y="5250233"/>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8" name="Rounded Rectangle 227">
            <a:extLst>
              <a:ext uri="{FF2B5EF4-FFF2-40B4-BE49-F238E27FC236}">
                <a16:creationId xmlns:a16="http://schemas.microsoft.com/office/drawing/2014/main" id="{B6C3469D-E190-D7E9-1524-953DC3E8A566}"/>
              </a:ext>
            </a:extLst>
          </p:cNvPr>
          <p:cNvSpPr>
            <a:spLocks noGrp="1"/>
          </p:cNvSpPr>
          <p:nvPr/>
        </p:nvSpPr>
        <p:spPr>
          <a:xfrm>
            <a:off x="2639334" y="5250233"/>
            <a:ext cx="360000" cy="360000"/>
          </a:xfrm>
          <a:prstGeom prst="roundRect">
            <a:avLst>
              <a:gd name="adj" fmla="val 11290"/>
            </a:avLst>
          </a:prstGeom>
          <a:solidFill>
            <a:srgbClr val="D9D9D9"/>
          </a:solidFill>
          <a:ln w="0">
            <a:noFill/>
          </a:ln>
        </p:spPr>
        <p:txBody>
          <a:bodyPr/>
          <a:lstStyle/>
          <a:p>
            <a:endParaRPr lang="en-US" dirty="0">
              <a:solidFill>
                <a:schemeClr val="bg1">
                  <a:lumMod val="95000"/>
                </a:schemeClr>
              </a:solidFill>
            </a:endParaRPr>
          </a:p>
        </p:txBody>
      </p:sp>
      <p:sp>
        <p:nvSpPr>
          <p:cNvPr id="229" name="Rounded Rectangle 228">
            <a:extLst>
              <a:ext uri="{FF2B5EF4-FFF2-40B4-BE49-F238E27FC236}">
                <a16:creationId xmlns:a16="http://schemas.microsoft.com/office/drawing/2014/main" id="{9F4D114B-8092-55EB-A561-42EDF947E42A}"/>
              </a:ext>
            </a:extLst>
          </p:cNvPr>
          <p:cNvSpPr>
            <a:spLocks noGrp="1"/>
          </p:cNvSpPr>
          <p:nvPr/>
        </p:nvSpPr>
        <p:spPr>
          <a:xfrm>
            <a:off x="3042645" y="5250233"/>
            <a:ext cx="360000" cy="360000"/>
          </a:xfrm>
          <a:prstGeom prst="roundRect">
            <a:avLst>
              <a:gd name="adj" fmla="val 11290"/>
            </a:avLst>
          </a:prstGeom>
          <a:solidFill>
            <a:srgbClr val="D9D9D9"/>
          </a:solidFill>
          <a:ln w="0">
            <a:noFill/>
          </a:ln>
        </p:spPr>
        <p:txBody>
          <a:bodyPr/>
          <a:lstStyle/>
          <a:p>
            <a:endParaRPr lang="en-US" dirty="0"/>
          </a:p>
        </p:txBody>
      </p:sp>
      <p:sp>
        <p:nvSpPr>
          <p:cNvPr id="230" name="TextBox 229">
            <a:extLst>
              <a:ext uri="{FF2B5EF4-FFF2-40B4-BE49-F238E27FC236}">
                <a16:creationId xmlns:a16="http://schemas.microsoft.com/office/drawing/2014/main" id="{0FE24AD1-94F8-631C-6A0B-B09FCE7ED556}"/>
              </a:ext>
            </a:extLst>
          </p:cNvPr>
          <p:cNvSpPr txBox="1"/>
          <p:nvPr/>
        </p:nvSpPr>
        <p:spPr>
          <a:xfrm>
            <a:off x="-834" y="3949379"/>
            <a:ext cx="1305674" cy="707886"/>
          </a:xfrm>
          <a:prstGeom prst="rect">
            <a:avLst/>
          </a:prstGeom>
          <a:noFill/>
        </p:spPr>
        <p:txBody>
          <a:bodyPr wrap="square" rtlCol="0">
            <a:spAutoFit/>
          </a:bodyPr>
          <a:lstStyle/>
          <a:p>
            <a:pPr algn="r"/>
            <a:r>
              <a:rPr lang="en-US" sz="2000" b="1" dirty="0">
                <a:solidFill>
                  <a:srgbClr val="A50908"/>
                </a:solidFill>
              </a:rPr>
              <a:t>Trigger</a:t>
            </a:r>
            <a:r>
              <a:rPr lang="zh-CN" altLang="en-US" sz="2000" b="1" dirty="0">
                <a:solidFill>
                  <a:srgbClr val="A50908"/>
                </a:solidFill>
              </a:rPr>
              <a:t> </a:t>
            </a:r>
            <a:r>
              <a:rPr lang="en-US" altLang="zh-CN" sz="2000" b="1" dirty="0">
                <a:solidFill>
                  <a:srgbClr val="A50908"/>
                </a:solidFill>
              </a:rPr>
              <a:t>PC1</a:t>
            </a:r>
            <a:endParaRPr lang="en-US" sz="2000" b="1" dirty="0">
              <a:solidFill>
                <a:srgbClr val="A50908"/>
              </a:solidFill>
            </a:endParaRPr>
          </a:p>
        </p:txBody>
      </p:sp>
      <p:sp>
        <p:nvSpPr>
          <p:cNvPr id="231" name="Right Arrow 230">
            <a:extLst>
              <a:ext uri="{FF2B5EF4-FFF2-40B4-BE49-F238E27FC236}">
                <a16:creationId xmlns:a16="http://schemas.microsoft.com/office/drawing/2014/main" id="{FFFEA985-EE4B-670D-02CD-AAEBFF352A7D}"/>
              </a:ext>
            </a:extLst>
          </p:cNvPr>
          <p:cNvSpPr/>
          <p:nvPr/>
        </p:nvSpPr>
        <p:spPr>
          <a:xfrm>
            <a:off x="1304840" y="4067051"/>
            <a:ext cx="296392" cy="176574"/>
          </a:xfrm>
          <a:prstGeom prst="rightArrow">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TextBox 231">
            <a:extLst>
              <a:ext uri="{FF2B5EF4-FFF2-40B4-BE49-F238E27FC236}">
                <a16:creationId xmlns:a16="http://schemas.microsoft.com/office/drawing/2014/main" id="{EFED0AC1-CB13-83C5-98F9-9FD1EC8A5EB5}"/>
              </a:ext>
            </a:extLst>
          </p:cNvPr>
          <p:cNvSpPr txBox="1"/>
          <p:nvPr/>
        </p:nvSpPr>
        <p:spPr>
          <a:xfrm>
            <a:off x="205275" y="3549197"/>
            <a:ext cx="1959117" cy="400110"/>
          </a:xfrm>
          <a:prstGeom prst="rect">
            <a:avLst/>
          </a:prstGeom>
          <a:noFill/>
        </p:spPr>
        <p:txBody>
          <a:bodyPr wrap="square" rtlCol="0">
            <a:spAutoFit/>
          </a:bodyPr>
          <a:lstStyle/>
          <a:p>
            <a:pPr algn="ctr"/>
            <a:r>
              <a:rPr lang="en-US" sz="2000" b="1" dirty="0"/>
              <a:t>Region B</a:t>
            </a:r>
          </a:p>
        </p:txBody>
      </p:sp>
      <p:sp>
        <p:nvSpPr>
          <p:cNvPr id="234" name="Rounded Rectangle 233">
            <a:extLst>
              <a:ext uri="{FF2B5EF4-FFF2-40B4-BE49-F238E27FC236}">
                <a16:creationId xmlns:a16="http://schemas.microsoft.com/office/drawing/2014/main" id="{3C438764-2130-5B0E-C13B-A7B9716DFF6C}"/>
              </a:ext>
            </a:extLst>
          </p:cNvPr>
          <p:cNvSpPr>
            <a:spLocks noGrp="1"/>
          </p:cNvSpPr>
          <p:nvPr/>
        </p:nvSpPr>
        <p:spPr>
          <a:xfrm>
            <a:off x="5217035" y="4567703"/>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35" name="Rounded Rectangle 234">
            <a:extLst>
              <a:ext uri="{FF2B5EF4-FFF2-40B4-BE49-F238E27FC236}">
                <a16:creationId xmlns:a16="http://schemas.microsoft.com/office/drawing/2014/main" id="{742EB924-7192-0FA5-9259-057F50653373}"/>
              </a:ext>
            </a:extLst>
          </p:cNvPr>
          <p:cNvSpPr>
            <a:spLocks noGrp="1"/>
          </p:cNvSpPr>
          <p:nvPr/>
        </p:nvSpPr>
        <p:spPr>
          <a:xfrm>
            <a:off x="5627585" y="4567703"/>
            <a:ext cx="360000" cy="360000"/>
          </a:xfrm>
          <a:prstGeom prst="roundRect">
            <a:avLst>
              <a:gd name="adj" fmla="val 11290"/>
            </a:avLst>
          </a:prstGeom>
          <a:solidFill>
            <a:srgbClr val="D9D9D9"/>
          </a:solidFill>
          <a:ln w="0">
            <a:noFill/>
          </a:ln>
        </p:spPr>
        <p:txBody>
          <a:bodyPr/>
          <a:lstStyle/>
          <a:p>
            <a:endParaRPr lang="en-US"/>
          </a:p>
        </p:txBody>
      </p:sp>
      <p:sp>
        <p:nvSpPr>
          <p:cNvPr id="236" name="Rounded Rectangle 235">
            <a:extLst>
              <a:ext uri="{FF2B5EF4-FFF2-40B4-BE49-F238E27FC236}">
                <a16:creationId xmlns:a16="http://schemas.microsoft.com/office/drawing/2014/main" id="{E1C91947-2479-897D-2348-33CBC4FB6E66}"/>
              </a:ext>
            </a:extLst>
          </p:cNvPr>
          <p:cNvSpPr>
            <a:spLocks noGrp="1"/>
          </p:cNvSpPr>
          <p:nvPr/>
        </p:nvSpPr>
        <p:spPr>
          <a:xfrm>
            <a:off x="6030896" y="4564190"/>
            <a:ext cx="360000" cy="360000"/>
          </a:xfrm>
          <a:prstGeom prst="roundRect">
            <a:avLst>
              <a:gd name="adj" fmla="val 11290"/>
            </a:avLst>
          </a:prstGeom>
          <a:solidFill>
            <a:srgbClr val="D9D9D9"/>
          </a:solidFill>
          <a:ln w="0">
            <a:noFill/>
          </a:ln>
        </p:spPr>
        <p:txBody>
          <a:bodyPr/>
          <a:lstStyle/>
          <a:p>
            <a:endParaRPr lang="en-US">
              <a:solidFill>
                <a:schemeClr val="bg1">
                  <a:lumMod val="75000"/>
                </a:schemeClr>
              </a:solidFill>
            </a:endParaRPr>
          </a:p>
        </p:txBody>
      </p:sp>
      <p:sp>
        <p:nvSpPr>
          <p:cNvPr id="237" name="Rounded Rectangle 236">
            <a:extLst>
              <a:ext uri="{FF2B5EF4-FFF2-40B4-BE49-F238E27FC236}">
                <a16:creationId xmlns:a16="http://schemas.microsoft.com/office/drawing/2014/main" id="{BB98CF2E-090B-CDDF-A223-D70D357FB229}"/>
              </a:ext>
            </a:extLst>
          </p:cNvPr>
          <p:cNvSpPr>
            <a:spLocks noGrp="1"/>
          </p:cNvSpPr>
          <p:nvPr/>
        </p:nvSpPr>
        <p:spPr>
          <a:xfrm>
            <a:off x="6655310" y="4566906"/>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38" name="Rounded Rectangle 237">
            <a:extLst>
              <a:ext uri="{FF2B5EF4-FFF2-40B4-BE49-F238E27FC236}">
                <a16:creationId xmlns:a16="http://schemas.microsoft.com/office/drawing/2014/main" id="{1FCE21DC-131F-EC71-121D-4F9E942E009D}"/>
              </a:ext>
            </a:extLst>
          </p:cNvPr>
          <p:cNvSpPr>
            <a:spLocks noGrp="1"/>
          </p:cNvSpPr>
          <p:nvPr/>
        </p:nvSpPr>
        <p:spPr>
          <a:xfrm>
            <a:off x="7065860" y="4566906"/>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39" name="Rounded Rectangle 238">
            <a:extLst>
              <a:ext uri="{FF2B5EF4-FFF2-40B4-BE49-F238E27FC236}">
                <a16:creationId xmlns:a16="http://schemas.microsoft.com/office/drawing/2014/main" id="{9F9FFD9D-AE3F-3288-8092-2E62DC2B151B}"/>
              </a:ext>
            </a:extLst>
          </p:cNvPr>
          <p:cNvSpPr>
            <a:spLocks noGrp="1"/>
          </p:cNvSpPr>
          <p:nvPr/>
        </p:nvSpPr>
        <p:spPr>
          <a:xfrm>
            <a:off x="7476410" y="4566906"/>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40" name="Rounded Rectangle 239">
            <a:extLst>
              <a:ext uri="{FF2B5EF4-FFF2-40B4-BE49-F238E27FC236}">
                <a16:creationId xmlns:a16="http://schemas.microsoft.com/office/drawing/2014/main" id="{DE55C0B5-4E9B-7FB8-5193-DDB637583FAA}"/>
              </a:ext>
            </a:extLst>
          </p:cNvPr>
          <p:cNvSpPr>
            <a:spLocks noGrp="1"/>
          </p:cNvSpPr>
          <p:nvPr/>
        </p:nvSpPr>
        <p:spPr>
          <a:xfrm>
            <a:off x="7879721" y="4566906"/>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41" name="Rounded Rectangle 240">
            <a:extLst>
              <a:ext uri="{FF2B5EF4-FFF2-40B4-BE49-F238E27FC236}">
                <a16:creationId xmlns:a16="http://schemas.microsoft.com/office/drawing/2014/main" id="{506C6790-5271-3CE5-CE2D-2428D27FEBCB}"/>
              </a:ext>
            </a:extLst>
          </p:cNvPr>
          <p:cNvSpPr>
            <a:spLocks noGrp="1"/>
          </p:cNvSpPr>
          <p:nvPr/>
        </p:nvSpPr>
        <p:spPr>
          <a:xfrm>
            <a:off x="8494661" y="4567703"/>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42" name="Rounded Rectangle 241">
            <a:extLst>
              <a:ext uri="{FF2B5EF4-FFF2-40B4-BE49-F238E27FC236}">
                <a16:creationId xmlns:a16="http://schemas.microsoft.com/office/drawing/2014/main" id="{7E4FD195-8696-4E7A-4680-8EA99C706281}"/>
              </a:ext>
            </a:extLst>
          </p:cNvPr>
          <p:cNvSpPr>
            <a:spLocks noGrp="1"/>
          </p:cNvSpPr>
          <p:nvPr/>
        </p:nvSpPr>
        <p:spPr>
          <a:xfrm>
            <a:off x="8905211" y="4567703"/>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43" name="Rounded Rectangle 242">
            <a:extLst>
              <a:ext uri="{FF2B5EF4-FFF2-40B4-BE49-F238E27FC236}">
                <a16:creationId xmlns:a16="http://schemas.microsoft.com/office/drawing/2014/main" id="{51288564-0024-95BB-7044-BE33C9C77AB1}"/>
              </a:ext>
            </a:extLst>
          </p:cNvPr>
          <p:cNvSpPr>
            <a:spLocks noGrp="1"/>
          </p:cNvSpPr>
          <p:nvPr/>
        </p:nvSpPr>
        <p:spPr>
          <a:xfrm>
            <a:off x="9315761" y="4567703"/>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44" name="Rounded Rectangle 243">
            <a:extLst>
              <a:ext uri="{FF2B5EF4-FFF2-40B4-BE49-F238E27FC236}">
                <a16:creationId xmlns:a16="http://schemas.microsoft.com/office/drawing/2014/main" id="{21E0EC4A-2E7F-C993-4B34-4566CD293041}"/>
              </a:ext>
            </a:extLst>
          </p:cNvPr>
          <p:cNvSpPr>
            <a:spLocks noGrp="1"/>
          </p:cNvSpPr>
          <p:nvPr/>
        </p:nvSpPr>
        <p:spPr>
          <a:xfrm>
            <a:off x="9719072" y="4567703"/>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45" name="Rounded Rectangle 244">
            <a:extLst>
              <a:ext uri="{FF2B5EF4-FFF2-40B4-BE49-F238E27FC236}">
                <a16:creationId xmlns:a16="http://schemas.microsoft.com/office/drawing/2014/main" id="{CFCD9895-638A-62B3-225C-9D3AA2F65489}"/>
              </a:ext>
            </a:extLst>
          </p:cNvPr>
          <p:cNvSpPr>
            <a:spLocks noGrp="1"/>
          </p:cNvSpPr>
          <p:nvPr/>
        </p:nvSpPr>
        <p:spPr>
          <a:xfrm>
            <a:off x="10343486" y="4566906"/>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46" name="Rounded Rectangle 245">
            <a:extLst>
              <a:ext uri="{FF2B5EF4-FFF2-40B4-BE49-F238E27FC236}">
                <a16:creationId xmlns:a16="http://schemas.microsoft.com/office/drawing/2014/main" id="{9C044D31-C21C-5021-B8D5-4889736B7CB1}"/>
              </a:ext>
            </a:extLst>
          </p:cNvPr>
          <p:cNvSpPr>
            <a:spLocks noGrp="1"/>
          </p:cNvSpPr>
          <p:nvPr/>
        </p:nvSpPr>
        <p:spPr>
          <a:xfrm>
            <a:off x="10754036" y="4566906"/>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47" name="Rounded Rectangle 246">
            <a:extLst>
              <a:ext uri="{FF2B5EF4-FFF2-40B4-BE49-F238E27FC236}">
                <a16:creationId xmlns:a16="http://schemas.microsoft.com/office/drawing/2014/main" id="{D4B89026-0383-6D0B-A200-F0F78EEF0C80}"/>
              </a:ext>
            </a:extLst>
          </p:cNvPr>
          <p:cNvSpPr>
            <a:spLocks noGrp="1"/>
          </p:cNvSpPr>
          <p:nvPr/>
        </p:nvSpPr>
        <p:spPr>
          <a:xfrm>
            <a:off x="11164586" y="4566906"/>
            <a:ext cx="360000" cy="360000"/>
          </a:xfrm>
          <a:prstGeom prst="roundRect">
            <a:avLst>
              <a:gd name="adj" fmla="val 11290"/>
            </a:avLst>
          </a:prstGeom>
          <a:solidFill>
            <a:srgbClr val="D9D9D9"/>
          </a:solidFill>
          <a:ln w="0">
            <a:noFill/>
          </a:ln>
        </p:spPr>
        <p:txBody>
          <a:bodyPr/>
          <a:lstStyle/>
          <a:p>
            <a:endParaRPr lang="en-US">
              <a:solidFill>
                <a:schemeClr val="bg1">
                  <a:lumMod val="95000"/>
                </a:schemeClr>
              </a:solidFill>
            </a:endParaRPr>
          </a:p>
        </p:txBody>
      </p:sp>
      <p:sp>
        <p:nvSpPr>
          <p:cNvPr id="248" name="Rounded Rectangle 247">
            <a:extLst>
              <a:ext uri="{FF2B5EF4-FFF2-40B4-BE49-F238E27FC236}">
                <a16:creationId xmlns:a16="http://schemas.microsoft.com/office/drawing/2014/main" id="{8839072B-A3E4-EE24-4D2E-486D444C4420}"/>
              </a:ext>
            </a:extLst>
          </p:cNvPr>
          <p:cNvSpPr>
            <a:spLocks noGrp="1"/>
          </p:cNvSpPr>
          <p:nvPr/>
        </p:nvSpPr>
        <p:spPr>
          <a:xfrm>
            <a:off x="11567897" y="4566906"/>
            <a:ext cx="360000" cy="360000"/>
          </a:xfrm>
          <a:prstGeom prst="roundRect">
            <a:avLst>
              <a:gd name="adj" fmla="val 11290"/>
            </a:avLst>
          </a:prstGeom>
          <a:solidFill>
            <a:srgbClr val="D9D9D9"/>
          </a:solidFill>
          <a:ln w="0">
            <a:noFill/>
          </a:ln>
        </p:spPr>
        <p:txBody>
          <a:bodyPr/>
          <a:lstStyle/>
          <a:p>
            <a:endParaRPr lang="en-US">
              <a:solidFill>
                <a:schemeClr val="tx1">
                  <a:lumMod val="85000"/>
                  <a:lumOff val="15000"/>
                </a:schemeClr>
              </a:solidFill>
            </a:endParaRPr>
          </a:p>
        </p:txBody>
      </p:sp>
      <p:sp>
        <p:nvSpPr>
          <p:cNvPr id="249" name="TextBox 248">
            <a:extLst>
              <a:ext uri="{FF2B5EF4-FFF2-40B4-BE49-F238E27FC236}">
                <a16:creationId xmlns:a16="http://schemas.microsoft.com/office/drawing/2014/main" id="{AAE27A84-E4AB-795E-F6F1-9EEDC4A22CC3}"/>
              </a:ext>
            </a:extLst>
          </p:cNvPr>
          <p:cNvSpPr txBox="1"/>
          <p:nvPr/>
        </p:nvSpPr>
        <p:spPr>
          <a:xfrm>
            <a:off x="6652008" y="4872584"/>
            <a:ext cx="360000" cy="276999"/>
          </a:xfrm>
          <a:prstGeom prst="rect">
            <a:avLst/>
          </a:prstGeom>
          <a:noFill/>
        </p:spPr>
        <p:txBody>
          <a:bodyPr wrap="square" rtlCol="0">
            <a:spAutoFit/>
          </a:bodyPr>
          <a:lstStyle/>
          <a:p>
            <a:pPr algn="ctr"/>
            <a:r>
              <a:rPr lang="en-US" sz="1200" b="1" dirty="0"/>
              <a:t>+</a:t>
            </a:r>
            <a:r>
              <a:rPr lang="en-US" altLang="zh-CN" sz="1200" b="1" dirty="0"/>
              <a:t>5</a:t>
            </a:r>
            <a:endParaRPr lang="en-US" sz="1200" b="1" dirty="0"/>
          </a:p>
        </p:txBody>
      </p:sp>
      <p:sp>
        <p:nvSpPr>
          <p:cNvPr id="250" name="TextBox 249">
            <a:extLst>
              <a:ext uri="{FF2B5EF4-FFF2-40B4-BE49-F238E27FC236}">
                <a16:creationId xmlns:a16="http://schemas.microsoft.com/office/drawing/2014/main" id="{29361513-6D0E-F280-F0CC-F79917ABB341}"/>
              </a:ext>
            </a:extLst>
          </p:cNvPr>
          <p:cNvSpPr txBox="1"/>
          <p:nvPr/>
        </p:nvSpPr>
        <p:spPr>
          <a:xfrm>
            <a:off x="7065860" y="4872584"/>
            <a:ext cx="360000" cy="276999"/>
          </a:xfrm>
          <a:prstGeom prst="rect">
            <a:avLst/>
          </a:prstGeom>
          <a:noFill/>
        </p:spPr>
        <p:txBody>
          <a:bodyPr wrap="square" rtlCol="0">
            <a:spAutoFit/>
          </a:bodyPr>
          <a:lstStyle/>
          <a:p>
            <a:pPr algn="ctr"/>
            <a:r>
              <a:rPr lang="en-US" sz="1200" b="1" dirty="0"/>
              <a:t>+</a:t>
            </a:r>
            <a:r>
              <a:rPr lang="en-US" altLang="zh-CN" sz="1200" b="1" dirty="0"/>
              <a:t>6</a:t>
            </a:r>
            <a:endParaRPr lang="en-US" sz="1200" b="1" dirty="0"/>
          </a:p>
        </p:txBody>
      </p:sp>
      <p:sp>
        <p:nvSpPr>
          <p:cNvPr id="251" name="TextBox 250">
            <a:extLst>
              <a:ext uri="{FF2B5EF4-FFF2-40B4-BE49-F238E27FC236}">
                <a16:creationId xmlns:a16="http://schemas.microsoft.com/office/drawing/2014/main" id="{788357C1-F214-CB17-D8D8-A53D5D573ABB}"/>
              </a:ext>
            </a:extLst>
          </p:cNvPr>
          <p:cNvSpPr txBox="1"/>
          <p:nvPr/>
        </p:nvSpPr>
        <p:spPr>
          <a:xfrm>
            <a:off x="7476157" y="4872584"/>
            <a:ext cx="360000" cy="276999"/>
          </a:xfrm>
          <a:prstGeom prst="rect">
            <a:avLst/>
          </a:prstGeom>
          <a:noFill/>
        </p:spPr>
        <p:txBody>
          <a:bodyPr wrap="square" rtlCol="0">
            <a:spAutoFit/>
          </a:bodyPr>
          <a:lstStyle/>
          <a:p>
            <a:pPr algn="ctr"/>
            <a:r>
              <a:rPr lang="en-US" sz="1200" b="1" dirty="0"/>
              <a:t>+</a:t>
            </a:r>
            <a:r>
              <a:rPr lang="en-US" altLang="zh-CN" sz="1200" b="1" dirty="0"/>
              <a:t>7</a:t>
            </a:r>
            <a:endParaRPr lang="en-US" sz="1200" b="1" dirty="0"/>
          </a:p>
        </p:txBody>
      </p:sp>
      <p:sp>
        <p:nvSpPr>
          <p:cNvPr id="252" name="TextBox 251">
            <a:extLst>
              <a:ext uri="{FF2B5EF4-FFF2-40B4-BE49-F238E27FC236}">
                <a16:creationId xmlns:a16="http://schemas.microsoft.com/office/drawing/2014/main" id="{1698C48A-A9E4-4AB4-84F5-47252BF0328C}"/>
              </a:ext>
            </a:extLst>
          </p:cNvPr>
          <p:cNvSpPr txBox="1"/>
          <p:nvPr/>
        </p:nvSpPr>
        <p:spPr>
          <a:xfrm>
            <a:off x="7890009" y="4872584"/>
            <a:ext cx="360000" cy="276999"/>
          </a:xfrm>
          <a:prstGeom prst="rect">
            <a:avLst/>
          </a:prstGeom>
          <a:noFill/>
        </p:spPr>
        <p:txBody>
          <a:bodyPr wrap="square" rtlCol="0">
            <a:spAutoFit/>
          </a:bodyPr>
          <a:lstStyle/>
          <a:p>
            <a:pPr algn="ctr"/>
            <a:r>
              <a:rPr lang="en-US" sz="1200" b="1" dirty="0"/>
              <a:t>+</a:t>
            </a:r>
            <a:r>
              <a:rPr lang="en-US" altLang="zh-CN" sz="1200" b="1" dirty="0"/>
              <a:t>8</a:t>
            </a:r>
            <a:endParaRPr lang="en-US" sz="1200" b="1" dirty="0"/>
          </a:p>
        </p:txBody>
      </p:sp>
      <p:sp>
        <p:nvSpPr>
          <p:cNvPr id="253" name="TextBox 252">
            <a:extLst>
              <a:ext uri="{FF2B5EF4-FFF2-40B4-BE49-F238E27FC236}">
                <a16:creationId xmlns:a16="http://schemas.microsoft.com/office/drawing/2014/main" id="{E419675D-1873-268E-2397-5AA06FA1EDC5}"/>
              </a:ext>
            </a:extLst>
          </p:cNvPr>
          <p:cNvSpPr txBox="1"/>
          <p:nvPr/>
        </p:nvSpPr>
        <p:spPr>
          <a:xfrm>
            <a:off x="8490545" y="4872214"/>
            <a:ext cx="360000" cy="276999"/>
          </a:xfrm>
          <a:prstGeom prst="rect">
            <a:avLst/>
          </a:prstGeom>
          <a:noFill/>
        </p:spPr>
        <p:txBody>
          <a:bodyPr wrap="square" rtlCol="0">
            <a:spAutoFit/>
          </a:bodyPr>
          <a:lstStyle/>
          <a:p>
            <a:pPr algn="ctr"/>
            <a:r>
              <a:rPr lang="en-US" sz="1200" b="1" dirty="0"/>
              <a:t>+</a:t>
            </a:r>
            <a:r>
              <a:rPr lang="en-US" altLang="zh-CN" sz="1200" b="1" dirty="0"/>
              <a:t>9</a:t>
            </a:r>
            <a:endParaRPr lang="en-US" sz="1200" b="1" dirty="0"/>
          </a:p>
        </p:txBody>
      </p:sp>
      <p:sp>
        <p:nvSpPr>
          <p:cNvPr id="254" name="TextBox 253">
            <a:extLst>
              <a:ext uri="{FF2B5EF4-FFF2-40B4-BE49-F238E27FC236}">
                <a16:creationId xmlns:a16="http://schemas.microsoft.com/office/drawing/2014/main" id="{F19E0BB6-B31B-10AE-DEB2-C886BC705319}"/>
              </a:ext>
            </a:extLst>
          </p:cNvPr>
          <p:cNvSpPr txBox="1"/>
          <p:nvPr/>
        </p:nvSpPr>
        <p:spPr>
          <a:xfrm>
            <a:off x="8837157" y="4872214"/>
            <a:ext cx="512608" cy="276999"/>
          </a:xfrm>
          <a:prstGeom prst="rect">
            <a:avLst/>
          </a:prstGeom>
          <a:noFill/>
        </p:spPr>
        <p:txBody>
          <a:bodyPr wrap="square" rtlCol="0">
            <a:spAutoFit/>
          </a:bodyPr>
          <a:lstStyle/>
          <a:p>
            <a:pPr algn="ctr"/>
            <a:r>
              <a:rPr lang="en-US" sz="1200" b="1" dirty="0"/>
              <a:t>+</a:t>
            </a:r>
            <a:r>
              <a:rPr lang="en-US" altLang="zh-CN" sz="1200" b="1" dirty="0"/>
              <a:t>10</a:t>
            </a:r>
            <a:endParaRPr lang="en-US" sz="1200" b="1" dirty="0"/>
          </a:p>
        </p:txBody>
      </p:sp>
      <p:sp>
        <p:nvSpPr>
          <p:cNvPr id="255" name="TextBox 254">
            <a:extLst>
              <a:ext uri="{FF2B5EF4-FFF2-40B4-BE49-F238E27FC236}">
                <a16:creationId xmlns:a16="http://schemas.microsoft.com/office/drawing/2014/main" id="{6EC8F6CA-74AF-4DE1-6801-D73A401BC781}"/>
              </a:ext>
            </a:extLst>
          </p:cNvPr>
          <p:cNvSpPr txBox="1"/>
          <p:nvPr/>
        </p:nvSpPr>
        <p:spPr>
          <a:xfrm>
            <a:off x="9243011" y="4872214"/>
            <a:ext cx="512608" cy="276999"/>
          </a:xfrm>
          <a:prstGeom prst="rect">
            <a:avLst/>
          </a:prstGeom>
          <a:noFill/>
        </p:spPr>
        <p:txBody>
          <a:bodyPr wrap="square" rtlCol="0">
            <a:spAutoFit/>
          </a:bodyPr>
          <a:lstStyle/>
          <a:p>
            <a:pPr algn="ctr"/>
            <a:r>
              <a:rPr lang="en-US" sz="1200" b="1" dirty="0"/>
              <a:t>+</a:t>
            </a:r>
            <a:r>
              <a:rPr lang="en-US" altLang="zh-CN" sz="1200" b="1" dirty="0"/>
              <a:t>11</a:t>
            </a:r>
            <a:endParaRPr lang="en-US" sz="1200" b="1" dirty="0"/>
          </a:p>
        </p:txBody>
      </p:sp>
      <p:sp>
        <p:nvSpPr>
          <p:cNvPr id="256" name="TextBox 255">
            <a:extLst>
              <a:ext uri="{FF2B5EF4-FFF2-40B4-BE49-F238E27FC236}">
                <a16:creationId xmlns:a16="http://schemas.microsoft.com/office/drawing/2014/main" id="{4ABC6C94-1CA3-008D-B0C3-E558819D8BA3}"/>
              </a:ext>
            </a:extLst>
          </p:cNvPr>
          <p:cNvSpPr txBox="1"/>
          <p:nvPr/>
        </p:nvSpPr>
        <p:spPr>
          <a:xfrm>
            <a:off x="9642768" y="4876659"/>
            <a:ext cx="512608" cy="276999"/>
          </a:xfrm>
          <a:prstGeom prst="rect">
            <a:avLst/>
          </a:prstGeom>
          <a:noFill/>
        </p:spPr>
        <p:txBody>
          <a:bodyPr wrap="square" rtlCol="0">
            <a:spAutoFit/>
          </a:bodyPr>
          <a:lstStyle/>
          <a:p>
            <a:pPr algn="ctr"/>
            <a:r>
              <a:rPr lang="en-US" sz="1200" b="1" dirty="0"/>
              <a:t>+</a:t>
            </a:r>
            <a:r>
              <a:rPr lang="en-US" altLang="zh-CN" sz="1200" b="1" dirty="0"/>
              <a:t>12</a:t>
            </a:r>
            <a:endParaRPr lang="en-US" sz="1200" b="1" dirty="0"/>
          </a:p>
        </p:txBody>
      </p:sp>
      <p:sp>
        <p:nvSpPr>
          <p:cNvPr id="257" name="TextBox 256">
            <a:extLst>
              <a:ext uri="{FF2B5EF4-FFF2-40B4-BE49-F238E27FC236}">
                <a16:creationId xmlns:a16="http://schemas.microsoft.com/office/drawing/2014/main" id="{477B8F00-675B-295E-FD86-67EE6AC7EF59}"/>
              </a:ext>
            </a:extLst>
          </p:cNvPr>
          <p:cNvSpPr txBox="1"/>
          <p:nvPr/>
        </p:nvSpPr>
        <p:spPr>
          <a:xfrm>
            <a:off x="10269279" y="4874538"/>
            <a:ext cx="512608" cy="276999"/>
          </a:xfrm>
          <a:prstGeom prst="rect">
            <a:avLst/>
          </a:prstGeom>
          <a:noFill/>
        </p:spPr>
        <p:txBody>
          <a:bodyPr wrap="square" rtlCol="0">
            <a:spAutoFit/>
          </a:bodyPr>
          <a:lstStyle/>
          <a:p>
            <a:pPr algn="ctr"/>
            <a:r>
              <a:rPr lang="en-US" sz="1200" b="1" dirty="0"/>
              <a:t>+</a:t>
            </a:r>
            <a:r>
              <a:rPr lang="en-US" altLang="zh-CN" sz="1200" b="1" dirty="0"/>
              <a:t>13</a:t>
            </a:r>
            <a:endParaRPr lang="en-US" sz="1200" b="1" dirty="0"/>
          </a:p>
        </p:txBody>
      </p:sp>
      <p:sp>
        <p:nvSpPr>
          <p:cNvPr id="258" name="TextBox 257">
            <a:extLst>
              <a:ext uri="{FF2B5EF4-FFF2-40B4-BE49-F238E27FC236}">
                <a16:creationId xmlns:a16="http://schemas.microsoft.com/office/drawing/2014/main" id="{732BBB91-5089-044B-B249-D9722D0E9380}"/>
              </a:ext>
            </a:extLst>
          </p:cNvPr>
          <p:cNvSpPr txBox="1"/>
          <p:nvPr/>
        </p:nvSpPr>
        <p:spPr>
          <a:xfrm>
            <a:off x="10675133" y="4874538"/>
            <a:ext cx="512608" cy="276999"/>
          </a:xfrm>
          <a:prstGeom prst="rect">
            <a:avLst/>
          </a:prstGeom>
          <a:noFill/>
        </p:spPr>
        <p:txBody>
          <a:bodyPr wrap="square" rtlCol="0">
            <a:spAutoFit/>
          </a:bodyPr>
          <a:lstStyle/>
          <a:p>
            <a:pPr algn="ctr"/>
            <a:r>
              <a:rPr lang="en-US" sz="1200" b="1" dirty="0"/>
              <a:t>+</a:t>
            </a:r>
            <a:r>
              <a:rPr lang="en-US" altLang="zh-CN" sz="1200" b="1" dirty="0"/>
              <a:t>14</a:t>
            </a:r>
            <a:endParaRPr lang="en-US" sz="1200" b="1" dirty="0"/>
          </a:p>
        </p:txBody>
      </p:sp>
      <p:sp>
        <p:nvSpPr>
          <p:cNvPr id="259" name="TextBox 258">
            <a:extLst>
              <a:ext uri="{FF2B5EF4-FFF2-40B4-BE49-F238E27FC236}">
                <a16:creationId xmlns:a16="http://schemas.microsoft.com/office/drawing/2014/main" id="{004D8012-ED11-5EEB-0703-846084A23626}"/>
              </a:ext>
            </a:extLst>
          </p:cNvPr>
          <p:cNvSpPr txBox="1"/>
          <p:nvPr/>
        </p:nvSpPr>
        <p:spPr>
          <a:xfrm>
            <a:off x="11074890" y="4878983"/>
            <a:ext cx="512608" cy="276999"/>
          </a:xfrm>
          <a:prstGeom prst="rect">
            <a:avLst/>
          </a:prstGeom>
          <a:noFill/>
        </p:spPr>
        <p:txBody>
          <a:bodyPr wrap="square" rtlCol="0">
            <a:spAutoFit/>
          </a:bodyPr>
          <a:lstStyle/>
          <a:p>
            <a:pPr algn="ctr"/>
            <a:r>
              <a:rPr lang="en-US" sz="1200" b="1" dirty="0"/>
              <a:t>+</a:t>
            </a:r>
            <a:r>
              <a:rPr lang="en-US" altLang="zh-CN" sz="1200" b="1" dirty="0"/>
              <a:t>15</a:t>
            </a:r>
            <a:endParaRPr lang="en-US" sz="1200" b="1" dirty="0"/>
          </a:p>
        </p:txBody>
      </p:sp>
      <p:sp>
        <p:nvSpPr>
          <p:cNvPr id="260" name="TextBox 259">
            <a:extLst>
              <a:ext uri="{FF2B5EF4-FFF2-40B4-BE49-F238E27FC236}">
                <a16:creationId xmlns:a16="http://schemas.microsoft.com/office/drawing/2014/main" id="{74871073-69EE-2E32-E274-783D668DA478}"/>
              </a:ext>
            </a:extLst>
          </p:cNvPr>
          <p:cNvSpPr txBox="1"/>
          <p:nvPr/>
        </p:nvSpPr>
        <p:spPr>
          <a:xfrm>
            <a:off x="11491593" y="4872213"/>
            <a:ext cx="512608" cy="276999"/>
          </a:xfrm>
          <a:prstGeom prst="rect">
            <a:avLst/>
          </a:prstGeom>
          <a:noFill/>
        </p:spPr>
        <p:txBody>
          <a:bodyPr wrap="square" rtlCol="0">
            <a:spAutoFit/>
          </a:bodyPr>
          <a:lstStyle/>
          <a:p>
            <a:pPr algn="ctr"/>
            <a:r>
              <a:rPr lang="en-US" sz="1200" b="1" dirty="0"/>
              <a:t>+</a:t>
            </a:r>
            <a:r>
              <a:rPr lang="en-US" altLang="zh-CN" sz="1200" b="1" dirty="0"/>
              <a:t>16</a:t>
            </a:r>
            <a:endParaRPr lang="en-US" sz="1200" b="1" dirty="0"/>
          </a:p>
        </p:txBody>
      </p:sp>
      <p:sp>
        <p:nvSpPr>
          <p:cNvPr id="261" name="Bent Arrow 260">
            <a:extLst>
              <a:ext uri="{FF2B5EF4-FFF2-40B4-BE49-F238E27FC236}">
                <a16:creationId xmlns:a16="http://schemas.microsoft.com/office/drawing/2014/main" id="{232E6668-17E3-26B0-3C6C-AC05EAC85126}"/>
              </a:ext>
            </a:extLst>
          </p:cNvPr>
          <p:cNvSpPr/>
          <p:nvPr/>
        </p:nvSpPr>
        <p:spPr>
          <a:xfrm rot="10800000" flipH="1">
            <a:off x="5496663" y="3093015"/>
            <a:ext cx="755049" cy="686300"/>
          </a:xfrm>
          <a:prstGeom prst="ben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Footer Placeholder 2">
            <a:extLst>
              <a:ext uri="{FF2B5EF4-FFF2-40B4-BE49-F238E27FC236}">
                <a16:creationId xmlns:a16="http://schemas.microsoft.com/office/drawing/2014/main" id="{EBF26F48-11B3-A26B-04D0-B924B30CBDE1}"/>
              </a:ext>
            </a:extLst>
          </p:cNvPr>
          <p:cNvSpPr>
            <a:spLocks noGrp="1"/>
          </p:cNvSpPr>
          <p:nvPr>
            <p:ph type="ftr" sz="quarter" idx="11"/>
          </p:nvPr>
        </p:nvSpPr>
        <p:spPr/>
        <p:txBody>
          <a:bodyPr/>
          <a:lstStyle/>
          <a:p>
            <a:r>
              <a:rPr lang="en-US"/>
              <a:t>yh653@cam.ac.uk</a:t>
            </a:r>
            <a:endParaRPr lang="en-GB" sz="1600" dirty="0"/>
          </a:p>
        </p:txBody>
      </p:sp>
      <p:sp>
        <p:nvSpPr>
          <p:cNvPr id="11" name="Slide Number Placeholder 10">
            <a:extLst>
              <a:ext uri="{FF2B5EF4-FFF2-40B4-BE49-F238E27FC236}">
                <a16:creationId xmlns:a16="http://schemas.microsoft.com/office/drawing/2014/main" id="{F3A68705-439F-00F6-67AA-244718D0BE9E}"/>
              </a:ext>
            </a:extLst>
          </p:cNvPr>
          <p:cNvSpPr>
            <a:spLocks noGrp="1"/>
          </p:cNvSpPr>
          <p:nvPr>
            <p:ph type="sldNum" sz="quarter" idx="10"/>
          </p:nvPr>
        </p:nvSpPr>
        <p:spPr/>
        <p:txBody>
          <a:bodyPr/>
          <a:lstStyle/>
          <a:p>
            <a:fld id="{A04C8923-7248-483A-ACCB-0382A1F5224A}" type="slidenum">
              <a:rPr lang="en-GB" smtClean="0"/>
              <a:t>6</a:t>
            </a:fld>
            <a:endParaRPr lang="en-GB"/>
          </a:p>
        </p:txBody>
      </p:sp>
    </p:spTree>
    <p:extLst>
      <p:ext uri="{BB962C8B-B14F-4D97-AF65-F5344CB8AC3E}">
        <p14:creationId xmlns:p14="http://schemas.microsoft.com/office/powerpoint/2010/main" val="177958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6"/>
                                        </p:tgtEl>
                                        <p:attrNameLst>
                                          <p:attrName>fillcolor</p:attrName>
                                        </p:attrNameLst>
                                      </p:cBhvr>
                                      <p:to>
                                        <a:srgbClr val="A50708"/>
                                      </p:to>
                                    </p:animClr>
                                    <p:set>
                                      <p:cBhvr>
                                        <p:cTn id="7" dur="1000" fill="hold"/>
                                        <p:tgtEl>
                                          <p:spTgt spid="6"/>
                                        </p:tgtEl>
                                        <p:attrNameLst>
                                          <p:attrName>fill.type</p:attrName>
                                        </p:attrNameLst>
                                      </p:cBhvr>
                                      <p:to>
                                        <p:strVal val="solid"/>
                                      </p:to>
                                    </p:set>
                                    <p:set>
                                      <p:cBhvr>
                                        <p:cTn id="8" dur="1000" fill="hold"/>
                                        <p:tgtEl>
                                          <p:spTgt spid="6"/>
                                        </p:tgtEl>
                                        <p:attrNameLst>
                                          <p:attrName>fill.on</p:attrName>
                                        </p:attrNameLst>
                                      </p:cBhvr>
                                      <p:to>
                                        <p:strVal val="true"/>
                                      </p:to>
                                    </p:set>
                                  </p:childTnLst>
                                </p:cTn>
                              </p:par>
                              <p:par>
                                <p:cTn id="9" presetID="10" presetClass="entr" presetSubtype="0" fill="hold" grpId="0" nodeType="with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fade">
                                      <p:cBhvr>
                                        <p:cTn id="11" dur="1000"/>
                                        <p:tgtEl>
                                          <p:spTgt spid="94"/>
                                        </p:tgtEl>
                                      </p:cBhvr>
                                    </p:animEffect>
                                  </p:childTnLst>
                                </p:cTn>
                              </p:par>
                              <p:par>
                                <p:cTn id="12" presetID="10" presetClass="entr" presetSubtype="0" fill="hold"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fade">
                                      <p:cBhvr>
                                        <p:cTn id="14" dur="1000"/>
                                        <p:tgtEl>
                                          <p:spTgt spid="9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fade">
                                      <p:cBhvr>
                                        <p:cTn id="17" dur="500"/>
                                        <p:tgtEl>
                                          <p:spTgt spid="10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2"/>
                                        </p:tgtEl>
                                        <p:attrNameLst>
                                          <p:attrName>style.visibility</p:attrName>
                                        </p:attrNameLst>
                                      </p:cBhvr>
                                      <p:to>
                                        <p:strVal val="visible"/>
                                      </p:to>
                                    </p:set>
                                    <p:animEffect transition="in" filter="fade">
                                      <p:cBhvr>
                                        <p:cTn id="20" dur="1000"/>
                                        <p:tgtEl>
                                          <p:spTgt spid="92"/>
                                        </p:tgtEl>
                                      </p:cBhvr>
                                    </p:animEffect>
                                  </p:childTnLst>
                                </p:cTn>
                              </p:par>
                              <p:par>
                                <p:cTn id="21" presetID="1" presetClass="entr" presetSubtype="0" fill="hold" grpId="0" nodeType="withEffect">
                                  <p:stCondLst>
                                    <p:cond delay="0"/>
                                  </p:stCondLst>
                                  <p:iterate type="lt">
                                    <p:tmAbs val="0"/>
                                  </p:iterate>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0" presetClass="entr" presetSubtype="0" fill="hold" grpId="1" nodeType="with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500"/>
                                        <p:tgtEl>
                                          <p:spTgt spid="99"/>
                                        </p:tgtEl>
                                      </p:cBhvr>
                                    </p:animEffect>
                                  </p:childTnLst>
                                </p:cTn>
                              </p:par>
                              <p:par>
                                <p:cTn id="28" presetID="1" presetClass="emph" presetSubtype="2" fill="hold" grpId="0" nodeType="withEffect">
                                  <p:stCondLst>
                                    <p:cond delay="0"/>
                                  </p:stCondLst>
                                  <p:childTnLst>
                                    <p:animClr clrSpc="rgb" dir="cw">
                                      <p:cBhvr>
                                        <p:cTn id="29" dur="500" fill="hold"/>
                                        <p:tgtEl>
                                          <p:spTgt spid="99"/>
                                        </p:tgtEl>
                                        <p:attrNameLst>
                                          <p:attrName>fillcolor</p:attrName>
                                        </p:attrNameLst>
                                      </p:cBhvr>
                                      <p:to>
                                        <a:srgbClr val="A50708"/>
                                      </p:to>
                                    </p:animClr>
                                    <p:set>
                                      <p:cBhvr>
                                        <p:cTn id="30" dur="500" fill="hold"/>
                                        <p:tgtEl>
                                          <p:spTgt spid="99"/>
                                        </p:tgtEl>
                                        <p:attrNameLst>
                                          <p:attrName>fill.type</p:attrName>
                                        </p:attrNameLst>
                                      </p:cBhvr>
                                      <p:to>
                                        <p:strVal val="solid"/>
                                      </p:to>
                                    </p:set>
                                    <p:set>
                                      <p:cBhvr>
                                        <p:cTn id="31" dur="500" fill="hold"/>
                                        <p:tgtEl>
                                          <p:spTgt spid="99"/>
                                        </p:tgtEl>
                                        <p:attrNameLst>
                                          <p:attrName>fill.on</p:attrName>
                                        </p:attrNameLst>
                                      </p:cBhvr>
                                      <p:to>
                                        <p:strVal val="true"/>
                                      </p:to>
                                    </p:set>
                                  </p:childTnLst>
                                </p:cTn>
                              </p:par>
                              <p:par>
                                <p:cTn id="32" presetID="10" presetClass="entr" presetSubtype="0" fill="hold" grpId="0" nodeType="withEffect">
                                  <p:stCondLst>
                                    <p:cond delay="0"/>
                                  </p:stCondLst>
                                  <p:childTnLst>
                                    <p:set>
                                      <p:cBhvr>
                                        <p:cTn id="33" dur="1" fill="hold">
                                          <p:stCondLst>
                                            <p:cond delay="0"/>
                                          </p:stCondLst>
                                        </p:cTn>
                                        <p:tgtEl>
                                          <p:spTgt spid="126"/>
                                        </p:tgtEl>
                                        <p:attrNameLst>
                                          <p:attrName>style.visibility</p:attrName>
                                        </p:attrNameLst>
                                      </p:cBhvr>
                                      <p:to>
                                        <p:strVal val="visible"/>
                                      </p:to>
                                    </p:set>
                                    <p:animEffect transition="in" filter="fade">
                                      <p:cBhvr>
                                        <p:cTn id="34" dur="500"/>
                                        <p:tgtEl>
                                          <p:spTgt spid="1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7"/>
                                        </p:tgtEl>
                                        <p:attrNameLst>
                                          <p:attrName>style.visibility</p:attrName>
                                        </p:attrNameLst>
                                      </p:cBhvr>
                                      <p:to>
                                        <p:strVal val="visible"/>
                                      </p:to>
                                    </p:set>
                                    <p:animEffect transition="in" filter="fade">
                                      <p:cBhvr>
                                        <p:cTn id="37" dur="500"/>
                                        <p:tgtEl>
                                          <p:spTgt spid="1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8"/>
                                        </p:tgtEl>
                                        <p:attrNameLst>
                                          <p:attrName>style.visibility</p:attrName>
                                        </p:attrNameLst>
                                      </p:cBhvr>
                                      <p:to>
                                        <p:strVal val="visible"/>
                                      </p:to>
                                    </p:set>
                                    <p:animEffect transition="in" filter="fade">
                                      <p:cBhvr>
                                        <p:cTn id="40" dur="500"/>
                                        <p:tgtEl>
                                          <p:spTgt spid="1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9"/>
                                        </p:tgtEl>
                                        <p:attrNameLst>
                                          <p:attrName>style.visibility</p:attrName>
                                        </p:attrNameLst>
                                      </p:cBhvr>
                                      <p:to>
                                        <p:strVal val="visible"/>
                                      </p:to>
                                    </p:set>
                                    <p:animEffect transition="in" filter="fade">
                                      <p:cBhvr>
                                        <p:cTn id="43" dur="500"/>
                                        <p:tgtEl>
                                          <p:spTgt spid="1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5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500"/>
                                        <p:tgtEl>
                                          <p:spTgt spid="40"/>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500"/>
                                        <p:tgtEl>
                                          <p:spTgt spid="41"/>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500"/>
                                        <p:tgtEl>
                                          <p:spTgt spid="42"/>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500"/>
                                        <p:tgtEl>
                                          <p:spTgt spid="4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500"/>
                                        <p:tgtEl>
                                          <p:spTgt spid="4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0"/>
                                        </p:tgtEl>
                                        <p:attrNameLst>
                                          <p:attrName>style.visibility</p:attrName>
                                        </p:attrNameLst>
                                      </p:cBhvr>
                                      <p:to>
                                        <p:strVal val="visible"/>
                                      </p:to>
                                    </p:set>
                                    <p:animEffect transition="in" filter="fade">
                                      <p:cBhvr>
                                        <p:cTn id="91" dur="500"/>
                                        <p:tgtEl>
                                          <p:spTgt spid="5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fade">
                                      <p:cBhvr>
                                        <p:cTn id="94" dur="500"/>
                                        <p:tgtEl>
                                          <p:spTgt spid="5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7"/>
                                        </p:tgtEl>
                                        <p:attrNameLst>
                                          <p:attrName>style.visibility</p:attrName>
                                        </p:attrNameLst>
                                      </p:cBhvr>
                                      <p:to>
                                        <p:strVal val="visible"/>
                                      </p:to>
                                    </p:set>
                                    <p:animEffect transition="in" filter="fade">
                                      <p:cBhvr>
                                        <p:cTn id="97" dur="500"/>
                                        <p:tgtEl>
                                          <p:spTgt spid="5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500"/>
                                        <p:tgtEl>
                                          <p:spTgt spid="6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96"/>
                                        </p:tgtEl>
                                        <p:attrNameLst>
                                          <p:attrName>style.visibility</p:attrName>
                                        </p:attrNameLst>
                                      </p:cBhvr>
                                      <p:to>
                                        <p:strVal val="visible"/>
                                      </p:to>
                                    </p:set>
                                    <p:animEffect transition="in" filter="fade">
                                      <p:cBhvr>
                                        <p:cTn id="103" dur="500"/>
                                        <p:tgtEl>
                                          <p:spTgt spid="9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98"/>
                                        </p:tgtEl>
                                        <p:attrNameLst>
                                          <p:attrName>style.visibility</p:attrName>
                                        </p:attrNameLst>
                                      </p:cBhvr>
                                      <p:to>
                                        <p:strVal val="visible"/>
                                      </p:to>
                                    </p:set>
                                    <p:animEffect transition="in" filter="fade">
                                      <p:cBhvr>
                                        <p:cTn id="106" dur="500"/>
                                        <p:tgtEl>
                                          <p:spTgt spid="9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fade">
                                      <p:cBhvr>
                                        <p:cTn id="109" dur="500"/>
                                        <p:tgtEl>
                                          <p:spTgt spid="10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38"/>
                                        </p:tgtEl>
                                        <p:attrNameLst>
                                          <p:attrName>style.visibility</p:attrName>
                                        </p:attrNameLst>
                                      </p:cBhvr>
                                      <p:to>
                                        <p:strVal val="visible"/>
                                      </p:to>
                                    </p:set>
                                    <p:animEffect transition="in" filter="fade">
                                      <p:cBhvr>
                                        <p:cTn id="115" dur="500"/>
                                        <p:tgtEl>
                                          <p:spTgt spid="1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39"/>
                                        </p:tgtEl>
                                        <p:attrNameLst>
                                          <p:attrName>style.visibility</p:attrName>
                                        </p:attrNameLst>
                                      </p:cBhvr>
                                      <p:to>
                                        <p:strVal val="visible"/>
                                      </p:to>
                                    </p:set>
                                    <p:animEffect transition="in" filter="fade">
                                      <p:cBhvr>
                                        <p:cTn id="118" dur="500"/>
                                        <p:tgtEl>
                                          <p:spTgt spid="1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40"/>
                                        </p:tgtEl>
                                        <p:attrNameLst>
                                          <p:attrName>style.visibility</p:attrName>
                                        </p:attrNameLst>
                                      </p:cBhvr>
                                      <p:to>
                                        <p:strVal val="visible"/>
                                      </p:to>
                                    </p:set>
                                    <p:animEffect transition="in" filter="fade">
                                      <p:cBhvr>
                                        <p:cTn id="121" dur="500"/>
                                        <p:tgtEl>
                                          <p:spTgt spid="1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41"/>
                                        </p:tgtEl>
                                        <p:attrNameLst>
                                          <p:attrName>style.visibility</p:attrName>
                                        </p:attrNameLst>
                                      </p:cBhvr>
                                      <p:to>
                                        <p:strVal val="visible"/>
                                      </p:to>
                                    </p:set>
                                    <p:animEffect transition="in" filter="fade">
                                      <p:cBhvr>
                                        <p:cTn id="124" dur="500"/>
                                        <p:tgtEl>
                                          <p:spTgt spid="141"/>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mph" presetSubtype="2" fill="hold" nodeType="clickEffect">
                                  <p:stCondLst>
                                    <p:cond delay="0"/>
                                  </p:stCondLst>
                                  <p:childTnLst>
                                    <p:animClr clrSpc="rgb" dir="cw">
                                      <p:cBhvr>
                                        <p:cTn id="128" dur="500" fill="hold"/>
                                        <p:tgtEl>
                                          <p:spTgt spid="8"/>
                                        </p:tgtEl>
                                        <p:attrNameLst>
                                          <p:attrName>fillcolor</p:attrName>
                                        </p:attrNameLst>
                                      </p:cBhvr>
                                      <p:to>
                                        <a:srgbClr val="A50708"/>
                                      </p:to>
                                    </p:animClr>
                                    <p:set>
                                      <p:cBhvr>
                                        <p:cTn id="129" dur="500" fill="hold"/>
                                        <p:tgtEl>
                                          <p:spTgt spid="8"/>
                                        </p:tgtEl>
                                        <p:attrNameLst>
                                          <p:attrName>fill.type</p:attrName>
                                        </p:attrNameLst>
                                      </p:cBhvr>
                                      <p:to>
                                        <p:strVal val="solid"/>
                                      </p:to>
                                    </p:set>
                                    <p:set>
                                      <p:cBhvr>
                                        <p:cTn id="130" dur="500" fill="hold"/>
                                        <p:tgtEl>
                                          <p:spTgt spid="8"/>
                                        </p:tgtEl>
                                        <p:attrNameLst>
                                          <p:attrName>fill.on</p:attrName>
                                        </p:attrNameLst>
                                      </p:cBhvr>
                                      <p:to>
                                        <p:strVal val="true"/>
                                      </p:to>
                                    </p:set>
                                  </p:childTnLst>
                                </p:cTn>
                              </p:par>
                              <p:par>
                                <p:cTn id="131" presetID="1" presetClass="emph" presetSubtype="2" fill="hold" grpId="0" nodeType="withEffect">
                                  <p:stCondLst>
                                    <p:cond delay="0"/>
                                  </p:stCondLst>
                                  <p:childTnLst>
                                    <p:animClr clrSpc="rgb" dir="cw">
                                      <p:cBhvr>
                                        <p:cTn id="132" dur="500" fill="hold"/>
                                        <p:tgtEl>
                                          <p:spTgt spid="33"/>
                                        </p:tgtEl>
                                        <p:attrNameLst>
                                          <p:attrName>fillcolor</p:attrName>
                                        </p:attrNameLst>
                                      </p:cBhvr>
                                      <p:to>
                                        <a:srgbClr val="A50708"/>
                                      </p:to>
                                    </p:animClr>
                                    <p:set>
                                      <p:cBhvr>
                                        <p:cTn id="133" dur="500" fill="hold"/>
                                        <p:tgtEl>
                                          <p:spTgt spid="33"/>
                                        </p:tgtEl>
                                        <p:attrNameLst>
                                          <p:attrName>fill.type</p:attrName>
                                        </p:attrNameLst>
                                      </p:cBhvr>
                                      <p:to>
                                        <p:strVal val="solid"/>
                                      </p:to>
                                    </p:set>
                                    <p:set>
                                      <p:cBhvr>
                                        <p:cTn id="134" dur="500" fill="hold"/>
                                        <p:tgtEl>
                                          <p:spTgt spid="33"/>
                                        </p:tgtEl>
                                        <p:attrNameLst>
                                          <p:attrName>fill.on</p:attrName>
                                        </p:attrNameLst>
                                      </p:cBhvr>
                                      <p:to>
                                        <p:strVal val="true"/>
                                      </p:to>
                                    </p:set>
                                  </p:childTnLst>
                                </p:cTn>
                              </p:par>
                            </p:childTnLst>
                          </p:cTn>
                        </p:par>
                        <p:par>
                          <p:cTn id="135" fill="hold">
                            <p:stCondLst>
                              <p:cond delay="500"/>
                            </p:stCondLst>
                            <p:childTnLst>
                              <p:par>
                                <p:cTn id="136" presetID="1" presetClass="emph" presetSubtype="2" fill="hold" nodeType="afterEffect">
                                  <p:stCondLst>
                                    <p:cond delay="0"/>
                                  </p:stCondLst>
                                  <p:childTnLst>
                                    <p:animClr clrSpc="rgb" dir="cw">
                                      <p:cBhvr>
                                        <p:cTn id="137" dur="500" fill="hold"/>
                                        <p:tgtEl>
                                          <p:spTgt spid="10"/>
                                        </p:tgtEl>
                                        <p:attrNameLst>
                                          <p:attrName>fillcolor</p:attrName>
                                        </p:attrNameLst>
                                      </p:cBhvr>
                                      <p:to>
                                        <a:srgbClr val="A50708"/>
                                      </p:to>
                                    </p:animClr>
                                    <p:set>
                                      <p:cBhvr>
                                        <p:cTn id="138" dur="500" fill="hold"/>
                                        <p:tgtEl>
                                          <p:spTgt spid="10"/>
                                        </p:tgtEl>
                                        <p:attrNameLst>
                                          <p:attrName>fill.type</p:attrName>
                                        </p:attrNameLst>
                                      </p:cBhvr>
                                      <p:to>
                                        <p:strVal val="solid"/>
                                      </p:to>
                                    </p:set>
                                    <p:set>
                                      <p:cBhvr>
                                        <p:cTn id="139" dur="500" fill="hold"/>
                                        <p:tgtEl>
                                          <p:spTgt spid="10"/>
                                        </p:tgtEl>
                                        <p:attrNameLst>
                                          <p:attrName>fill.on</p:attrName>
                                        </p:attrNameLst>
                                      </p:cBhvr>
                                      <p:to>
                                        <p:strVal val="true"/>
                                      </p:to>
                                    </p:set>
                                  </p:childTnLst>
                                </p:cTn>
                              </p:par>
                              <p:par>
                                <p:cTn id="140" presetID="1" presetClass="emph" presetSubtype="2" fill="hold" grpId="0" nodeType="withEffect">
                                  <p:stCondLst>
                                    <p:cond delay="0"/>
                                  </p:stCondLst>
                                  <p:childTnLst>
                                    <p:animClr clrSpc="rgb" dir="cw">
                                      <p:cBhvr>
                                        <p:cTn id="141" dur="500" fill="hold"/>
                                        <p:tgtEl>
                                          <p:spTgt spid="35"/>
                                        </p:tgtEl>
                                        <p:attrNameLst>
                                          <p:attrName>fillcolor</p:attrName>
                                        </p:attrNameLst>
                                      </p:cBhvr>
                                      <p:to>
                                        <a:srgbClr val="A50708"/>
                                      </p:to>
                                    </p:animClr>
                                    <p:set>
                                      <p:cBhvr>
                                        <p:cTn id="142" dur="500" fill="hold"/>
                                        <p:tgtEl>
                                          <p:spTgt spid="35"/>
                                        </p:tgtEl>
                                        <p:attrNameLst>
                                          <p:attrName>fill.type</p:attrName>
                                        </p:attrNameLst>
                                      </p:cBhvr>
                                      <p:to>
                                        <p:strVal val="solid"/>
                                      </p:to>
                                    </p:set>
                                    <p:set>
                                      <p:cBhvr>
                                        <p:cTn id="143" dur="500" fill="hold"/>
                                        <p:tgtEl>
                                          <p:spTgt spid="35"/>
                                        </p:tgtEl>
                                        <p:attrNameLst>
                                          <p:attrName>fill.on</p:attrName>
                                        </p:attrNameLst>
                                      </p:cBhvr>
                                      <p:to>
                                        <p:strVal val="true"/>
                                      </p:to>
                                    </p:set>
                                  </p:childTnLst>
                                </p:cTn>
                              </p:par>
                            </p:childTnLst>
                          </p:cTn>
                        </p:par>
                        <p:par>
                          <p:cTn id="144" fill="hold">
                            <p:stCondLst>
                              <p:cond delay="1000"/>
                            </p:stCondLst>
                            <p:childTnLst>
                              <p:par>
                                <p:cTn id="145" presetID="1" presetClass="emph" presetSubtype="2" fill="hold" nodeType="afterEffect">
                                  <p:stCondLst>
                                    <p:cond delay="0"/>
                                  </p:stCondLst>
                                  <p:childTnLst>
                                    <p:animClr clrSpc="rgb" dir="cw">
                                      <p:cBhvr>
                                        <p:cTn id="146" dur="500" fill="hold"/>
                                        <p:tgtEl>
                                          <p:spTgt spid="13"/>
                                        </p:tgtEl>
                                        <p:attrNameLst>
                                          <p:attrName>fillcolor</p:attrName>
                                        </p:attrNameLst>
                                      </p:cBhvr>
                                      <p:to>
                                        <a:srgbClr val="A50708"/>
                                      </p:to>
                                    </p:animClr>
                                    <p:set>
                                      <p:cBhvr>
                                        <p:cTn id="147" dur="500" fill="hold"/>
                                        <p:tgtEl>
                                          <p:spTgt spid="13"/>
                                        </p:tgtEl>
                                        <p:attrNameLst>
                                          <p:attrName>fill.type</p:attrName>
                                        </p:attrNameLst>
                                      </p:cBhvr>
                                      <p:to>
                                        <p:strVal val="solid"/>
                                      </p:to>
                                    </p:set>
                                    <p:set>
                                      <p:cBhvr>
                                        <p:cTn id="148" dur="500" fill="hold"/>
                                        <p:tgtEl>
                                          <p:spTgt spid="13"/>
                                        </p:tgtEl>
                                        <p:attrNameLst>
                                          <p:attrName>fill.on</p:attrName>
                                        </p:attrNameLst>
                                      </p:cBhvr>
                                      <p:to>
                                        <p:strVal val="true"/>
                                      </p:to>
                                    </p:set>
                                  </p:childTnLst>
                                </p:cTn>
                              </p:par>
                              <p:par>
                                <p:cTn id="149" presetID="1" presetClass="emph" presetSubtype="2" fill="hold" grpId="0" nodeType="withEffect">
                                  <p:stCondLst>
                                    <p:cond delay="0"/>
                                  </p:stCondLst>
                                  <p:childTnLst>
                                    <p:animClr clrSpc="rgb" dir="cw">
                                      <p:cBhvr>
                                        <p:cTn id="150" dur="500" fill="hold"/>
                                        <p:tgtEl>
                                          <p:spTgt spid="37"/>
                                        </p:tgtEl>
                                        <p:attrNameLst>
                                          <p:attrName>fillcolor</p:attrName>
                                        </p:attrNameLst>
                                      </p:cBhvr>
                                      <p:to>
                                        <a:srgbClr val="A50708"/>
                                      </p:to>
                                    </p:animClr>
                                    <p:set>
                                      <p:cBhvr>
                                        <p:cTn id="151" dur="500" fill="hold"/>
                                        <p:tgtEl>
                                          <p:spTgt spid="37"/>
                                        </p:tgtEl>
                                        <p:attrNameLst>
                                          <p:attrName>fill.type</p:attrName>
                                        </p:attrNameLst>
                                      </p:cBhvr>
                                      <p:to>
                                        <p:strVal val="solid"/>
                                      </p:to>
                                    </p:set>
                                    <p:set>
                                      <p:cBhvr>
                                        <p:cTn id="152" dur="500" fill="hold"/>
                                        <p:tgtEl>
                                          <p:spTgt spid="37"/>
                                        </p:tgtEl>
                                        <p:attrNameLst>
                                          <p:attrName>fill.on</p:attrName>
                                        </p:attrNameLst>
                                      </p:cBhvr>
                                      <p:to>
                                        <p:strVal val="true"/>
                                      </p:to>
                                    </p:set>
                                  </p:childTnLst>
                                </p:cTn>
                              </p:par>
                            </p:childTnLst>
                          </p:cTn>
                        </p:par>
                        <p:par>
                          <p:cTn id="153" fill="hold">
                            <p:stCondLst>
                              <p:cond delay="1500"/>
                            </p:stCondLst>
                            <p:childTnLst>
                              <p:par>
                                <p:cTn id="154" presetID="1" presetClass="emph" presetSubtype="2" fill="hold" nodeType="afterEffect">
                                  <p:stCondLst>
                                    <p:cond delay="0"/>
                                  </p:stCondLst>
                                  <p:childTnLst>
                                    <p:animClr clrSpc="rgb" dir="cw">
                                      <p:cBhvr>
                                        <p:cTn id="155" dur="500" fill="hold"/>
                                        <p:tgtEl>
                                          <p:spTgt spid="14"/>
                                        </p:tgtEl>
                                        <p:attrNameLst>
                                          <p:attrName>fillcolor</p:attrName>
                                        </p:attrNameLst>
                                      </p:cBhvr>
                                      <p:to>
                                        <a:srgbClr val="A50708"/>
                                      </p:to>
                                    </p:animClr>
                                    <p:set>
                                      <p:cBhvr>
                                        <p:cTn id="156" dur="500" fill="hold"/>
                                        <p:tgtEl>
                                          <p:spTgt spid="14"/>
                                        </p:tgtEl>
                                        <p:attrNameLst>
                                          <p:attrName>fill.type</p:attrName>
                                        </p:attrNameLst>
                                      </p:cBhvr>
                                      <p:to>
                                        <p:strVal val="solid"/>
                                      </p:to>
                                    </p:set>
                                    <p:set>
                                      <p:cBhvr>
                                        <p:cTn id="157" dur="500" fill="hold"/>
                                        <p:tgtEl>
                                          <p:spTgt spid="14"/>
                                        </p:tgtEl>
                                        <p:attrNameLst>
                                          <p:attrName>fill.on</p:attrName>
                                        </p:attrNameLst>
                                      </p:cBhvr>
                                      <p:to>
                                        <p:strVal val="true"/>
                                      </p:to>
                                    </p:set>
                                  </p:childTnLst>
                                </p:cTn>
                              </p:par>
                              <p:par>
                                <p:cTn id="158" presetID="1" presetClass="emph" presetSubtype="2" fill="hold" grpId="0" nodeType="withEffect">
                                  <p:stCondLst>
                                    <p:cond delay="0"/>
                                  </p:stCondLst>
                                  <p:childTnLst>
                                    <p:animClr clrSpc="rgb" dir="cw">
                                      <p:cBhvr>
                                        <p:cTn id="159" dur="500" fill="hold"/>
                                        <p:tgtEl>
                                          <p:spTgt spid="38"/>
                                        </p:tgtEl>
                                        <p:attrNameLst>
                                          <p:attrName>fillcolor</p:attrName>
                                        </p:attrNameLst>
                                      </p:cBhvr>
                                      <p:to>
                                        <a:srgbClr val="A50708"/>
                                      </p:to>
                                    </p:animClr>
                                    <p:set>
                                      <p:cBhvr>
                                        <p:cTn id="160" dur="500" fill="hold"/>
                                        <p:tgtEl>
                                          <p:spTgt spid="38"/>
                                        </p:tgtEl>
                                        <p:attrNameLst>
                                          <p:attrName>fill.type</p:attrName>
                                        </p:attrNameLst>
                                      </p:cBhvr>
                                      <p:to>
                                        <p:strVal val="solid"/>
                                      </p:to>
                                    </p:set>
                                    <p:set>
                                      <p:cBhvr>
                                        <p:cTn id="161" dur="500" fill="hold"/>
                                        <p:tgtEl>
                                          <p:spTgt spid="38"/>
                                        </p:tgtEl>
                                        <p:attrNameLst>
                                          <p:attrName>fill.on</p:attrName>
                                        </p:attrNameLst>
                                      </p:cBhvr>
                                      <p:to>
                                        <p:strVal val="true"/>
                                      </p:to>
                                    </p:set>
                                  </p:childTnLst>
                                </p:cTn>
                              </p:par>
                            </p:childTnLst>
                          </p:cTn>
                        </p:par>
                        <p:par>
                          <p:cTn id="162" fill="hold">
                            <p:stCondLst>
                              <p:cond delay="2000"/>
                            </p:stCondLst>
                            <p:childTnLst>
                              <p:par>
                                <p:cTn id="163" presetID="1" presetClass="emph" presetSubtype="2" fill="hold" nodeType="afterEffect">
                                  <p:stCondLst>
                                    <p:cond delay="0"/>
                                  </p:stCondLst>
                                  <p:childTnLst>
                                    <p:animClr clrSpc="rgb" dir="cw">
                                      <p:cBhvr>
                                        <p:cTn id="164" dur="500" fill="hold"/>
                                        <p:tgtEl>
                                          <p:spTgt spid="15"/>
                                        </p:tgtEl>
                                        <p:attrNameLst>
                                          <p:attrName>fillcolor</p:attrName>
                                        </p:attrNameLst>
                                      </p:cBhvr>
                                      <p:to>
                                        <a:srgbClr val="A50708"/>
                                      </p:to>
                                    </p:animClr>
                                    <p:set>
                                      <p:cBhvr>
                                        <p:cTn id="165" dur="500" fill="hold"/>
                                        <p:tgtEl>
                                          <p:spTgt spid="15"/>
                                        </p:tgtEl>
                                        <p:attrNameLst>
                                          <p:attrName>fill.type</p:attrName>
                                        </p:attrNameLst>
                                      </p:cBhvr>
                                      <p:to>
                                        <p:strVal val="solid"/>
                                      </p:to>
                                    </p:set>
                                    <p:set>
                                      <p:cBhvr>
                                        <p:cTn id="166" dur="500" fill="hold"/>
                                        <p:tgtEl>
                                          <p:spTgt spid="15"/>
                                        </p:tgtEl>
                                        <p:attrNameLst>
                                          <p:attrName>fill.on</p:attrName>
                                        </p:attrNameLst>
                                      </p:cBhvr>
                                      <p:to>
                                        <p:strVal val="true"/>
                                      </p:to>
                                    </p:set>
                                  </p:childTnLst>
                                </p:cTn>
                              </p:par>
                              <p:par>
                                <p:cTn id="167" presetID="1" presetClass="emph" presetSubtype="2" fill="hold" grpId="0" nodeType="withEffect">
                                  <p:stCondLst>
                                    <p:cond delay="0"/>
                                  </p:stCondLst>
                                  <p:childTnLst>
                                    <p:animClr clrSpc="rgb" dir="cw">
                                      <p:cBhvr>
                                        <p:cTn id="168" dur="500" fill="hold"/>
                                        <p:tgtEl>
                                          <p:spTgt spid="39"/>
                                        </p:tgtEl>
                                        <p:attrNameLst>
                                          <p:attrName>fillcolor</p:attrName>
                                        </p:attrNameLst>
                                      </p:cBhvr>
                                      <p:to>
                                        <a:srgbClr val="A50708"/>
                                      </p:to>
                                    </p:animClr>
                                    <p:set>
                                      <p:cBhvr>
                                        <p:cTn id="169" dur="500" fill="hold"/>
                                        <p:tgtEl>
                                          <p:spTgt spid="39"/>
                                        </p:tgtEl>
                                        <p:attrNameLst>
                                          <p:attrName>fill.type</p:attrName>
                                        </p:attrNameLst>
                                      </p:cBhvr>
                                      <p:to>
                                        <p:strVal val="solid"/>
                                      </p:to>
                                    </p:set>
                                    <p:set>
                                      <p:cBhvr>
                                        <p:cTn id="170" dur="500" fill="hold"/>
                                        <p:tgtEl>
                                          <p:spTgt spid="39"/>
                                        </p:tgtEl>
                                        <p:attrNameLst>
                                          <p:attrName>fill.on</p:attrName>
                                        </p:attrNameLst>
                                      </p:cBhvr>
                                      <p:to>
                                        <p:strVal val="true"/>
                                      </p:to>
                                    </p:set>
                                  </p:childTnLst>
                                </p:cTn>
                              </p:par>
                            </p:childTnLst>
                          </p:cTn>
                        </p:par>
                        <p:par>
                          <p:cTn id="171" fill="hold">
                            <p:stCondLst>
                              <p:cond delay="2500"/>
                            </p:stCondLst>
                            <p:childTnLst>
                              <p:par>
                                <p:cTn id="172" presetID="1" presetClass="emph" presetSubtype="2" fill="hold" nodeType="afterEffect">
                                  <p:stCondLst>
                                    <p:cond delay="0"/>
                                  </p:stCondLst>
                                  <p:childTnLst>
                                    <p:animClr clrSpc="rgb" dir="cw">
                                      <p:cBhvr>
                                        <p:cTn id="173" dur="500" fill="hold"/>
                                        <p:tgtEl>
                                          <p:spTgt spid="17"/>
                                        </p:tgtEl>
                                        <p:attrNameLst>
                                          <p:attrName>fillcolor</p:attrName>
                                        </p:attrNameLst>
                                      </p:cBhvr>
                                      <p:to>
                                        <a:srgbClr val="A50708"/>
                                      </p:to>
                                    </p:animClr>
                                    <p:set>
                                      <p:cBhvr>
                                        <p:cTn id="174" dur="500" fill="hold"/>
                                        <p:tgtEl>
                                          <p:spTgt spid="17"/>
                                        </p:tgtEl>
                                        <p:attrNameLst>
                                          <p:attrName>fill.type</p:attrName>
                                        </p:attrNameLst>
                                      </p:cBhvr>
                                      <p:to>
                                        <p:strVal val="solid"/>
                                      </p:to>
                                    </p:set>
                                    <p:set>
                                      <p:cBhvr>
                                        <p:cTn id="175" dur="500" fill="hold"/>
                                        <p:tgtEl>
                                          <p:spTgt spid="17"/>
                                        </p:tgtEl>
                                        <p:attrNameLst>
                                          <p:attrName>fill.on</p:attrName>
                                        </p:attrNameLst>
                                      </p:cBhvr>
                                      <p:to>
                                        <p:strVal val="true"/>
                                      </p:to>
                                    </p:set>
                                  </p:childTnLst>
                                </p:cTn>
                              </p:par>
                              <p:par>
                                <p:cTn id="176" presetID="1" presetClass="emph" presetSubtype="2" fill="hold" grpId="0" nodeType="withEffect">
                                  <p:stCondLst>
                                    <p:cond delay="0"/>
                                  </p:stCondLst>
                                  <p:childTnLst>
                                    <p:animClr clrSpc="rgb" dir="cw">
                                      <p:cBhvr>
                                        <p:cTn id="177" dur="500" fill="hold"/>
                                        <p:tgtEl>
                                          <p:spTgt spid="41"/>
                                        </p:tgtEl>
                                        <p:attrNameLst>
                                          <p:attrName>fillcolor</p:attrName>
                                        </p:attrNameLst>
                                      </p:cBhvr>
                                      <p:to>
                                        <a:srgbClr val="A50708"/>
                                      </p:to>
                                    </p:animClr>
                                    <p:set>
                                      <p:cBhvr>
                                        <p:cTn id="178" dur="500" fill="hold"/>
                                        <p:tgtEl>
                                          <p:spTgt spid="41"/>
                                        </p:tgtEl>
                                        <p:attrNameLst>
                                          <p:attrName>fill.type</p:attrName>
                                        </p:attrNameLst>
                                      </p:cBhvr>
                                      <p:to>
                                        <p:strVal val="solid"/>
                                      </p:to>
                                    </p:set>
                                    <p:set>
                                      <p:cBhvr>
                                        <p:cTn id="179" dur="500" fill="hold"/>
                                        <p:tgtEl>
                                          <p:spTgt spid="41"/>
                                        </p:tgtEl>
                                        <p:attrNameLst>
                                          <p:attrName>fill.on</p:attrName>
                                        </p:attrNameLst>
                                      </p:cBhvr>
                                      <p:to>
                                        <p:strVal val="true"/>
                                      </p:to>
                                    </p:set>
                                  </p:childTnLst>
                                </p:cTn>
                              </p:par>
                            </p:childTnLst>
                          </p:cTn>
                        </p:par>
                        <p:par>
                          <p:cTn id="180" fill="hold">
                            <p:stCondLst>
                              <p:cond delay="3000"/>
                            </p:stCondLst>
                            <p:childTnLst>
                              <p:par>
                                <p:cTn id="181" presetID="1" presetClass="emph" presetSubtype="2" fill="hold" nodeType="afterEffect">
                                  <p:stCondLst>
                                    <p:cond delay="0"/>
                                  </p:stCondLst>
                                  <p:childTnLst>
                                    <p:animClr clrSpc="rgb" dir="cw">
                                      <p:cBhvr>
                                        <p:cTn id="182" dur="500" fill="hold"/>
                                        <p:tgtEl>
                                          <p:spTgt spid="18"/>
                                        </p:tgtEl>
                                        <p:attrNameLst>
                                          <p:attrName>fillcolor</p:attrName>
                                        </p:attrNameLst>
                                      </p:cBhvr>
                                      <p:to>
                                        <a:srgbClr val="A50708"/>
                                      </p:to>
                                    </p:animClr>
                                    <p:set>
                                      <p:cBhvr>
                                        <p:cTn id="183" dur="500" fill="hold"/>
                                        <p:tgtEl>
                                          <p:spTgt spid="18"/>
                                        </p:tgtEl>
                                        <p:attrNameLst>
                                          <p:attrName>fill.type</p:attrName>
                                        </p:attrNameLst>
                                      </p:cBhvr>
                                      <p:to>
                                        <p:strVal val="solid"/>
                                      </p:to>
                                    </p:set>
                                    <p:set>
                                      <p:cBhvr>
                                        <p:cTn id="184" dur="500" fill="hold"/>
                                        <p:tgtEl>
                                          <p:spTgt spid="18"/>
                                        </p:tgtEl>
                                        <p:attrNameLst>
                                          <p:attrName>fill.on</p:attrName>
                                        </p:attrNameLst>
                                      </p:cBhvr>
                                      <p:to>
                                        <p:strVal val="true"/>
                                      </p:to>
                                    </p:set>
                                  </p:childTnLst>
                                </p:cTn>
                              </p:par>
                              <p:par>
                                <p:cTn id="185" presetID="1" presetClass="emph" presetSubtype="2" fill="hold" grpId="0" nodeType="withEffect">
                                  <p:stCondLst>
                                    <p:cond delay="0"/>
                                  </p:stCondLst>
                                  <p:childTnLst>
                                    <p:animClr clrSpc="rgb" dir="cw">
                                      <p:cBhvr>
                                        <p:cTn id="186" dur="500" fill="hold"/>
                                        <p:tgtEl>
                                          <p:spTgt spid="42"/>
                                        </p:tgtEl>
                                        <p:attrNameLst>
                                          <p:attrName>fillcolor</p:attrName>
                                        </p:attrNameLst>
                                      </p:cBhvr>
                                      <p:to>
                                        <a:srgbClr val="A50708"/>
                                      </p:to>
                                    </p:animClr>
                                    <p:set>
                                      <p:cBhvr>
                                        <p:cTn id="187" dur="500" fill="hold"/>
                                        <p:tgtEl>
                                          <p:spTgt spid="42"/>
                                        </p:tgtEl>
                                        <p:attrNameLst>
                                          <p:attrName>fill.type</p:attrName>
                                        </p:attrNameLst>
                                      </p:cBhvr>
                                      <p:to>
                                        <p:strVal val="solid"/>
                                      </p:to>
                                    </p:set>
                                    <p:set>
                                      <p:cBhvr>
                                        <p:cTn id="188" dur="500" fill="hold"/>
                                        <p:tgtEl>
                                          <p:spTgt spid="42"/>
                                        </p:tgtEl>
                                        <p:attrNameLst>
                                          <p:attrName>fill.on</p:attrName>
                                        </p:attrNameLst>
                                      </p:cBhvr>
                                      <p:to>
                                        <p:strVal val="true"/>
                                      </p:to>
                                    </p:set>
                                  </p:childTnLst>
                                </p:cTn>
                              </p:par>
                            </p:childTnLst>
                          </p:cTn>
                        </p:par>
                        <p:par>
                          <p:cTn id="189" fill="hold">
                            <p:stCondLst>
                              <p:cond delay="3500"/>
                            </p:stCondLst>
                            <p:childTnLst>
                              <p:par>
                                <p:cTn id="190" presetID="1" presetClass="emph" presetSubtype="2" fill="hold" nodeType="afterEffect">
                                  <p:stCondLst>
                                    <p:cond delay="0"/>
                                  </p:stCondLst>
                                  <p:childTnLst>
                                    <p:animClr clrSpc="rgb" dir="cw">
                                      <p:cBhvr>
                                        <p:cTn id="191" dur="500" fill="hold"/>
                                        <p:tgtEl>
                                          <p:spTgt spid="19"/>
                                        </p:tgtEl>
                                        <p:attrNameLst>
                                          <p:attrName>fillcolor</p:attrName>
                                        </p:attrNameLst>
                                      </p:cBhvr>
                                      <p:to>
                                        <a:srgbClr val="A50708"/>
                                      </p:to>
                                    </p:animClr>
                                    <p:set>
                                      <p:cBhvr>
                                        <p:cTn id="192" dur="500" fill="hold"/>
                                        <p:tgtEl>
                                          <p:spTgt spid="19"/>
                                        </p:tgtEl>
                                        <p:attrNameLst>
                                          <p:attrName>fill.type</p:attrName>
                                        </p:attrNameLst>
                                      </p:cBhvr>
                                      <p:to>
                                        <p:strVal val="solid"/>
                                      </p:to>
                                    </p:set>
                                    <p:set>
                                      <p:cBhvr>
                                        <p:cTn id="193" dur="500" fill="hold"/>
                                        <p:tgtEl>
                                          <p:spTgt spid="19"/>
                                        </p:tgtEl>
                                        <p:attrNameLst>
                                          <p:attrName>fill.on</p:attrName>
                                        </p:attrNameLst>
                                      </p:cBhvr>
                                      <p:to>
                                        <p:strVal val="true"/>
                                      </p:to>
                                    </p:set>
                                  </p:childTnLst>
                                </p:cTn>
                              </p:par>
                              <p:par>
                                <p:cTn id="194" presetID="1" presetClass="emph" presetSubtype="2" fill="hold" grpId="0" nodeType="withEffect">
                                  <p:stCondLst>
                                    <p:cond delay="0"/>
                                  </p:stCondLst>
                                  <p:childTnLst>
                                    <p:animClr clrSpc="rgb" dir="cw">
                                      <p:cBhvr>
                                        <p:cTn id="195" dur="500" fill="hold"/>
                                        <p:tgtEl>
                                          <p:spTgt spid="43"/>
                                        </p:tgtEl>
                                        <p:attrNameLst>
                                          <p:attrName>fillcolor</p:attrName>
                                        </p:attrNameLst>
                                      </p:cBhvr>
                                      <p:to>
                                        <a:srgbClr val="A50708"/>
                                      </p:to>
                                    </p:animClr>
                                    <p:set>
                                      <p:cBhvr>
                                        <p:cTn id="196" dur="500" fill="hold"/>
                                        <p:tgtEl>
                                          <p:spTgt spid="43"/>
                                        </p:tgtEl>
                                        <p:attrNameLst>
                                          <p:attrName>fill.type</p:attrName>
                                        </p:attrNameLst>
                                      </p:cBhvr>
                                      <p:to>
                                        <p:strVal val="solid"/>
                                      </p:to>
                                    </p:set>
                                    <p:set>
                                      <p:cBhvr>
                                        <p:cTn id="197" dur="500" fill="hold"/>
                                        <p:tgtEl>
                                          <p:spTgt spid="43"/>
                                        </p:tgtEl>
                                        <p:attrNameLst>
                                          <p:attrName>fill.on</p:attrName>
                                        </p:attrNameLst>
                                      </p:cBhvr>
                                      <p:to>
                                        <p:strVal val="true"/>
                                      </p:to>
                                    </p:set>
                                  </p:childTnLst>
                                </p:cTn>
                              </p:par>
                            </p:childTnLst>
                          </p:cTn>
                        </p:par>
                      </p:childTnLst>
                    </p:cTn>
                  </p:par>
                  <p:par>
                    <p:cTn id="198" fill="hold">
                      <p:stCondLst>
                        <p:cond delay="indefinite"/>
                      </p:stCondLst>
                      <p:childTnLst>
                        <p:par>
                          <p:cTn id="199" fill="hold">
                            <p:stCondLst>
                              <p:cond delay="0"/>
                            </p:stCondLst>
                            <p:childTnLst>
                              <p:par>
                                <p:cTn id="200" presetID="1" presetClass="emph" presetSubtype="2" fill="hold" grpId="0" nodeType="clickEffect">
                                  <p:stCondLst>
                                    <p:cond delay="0"/>
                                  </p:stCondLst>
                                  <p:childTnLst>
                                    <p:animClr clrSpc="rgb" dir="cw">
                                      <p:cBhvr>
                                        <p:cTn id="201" dur="1000" fill="hold"/>
                                        <p:tgtEl>
                                          <p:spTgt spid="6"/>
                                        </p:tgtEl>
                                        <p:attrNameLst>
                                          <p:attrName>fillcolor</p:attrName>
                                        </p:attrNameLst>
                                      </p:cBhvr>
                                      <p:to>
                                        <a:schemeClr val="tx1"/>
                                      </p:to>
                                    </p:animClr>
                                    <p:set>
                                      <p:cBhvr>
                                        <p:cTn id="202" dur="1000" fill="hold"/>
                                        <p:tgtEl>
                                          <p:spTgt spid="6"/>
                                        </p:tgtEl>
                                        <p:attrNameLst>
                                          <p:attrName>fill.type</p:attrName>
                                        </p:attrNameLst>
                                      </p:cBhvr>
                                      <p:to>
                                        <p:strVal val="solid"/>
                                      </p:to>
                                    </p:set>
                                    <p:set>
                                      <p:cBhvr>
                                        <p:cTn id="203" dur="1000" fill="hold"/>
                                        <p:tgtEl>
                                          <p:spTgt spid="6"/>
                                        </p:tgtEl>
                                        <p:attrNameLst>
                                          <p:attrName>fill.on</p:attrName>
                                        </p:attrNameLst>
                                      </p:cBhvr>
                                      <p:to>
                                        <p:strVal val="true"/>
                                      </p:to>
                                    </p:set>
                                  </p:childTnLst>
                                </p:cTn>
                              </p:par>
                              <p:par>
                                <p:cTn id="204" presetID="1" presetClass="exit" presetSubtype="0" fill="hold" grpId="1" nodeType="withEffect">
                                  <p:stCondLst>
                                    <p:cond delay="0"/>
                                  </p:stCondLst>
                                  <p:childTnLst>
                                    <p:set>
                                      <p:cBhvr>
                                        <p:cTn id="205" dur="1" fill="hold">
                                          <p:stCondLst>
                                            <p:cond delay="0"/>
                                          </p:stCondLst>
                                        </p:cTn>
                                        <p:tgtEl>
                                          <p:spTgt spid="26"/>
                                        </p:tgtEl>
                                        <p:attrNameLst>
                                          <p:attrName>style.visibility</p:attrName>
                                        </p:attrNameLst>
                                      </p:cBhvr>
                                      <p:to>
                                        <p:strVal val="hidden"/>
                                      </p:to>
                                    </p:set>
                                  </p:childTnLst>
                                </p:cTn>
                              </p:par>
                              <p:par>
                                <p:cTn id="206" presetID="1" presetClass="exit" presetSubtype="0" fill="hold" grpId="1" nodeType="withEffect">
                                  <p:stCondLst>
                                    <p:cond delay="0"/>
                                  </p:stCondLst>
                                  <p:iterate type="lt">
                                    <p:tmAbs val="0"/>
                                  </p:iterate>
                                  <p:childTnLst>
                                    <p:set>
                                      <p:cBhvr>
                                        <p:cTn id="207" dur="1" fill="hold">
                                          <p:stCondLst>
                                            <p:cond delay="0"/>
                                          </p:stCondLst>
                                        </p:cTn>
                                        <p:tgtEl>
                                          <p:spTgt spid="25"/>
                                        </p:tgtEl>
                                        <p:attrNameLst>
                                          <p:attrName>style.visibility</p:attrName>
                                        </p:attrNameLst>
                                      </p:cBhvr>
                                      <p:to>
                                        <p:strVal val="hidden"/>
                                      </p:to>
                                    </p:set>
                                  </p:childTnLst>
                                </p:cTn>
                              </p:par>
                              <p:par>
                                <p:cTn id="208" presetID="1" presetClass="exit" presetSubtype="0" fill="hold" grpId="1" nodeType="withEffect">
                                  <p:stCondLst>
                                    <p:cond delay="0"/>
                                  </p:stCondLst>
                                  <p:childTnLst>
                                    <p:set>
                                      <p:cBhvr>
                                        <p:cTn id="209" dur="1" fill="hold">
                                          <p:stCondLst>
                                            <p:cond delay="0"/>
                                          </p:stCondLst>
                                        </p:cTn>
                                        <p:tgtEl>
                                          <p:spTgt spid="92"/>
                                        </p:tgtEl>
                                        <p:attrNameLst>
                                          <p:attrName>style.visibility</p:attrName>
                                        </p:attrNameLst>
                                      </p:cBhvr>
                                      <p:to>
                                        <p:strVal val="hidden"/>
                                      </p:to>
                                    </p:set>
                                  </p:childTnLst>
                                </p:cTn>
                              </p:par>
                              <p:par>
                                <p:cTn id="210" presetID="10" presetClass="entr" presetSubtype="0" fill="hold" grpId="0" nodeType="withEffect">
                                  <p:stCondLst>
                                    <p:cond delay="0"/>
                                  </p:stCondLst>
                                  <p:childTnLst>
                                    <p:set>
                                      <p:cBhvr>
                                        <p:cTn id="211" dur="1" fill="hold">
                                          <p:stCondLst>
                                            <p:cond delay="0"/>
                                          </p:stCondLst>
                                        </p:cTn>
                                        <p:tgtEl>
                                          <p:spTgt spid="29"/>
                                        </p:tgtEl>
                                        <p:attrNameLst>
                                          <p:attrName>style.visibility</p:attrName>
                                        </p:attrNameLst>
                                      </p:cBhvr>
                                      <p:to>
                                        <p:strVal val="visible"/>
                                      </p:to>
                                    </p:set>
                                    <p:animEffect transition="in" filter="fade">
                                      <p:cBhvr>
                                        <p:cTn id="212" dur="1000"/>
                                        <p:tgtEl>
                                          <p:spTgt spid="29"/>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30"/>
                                        </p:tgtEl>
                                        <p:attrNameLst>
                                          <p:attrName>style.visibility</p:attrName>
                                        </p:attrNameLst>
                                      </p:cBhvr>
                                      <p:to>
                                        <p:strVal val="visible"/>
                                      </p:to>
                                    </p:set>
                                    <p:animEffect transition="in" filter="fade">
                                      <p:cBhvr>
                                        <p:cTn id="215" dur="1000"/>
                                        <p:tgtEl>
                                          <p:spTgt spid="30"/>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93"/>
                                        </p:tgtEl>
                                        <p:attrNameLst>
                                          <p:attrName>style.visibility</p:attrName>
                                        </p:attrNameLst>
                                      </p:cBhvr>
                                      <p:to>
                                        <p:strVal val="visible"/>
                                      </p:to>
                                    </p:set>
                                    <p:animEffect transition="in" filter="fade">
                                      <p:cBhvr>
                                        <p:cTn id="218" dur="1000"/>
                                        <p:tgtEl>
                                          <p:spTgt spid="93"/>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95"/>
                                        </p:tgtEl>
                                        <p:attrNameLst>
                                          <p:attrName>style.visibility</p:attrName>
                                        </p:attrNameLst>
                                      </p:cBhvr>
                                      <p:to>
                                        <p:strVal val="visible"/>
                                      </p:to>
                                    </p:set>
                                    <p:animEffect transition="in" filter="fade">
                                      <p:cBhvr>
                                        <p:cTn id="221" dur="1000"/>
                                        <p:tgtEl>
                                          <p:spTgt spid="95"/>
                                        </p:tgtEl>
                                      </p:cBhvr>
                                    </p:animEffect>
                                  </p:childTnLst>
                                </p:cTn>
                              </p:par>
                            </p:childTnLst>
                          </p:cTn>
                        </p:par>
                        <p:par>
                          <p:cTn id="222" fill="hold">
                            <p:stCondLst>
                              <p:cond delay="1000"/>
                            </p:stCondLst>
                            <p:childTnLst>
                              <p:par>
                                <p:cTn id="223" presetID="47" presetClass="exit" presetSubtype="0" fill="hold" nodeType="afterEffect">
                                  <p:stCondLst>
                                    <p:cond delay="500"/>
                                  </p:stCondLst>
                                  <p:childTnLst>
                                    <p:animEffect transition="out" filter="fade">
                                      <p:cBhvr>
                                        <p:cTn id="224" dur="2000"/>
                                        <p:tgtEl>
                                          <p:spTgt spid="6"/>
                                        </p:tgtEl>
                                      </p:cBhvr>
                                    </p:animEffect>
                                    <p:anim calcmode="lin" valueType="num">
                                      <p:cBhvr>
                                        <p:cTn id="225" dur="2000"/>
                                        <p:tgtEl>
                                          <p:spTgt spid="6"/>
                                        </p:tgtEl>
                                        <p:attrNameLst>
                                          <p:attrName>ppt_x</p:attrName>
                                        </p:attrNameLst>
                                      </p:cBhvr>
                                      <p:tavLst>
                                        <p:tav tm="0">
                                          <p:val>
                                            <p:strVal val="ppt_x"/>
                                          </p:val>
                                        </p:tav>
                                        <p:tav tm="100000">
                                          <p:val>
                                            <p:strVal val="ppt_x"/>
                                          </p:val>
                                        </p:tav>
                                      </p:tavLst>
                                    </p:anim>
                                    <p:anim calcmode="lin" valueType="num">
                                      <p:cBhvr>
                                        <p:cTn id="226" dur="2000"/>
                                        <p:tgtEl>
                                          <p:spTgt spid="6"/>
                                        </p:tgtEl>
                                        <p:attrNameLst>
                                          <p:attrName>ppt_y</p:attrName>
                                        </p:attrNameLst>
                                      </p:cBhvr>
                                      <p:tavLst>
                                        <p:tav tm="0">
                                          <p:val>
                                            <p:strVal val="ppt_y"/>
                                          </p:val>
                                        </p:tav>
                                        <p:tav tm="100000">
                                          <p:val>
                                            <p:strVal val="ppt_y-.1"/>
                                          </p:val>
                                        </p:tav>
                                      </p:tavLst>
                                    </p:anim>
                                    <p:set>
                                      <p:cBhvr>
                                        <p:cTn id="227" dur="1" fill="hold">
                                          <p:stCondLst>
                                            <p:cond delay="1999"/>
                                          </p:stCondLst>
                                        </p:cTn>
                                        <p:tgtEl>
                                          <p:spTgt spid="6"/>
                                        </p:tgtEl>
                                        <p:attrNameLst>
                                          <p:attrName>style.visibility</p:attrName>
                                        </p:attrNameLst>
                                      </p:cBhvr>
                                      <p:to>
                                        <p:strVal val="hidden"/>
                                      </p:to>
                                    </p:set>
                                  </p:childTnLst>
                                </p:cTn>
                              </p:par>
                            </p:childTnLst>
                          </p:cTn>
                        </p:par>
                        <p:par>
                          <p:cTn id="228" fill="hold">
                            <p:stCondLst>
                              <p:cond delay="3500"/>
                            </p:stCondLst>
                            <p:childTnLst>
                              <p:par>
                                <p:cTn id="229" presetID="1" presetClass="emph" presetSubtype="2" fill="hold" nodeType="afterEffect">
                                  <p:stCondLst>
                                    <p:cond delay="500"/>
                                  </p:stCondLst>
                                  <p:childTnLst>
                                    <p:animClr clrSpc="rgb" dir="cw">
                                      <p:cBhvr>
                                        <p:cTn id="230" dur="500" fill="hold"/>
                                        <p:tgtEl>
                                          <p:spTgt spid="99"/>
                                        </p:tgtEl>
                                        <p:attrNameLst>
                                          <p:attrName>fillcolor</p:attrName>
                                        </p:attrNameLst>
                                      </p:cBhvr>
                                      <p:to>
                                        <a:srgbClr val="262626"/>
                                      </p:to>
                                    </p:animClr>
                                    <p:set>
                                      <p:cBhvr>
                                        <p:cTn id="231" dur="500" fill="hold"/>
                                        <p:tgtEl>
                                          <p:spTgt spid="99"/>
                                        </p:tgtEl>
                                        <p:attrNameLst>
                                          <p:attrName>fill.type</p:attrName>
                                        </p:attrNameLst>
                                      </p:cBhvr>
                                      <p:to>
                                        <p:strVal val="solid"/>
                                      </p:to>
                                    </p:set>
                                    <p:set>
                                      <p:cBhvr>
                                        <p:cTn id="232" dur="500" fill="hold"/>
                                        <p:tgtEl>
                                          <p:spTgt spid="99"/>
                                        </p:tgtEl>
                                        <p:attrNameLst>
                                          <p:attrName>fill.on</p:attrName>
                                        </p:attrNameLst>
                                      </p:cBhvr>
                                      <p:to>
                                        <p:strVal val="true"/>
                                      </p:to>
                                    </p:set>
                                  </p:childTnLst>
                                </p:cTn>
                              </p:par>
                              <p:par>
                                <p:cTn id="233" presetID="1" presetClass="emph" presetSubtype="2" fill="hold" nodeType="withEffect">
                                  <p:stCondLst>
                                    <p:cond delay="500"/>
                                  </p:stCondLst>
                                  <p:childTnLst>
                                    <p:animClr clrSpc="rgb" dir="cw">
                                      <p:cBhvr>
                                        <p:cTn id="234" dur="500" fill="hold"/>
                                        <p:tgtEl>
                                          <p:spTgt spid="33"/>
                                        </p:tgtEl>
                                        <p:attrNameLst>
                                          <p:attrName>fillcolor</p:attrName>
                                        </p:attrNameLst>
                                      </p:cBhvr>
                                      <p:to>
                                        <a:srgbClr val="262626"/>
                                      </p:to>
                                    </p:animClr>
                                    <p:set>
                                      <p:cBhvr>
                                        <p:cTn id="235" dur="500" fill="hold"/>
                                        <p:tgtEl>
                                          <p:spTgt spid="33"/>
                                        </p:tgtEl>
                                        <p:attrNameLst>
                                          <p:attrName>fill.type</p:attrName>
                                        </p:attrNameLst>
                                      </p:cBhvr>
                                      <p:to>
                                        <p:strVal val="solid"/>
                                      </p:to>
                                    </p:set>
                                    <p:set>
                                      <p:cBhvr>
                                        <p:cTn id="236" dur="500" fill="hold"/>
                                        <p:tgtEl>
                                          <p:spTgt spid="33"/>
                                        </p:tgtEl>
                                        <p:attrNameLst>
                                          <p:attrName>fill.on</p:attrName>
                                        </p:attrNameLst>
                                      </p:cBhvr>
                                      <p:to>
                                        <p:strVal val="true"/>
                                      </p:to>
                                    </p:set>
                                  </p:childTnLst>
                                </p:cTn>
                              </p:par>
                              <p:par>
                                <p:cTn id="237" presetID="1" presetClass="emph" presetSubtype="2" fill="hold" nodeType="withEffect">
                                  <p:stCondLst>
                                    <p:cond delay="500"/>
                                  </p:stCondLst>
                                  <p:childTnLst>
                                    <p:animClr clrSpc="rgb" dir="cw">
                                      <p:cBhvr>
                                        <p:cTn id="238" dur="500" fill="hold"/>
                                        <p:tgtEl>
                                          <p:spTgt spid="35"/>
                                        </p:tgtEl>
                                        <p:attrNameLst>
                                          <p:attrName>fillcolor</p:attrName>
                                        </p:attrNameLst>
                                      </p:cBhvr>
                                      <p:to>
                                        <a:srgbClr val="262626"/>
                                      </p:to>
                                    </p:animClr>
                                    <p:set>
                                      <p:cBhvr>
                                        <p:cTn id="239" dur="500" fill="hold"/>
                                        <p:tgtEl>
                                          <p:spTgt spid="35"/>
                                        </p:tgtEl>
                                        <p:attrNameLst>
                                          <p:attrName>fill.type</p:attrName>
                                        </p:attrNameLst>
                                      </p:cBhvr>
                                      <p:to>
                                        <p:strVal val="solid"/>
                                      </p:to>
                                    </p:set>
                                    <p:set>
                                      <p:cBhvr>
                                        <p:cTn id="240" dur="500" fill="hold"/>
                                        <p:tgtEl>
                                          <p:spTgt spid="35"/>
                                        </p:tgtEl>
                                        <p:attrNameLst>
                                          <p:attrName>fill.on</p:attrName>
                                        </p:attrNameLst>
                                      </p:cBhvr>
                                      <p:to>
                                        <p:strVal val="true"/>
                                      </p:to>
                                    </p:set>
                                  </p:childTnLst>
                                </p:cTn>
                              </p:par>
                              <p:par>
                                <p:cTn id="241" presetID="1" presetClass="emph" presetSubtype="2" fill="hold" nodeType="withEffect">
                                  <p:stCondLst>
                                    <p:cond delay="500"/>
                                  </p:stCondLst>
                                  <p:childTnLst>
                                    <p:animClr clrSpc="rgb" dir="cw">
                                      <p:cBhvr>
                                        <p:cTn id="242" dur="500" fill="hold"/>
                                        <p:tgtEl>
                                          <p:spTgt spid="37"/>
                                        </p:tgtEl>
                                        <p:attrNameLst>
                                          <p:attrName>fillcolor</p:attrName>
                                        </p:attrNameLst>
                                      </p:cBhvr>
                                      <p:to>
                                        <a:srgbClr val="262626"/>
                                      </p:to>
                                    </p:animClr>
                                    <p:set>
                                      <p:cBhvr>
                                        <p:cTn id="243" dur="500" fill="hold"/>
                                        <p:tgtEl>
                                          <p:spTgt spid="37"/>
                                        </p:tgtEl>
                                        <p:attrNameLst>
                                          <p:attrName>fill.type</p:attrName>
                                        </p:attrNameLst>
                                      </p:cBhvr>
                                      <p:to>
                                        <p:strVal val="solid"/>
                                      </p:to>
                                    </p:set>
                                    <p:set>
                                      <p:cBhvr>
                                        <p:cTn id="244" dur="500" fill="hold"/>
                                        <p:tgtEl>
                                          <p:spTgt spid="37"/>
                                        </p:tgtEl>
                                        <p:attrNameLst>
                                          <p:attrName>fill.on</p:attrName>
                                        </p:attrNameLst>
                                      </p:cBhvr>
                                      <p:to>
                                        <p:strVal val="true"/>
                                      </p:to>
                                    </p:set>
                                  </p:childTnLst>
                                </p:cTn>
                              </p:par>
                              <p:par>
                                <p:cTn id="245" presetID="1" presetClass="emph" presetSubtype="2" fill="hold" nodeType="withEffect">
                                  <p:stCondLst>
                                    <p:cond delay="500"/>
                                  </p:stCondLst>
                                  <p:childTnLst>
                                    <p:animClr clrSpc="rgb" dir="cw">
                                      <p:cBhvr>
                                        <p:cTn id="246" dur="500" fill="hold"/>
                                        <p:tgtEl>
                                          <p:spTgt spid="38"/>
                                        </p:tgtEl>
                                        <p:attrNameLst>
                                          <p:attrName>fillcolor</p:attrName>
                                        </p:attrNameLst>
                                      </p:cBhvr>
                                      <p:to>
                                        <a:srgbClr val="262626"/>
                                      </p:to>
                                    </p:animClr>
                                    <p:set>
                                      <p:cBhvr>
                                        <p:cTn id="247" dur="500" fill="hold"/>
                                        <p:tgtEl>
                                          <p:spTgt spid="38"/>
                                        </p:tgtEl>
                                        <p:attrNameLst>
                                          <p:attrName>fill.type</p:attrName>
                                        </p:attrNameLst>
                                      </p:cBhvr>
                                      <p:to>
                                        <p:strVal val="solid"/>
                                      </p:to>
                                    </p:set>
                                    <p:set>
                                      <p:cBhvr>
                                        <p:cTn id="248" dur="500" fill="hold"/>
                                        <p:tgtEl>
                                          <p:spTgt spid="38"/>
                                        </p:tgtEl>
                                        <p:attrNameLst>
                                          <p:attrName>fill.on</p:attrName>
                                        </p:attrNameLst>
                                      </p:cBhvr>
                                      <p:to>
                                        <p:strVal val="true"/>
                                      </p:to>
                                    </p:set>
                                  </p:childTnLst>
                                </p:cTn>
                              </p:par>
                              <p:par>
                                <p:cTn id="249" presetID="1" presetClass="emph" presetSubtype="2" fill="hold" nodeType="withEffect">
                                  <p:stCondLst>
                                    <p:cond delay="500"/>
                                  </p:stCondLst>
                                  <p:childTnLst>
                                    <p:animClr clrSpc="rgb" dir="cw">
                                      <p:cBhvr>
                                        <p:cTn id="250" dur="500" fill="hold"/>
                                        <p:tgtEl>
                                          <p:spTgt spid="39"/>
                                        </p:tgtEl>
                                        <p:attrNameLst>
                                          <p:attrName>fillcolor</p:attrName>
                                        </p:attrNameLst>
                                      </p:cBhvr>
                                      <p:to>
                                        <a:srgbClr val="262626"/>
                                      </p:to>
                                    </p:animClr>
                                    <p:set>
                                      <p:cBhvr>
                                        <p:cTn id="251" dur="500" fill="hold"/>
                                        <p:tgtEl>
                                          <p:spTgt spid="39"/>
                                        </p:tgtEl>
                                        <p:attrNameLst>
                                          <p:attrName>fill.type</p:attrName>
                                        </p:attrNameLst>
                                      </p:cBhvr>
                                      <p:to>
                                        <p:strVal val="solid"/>
                                      </p:to>
                                    </p:set>
                                    <p:set>
                                      <p:cBhvr>
                                        <p:cTn id="252" dur="500" fill="hold"/>
                                        <p:tgtEl>
                                          <p:spTgt spid="39"/>
                                        </p:tgtEl>
                                        <p:attrNameLst>
                                          <p:attrName>fill.on</p:attrName>
                                        </p:attrNameLst>
                                      </p:cBhvr>
                                      <p:to>
                                        <p:strVal val="true"/>
                                      </p:to>
                                    </p:set>
                                  </p:childTnLst>
                                </p:cTn>
                              </p:par>
                              <p:par>
                                <p:cTn id="253" presetID="1" presetClass="emph" presetSubtype="2" fill="hold" nodeType="withEffect">
                                  <p:stCondLst>
                                    <p:cond delay="500"/>
                                  </p:stCondLst>
                                  <p:childTnLst>
                                    <p:animClr clrSpc="rgb" dir="cw">
                                      <p:cBhvr>
                                        <p:cTn id="254" dur="500" fill="hold"/>
                                        <p:tgtEl>
                                          <p:spTgt spid="41"/>
                                        </p:tgtEl>
                                        <p:attrNameLst>
                                          <p:attrName>fillcolor</p:attrName>
                                        </p:attrNameLst>
                                      </p:cBhvr>
                                      <p:to>
                                        <a:srgbClr val="262626"/>
                                      </p:to>
                                    </p:animClr>
                                    <p:set>
                                      <p:cBhvr>
                                        <p:cTn id="255" dur="500" fill="hold"/>
                                        <p:tgtEl>
                                          <p:spTgt spid="41"/>
                                        </p:tgtEl>
                                        <p:attrNameLst>
                                          <p:attrName>fill.type</p:attrName>
                                        </p:attrNameLst>
                                      </p:cBhvr>
                                      <p:to>
                                        <p:strVal val="solid"/>
                                      </p:to>
                                    </p:set>
                                    <p:set>
                                      <p:cBhvr>
                                        <p:cTn id="256" dur="500" fill="hold"/>
                                        <p:tgtEl>
                                          <p:spTgt spid="41"/>
                                        </p:tgtEl>
                                        <p:attrNameLst>
                                          <p:attrName>fill.on</p:attrName>
                                        </p:attrNameLst>
                                      </p:cBhvr>
                                      <p:to>
                                        <p:strVal val="true"/>
                                      </p:to>
                                    </p:set>
                                  </p:childTnLst>
                                </p:cTn>
                              </p:par>
                              <p:par>
                                <p:cTn id="257" presetID="1" presetClass="emph" presetSubtype="2" fill="hold" nodeType="withEffect">
                                  <p:stCondLst>
                                    <p:cond delay="500"/>
                                  </p:stCondLst>
                                  <p:childTnLst>
                                    <p:animClr clrSpc="rgb" dir="cw">
                                      <p:cBhvr>
                                        <p:cTn id="258" dur="500" fill="hold"/>
                                        <p:tgtEl>
                                          <p:spTgt spid="42"/>
                                        </p:tgtEl>
                                        <p:attrNameLst>
                                          <p:attrName>fillcolor</p:attrName>
                                        </p:attrNameLst>
                                      </p:cBhvr>
                                      <p:to>
                                        <a:srgbClr val="262626"/>
                                      </p:to>
                                    </p:animClr>
                                    <p:set>
                                      <p:cBhvr>
                                        <p:cTn id="259" dur="500" fill="hold"/>
                                        <p:tgtEl>
                                          <p:spTgt spid="42"/>
                                        </p:tgtEl>
                                        <p:attrNameLst>
                                          <p:attrName>fill.type</p:attrName>
                                        </p:attrNameLst>
                                      </p:cBhvr>
                                      <p:to>
                                        <p:strVal val="solid"/>
                                      </p:to>
                                    </p:set>
                                    <p:set>
                                      <p:cBhvr>
                                        <p:cTn id="260" dur="500" fill="hold"/>
                                        <p:tgtEl>
                                          <p:spTgt spid="42"/>
                                        </p:tgtEl>
                                        <p:attrNameLst>
                                          <p:attrName>fill.on</p:attrName>
                                        </p:attrNameLst>
                                      </p:cBhvr>
                                      <p:to>
                                        <p:strVal val="true"/>
                                      </p:to>
                                    </p:set>
                                  </p:childTnLst>
                                </p:cTn>
                              </p:par>
                              <p:par>
                                <p:cTn id="261" presetID="1" presetClass="emph" presetSubtype="2" fill="hold" nodeType="withEffect">
                                  <p:stCondLst>
                                    <p:cond delay="500"/>
                                  </p:stCondLst>
                                  <p:childTnLst>
                                    <p:animClr clrSpc="rgb" dir="cw">
                                      <p:cBhvr>
                                        <p:cTn id="262" dur="500" fill="hold"/>
                                        <p:tgtEl>
                                          <p:spTgt spid="43"/>
                                        </p:tgtEl>
                                        <p:attrNameLst>
                                          <p:attrName>fillcolor</p:attrName>
                                        </p:attrNameLst>
                                      </p:cBhvr>
                                      <p:to>
                                        <a:srgbClr val="262626"/>
                                      </p:to>
                                    </p:animClr>
                                    <p:set>
                                      <p:cBhvr>
                                        <p:cTn id="263" dur="500" fill="hold"/>
                                        <p:tgtEl>
                                          <p:spTgt spid="43"/>
                                        </p:tgtEl>
                                        <p:attrNameLst>
                                          <p:attrName>fill.type</p:attrName>
                                        </p:attrNameLst>
                                      </p:cBhvr>
                                      <p:to>
                                        <p:strVal val="solid"/>
                                      </p:to>
                                    </p:set>
                                    <p:set>
                                      <p:cBhvr>
                                        <p:cTn id="264" dur="500" fill="hold"/>
                                        <p:tgtEl>
                                          <p:spTgt spid="43"/>
                                        </p:tgtEl>
                                        <p:attrNameLst>
                                          <p:attrName>fill.on</p:attrName>
                                        </p:attrNameLst>
                                      </p:cBhvr>
                                      <p:to>
                                        <p:strVal val="true"/>
                                      </p:to>
                                    </p:set>
                                  </p:childTnLst>
                                </p:cTn>
                              </p:par>
                              <p:par>
                                <p:cTn id="265" presetID="1" presetClass="emph" presetSubtype="2" fill="hold" nodeType="withEffect">
                                  <p:stCondLst>
                                    <p:cond delay="500"/>
                                  </p:stCondLst>
                                  <p:childTnLst>
                                    <p:animClr clrSpc="rgb" dir="cw">
                                      <p:cBhvr>
                                        <p:cTn id="266" dur="500" fill="hold"/>
                                        <p:tgtEl>
                                          <p:spTgt spid="8"/>
                                        </p:tgtEl>
                                        <p:attrNameLst>
                                          <p:attrName>fillcolor</p:attrName>
                                        </p:attrNameLst>
                                      </p:cBhvr>
                                      <p:to>
                                        <a:srgbClr val="6C6C6C"/>
                                      </p:to>
                                    </p:animClr>
                                    <p:set>
                                      <p:cBhvr>
                                        <p:cTn id="267" dur="500" fill="hold"/>
                                        <p:tgtEl>
                                          <p:spTgt spid="8"/>
                                        </p:tgtEl>
                                        <p:attrNameLst>
                                          <p:attrName>fill.type</p:attrName>
                                        </p:attrNameLst>
                                      </p:cBhvr>
                                      <p:to>
                                        <p:strVal val="solid"/>
                                      </p:to>
                                    </p:set>
                                    <p:set>
                                      <p:cBhvr>
                                        <p:cTn id="268" dur="500" fill="hold"/>
                                        <p:tgtEl>
                                          <p:spTgt spid="8"/>
                                        </p:tgtEl>
                                        <p:attrNameLst>
                                          <p:attrName>fill.on</p:attrName>
                                        </p:attrNameLst>
                                      </p:cBhvr>
                                      <p:to>
                                        <p:strVal val="true"/>
                                      </p:to>
                                    </p:set>
                                  </p:childTnLst>
                                </p:cTn>
                              </p:par>
                              <p:par>
                                <p:cTn id="269" presetID="1" presetClass="emph" presetSubtype="2" fill="hold" nodeType="withEffect">
                                  <p:stCondLst>
                                    <p:cond delay="500"/>
                                  </p:stCondLst>
                                  <p:childTnLst>
                                    <p:animClr clrSpc="rgb" dir="cw">
                                      <p:cBhvr>
                                        <p:cTn id="270" dur="500" fill="hold"/>
                                        <p:tgtEl>
                                          <p:spTgt spid="10"/>
                                        </p:tgtEl>
                                        <p:attrNameLst>
                                          <p:attrName>fillcolor</p:attrName>
                                        </p:attrNameLst>
                                      </p:cBhvr>
                                      <p:to>
                                        <a:srgbClr val="6C6C6C"/>
                                      </p:to>
                                    </p:animClr>
                                    <p:set>
                                      <p:cBhvr>
                                        <p:cTn id="271" dur="500" fill="hold"/>
                                        <p:tgtEl>
                                          <p:spTgt spid="10"/>
                                        </p:tgtEl>
                                        <p:attrNameLst>
                                          <p:attrName>fill.type</p:attrName>
                                        </p:attrNameLst>
                                      </p:cBhvr>
                                      <p:to>
                                        <p:strVal val="solid"/>
                                      </p:to>
                                    </p:set>
                                    <p:set>
                                      <p:cBhvr>
                                        <p:cTn id="272" dur="500" fill="hold"/>
                                        <p:tgtEl>
                                          <p:spTgt spid="10"/>
                                        </p:tgtEl>
                                        <p:attrNameLst>
                                          <p:attrName>fill.on</p:attrName>
                                        </p:attrNameLst>
                                      </p:cBhvr>
                                      <p:to>
                                        <p:strVal val="true"/>
                                      </p:to>
                                    </p:set>
                                  </p:childTnLst>
                                </p:cTn>
                              </p:par>
                              <p:par>
                                <p:cTn id="273" presetID="1" presetClass="emph" presetSubtype="2" fill="hold" nodeType="withEffect">
                                  <p:stCondLst>
                                    <p:cond delay="500"/>
                                  </p:stCondLst>
                                  <p:childTnLst>
                                    <p:animClr clrSpc="rgb" dir="cw">
                                      <p:cBhvr>
                                        <p:cTn id="274" dur="500" fill="hold"/>
                                        <p:tgtEl>
                                          <p:spTgt spid="13"/>
                                        </p:tgtEl>
                                        <p:attrNameLst>
                                          <p:attrName>fillcolor</p:attrName>
                                        </p:attrNameLst>
                                      </p:cBhvr>
                                      <p:to>
                                        <a:srgbClr val="6C6C6C"/>
                                      </p:to>
                                    </p:animClr>
                                    <p:set>
                                      <p:cBhvr>
                                        <p:cTn id="275" dur="500" fill="hold"/>
                                        <p:tgtEl>
                                          <p:spTgt spid="13"/>
                                        </p:tgtEl>
                                        <p:attrNameLst>
                                          <p:attrName>fill.type</p:attrName>
                                        </p:attrNameLst>
                                      </p:cBhvr>
                                      <p:to>
                                        <p:strVal val="solid"/>
                                      </p:to>
                                    </p:set>
                                    <p:set>
                                      <p:cBhvr>
                                        <p:cTn id="276" dur="500" fill="hold"/>
                                        <p:tgtEl>
                                          <p:spTgt spid="13"/>
                                        </p:tgtEl>
                                        <p:attrNameLst>
                                          <p:attrName>fill.on</p:attrName>
                                        </p:attrNameLst>
                                      </p:cBhvr>
                                      <p:to>
                                        <p:strVal val="true"/>
                                      </p:to>
                                    </p:set>
                                  </p:childTnLst>
                                </p:cTn>
                              </p:par>
                              <p:par>
                                <p:cTn id="277" presetID="1" presetClass="emph" presetSubtype="2" fill="hold" nodeType="withEffect">
                                  <p:stCondLst>
                                    <p:cond delay="500"/>
                                  </p:stCondLst>
                                  <p:childTnLst>
                                    <p:animClr clrSpc="rgb" dir="cw">
                                      <p:cBhvr>
                                        <p:cTn id="278" dur="500" fill="hold"/>
                                        <p:tgtEl>
                                          <p:spTgt spid="14"/>
                                        </p:tgtEl>
                                        <p:attrNameLst>
                                          <p:attrName>fillcolor</p:attrName>
                                        </p:attrNameLst>
                                      </p:cBhvr>
                                      <p:to>
                                        <a:srgbClr val="6C6C6C"/>
                                      </p:to>
                                    </p:animClr>
                                    <p:set>
                                      <p:cBhvr>
                                        <p:cTn id="279" dur="500" fill="hold"/>
                                        <p:tgtEl>
                                          <p:spTgt spid="14"/>
                                        </p:tgtEl>
                                        <p:attrNameLst>
                                          <p:attrName>fill.type</p:attrName>
                                        </p:attrNameLst>
                                      </p:cBhvr>
                                      <p:to>
                                        <p:strVal val="solid"/>
                                      </p:to>
                                    </p:set>
                                    <p:set>
                                      <p:cBhvr>
                                        <p:cTn id="280" dur="500" fill="hold"/>
                                        <p:tgtEl>
                                          <p:spTgt spid="14"/>
                                        </p:tgtEl>
                                        <p:attrNameLst>
                                          <p:attrName>fill.on</p:attrName>
                                        </p:attrNameLst>
                                      </p:cBhvr>
                                      <p:to>
                                        <p:strVal val="true"/>
                                      </p:to>
                                    </p:set>
                                  </p:childTnLst>
                                </p:cTn>
                              </p:par>
                              <p:par>
                                <p:cTn id="281" presetID="1" presetClass="emph" presetSubtype="2" fill="hold" nodeType="withEffect">
                                  <p:stCondLst>
                                    <p:cond delay="500"/>
                                  </p:stCondLst>
                                  <p:childTnLst>
                                    <p:animClr clrSpc="rgb" dir="cw">
                                      <p:cBhvr>
                                        <p:cTn id="282" dur="500" fill="hold"/>
                                        <p:tgtEl>
                                          <p:spTgt spid="15"/>
                                        </p:tgtEl>
                                        <p:attrNameLst>
                                          <p:attrName>fillcolor</p:attrName>
                                        </p:attrNameLst>
                                      </p:cBhvr>
                                      <p:to>
                                        <a:srgbClr val="6C6C6C"/>
                                      </p:to>
                                    </p:animClr>
                                    <p:set>
                                      <p:cBhvr>
                                        <p:cTn id="283" dur="500" fill="hold"/>
                                        <p:tgtEl>
                                          <p:spTgt spid="15"/>
                                        </p:tgtEl>
                                        <p:attrNameLst>
                                          <p:attrName>fill.type</p:attrName>
                                        </p:attrNameLst>
                                      </p:cBhvr>
                                      <p:to>
                                        <p:strVal val="solid"/>
                                      </p:to>
                                    </p:set>
                                    <p:set>
                                      <p:cBhvr>
                                        <p:cTn id="284" dur="500" fill="hold"/>
                                        <p:tgtEl>
                                          <p:spTgt spid="15"/>
                                        </p:tgtEl>
                                        <p:attrNameLst>
                                          <p:attrName>fill.on</p:attrName>
                                        </p:attrNameLst>
                                      </p:cBhvr>
                                      <p:to>
                                        <p:strVal val="true"/>
                                      </p:to>
                                    </p:set>
                                  </p:childTnLst>
                                </p:cTn>
                              </p:par>
                              <p:par>
                                <p:cTn id="285" presetID="1" presetClass="emph" presetSubtype="2" fill="hold" nodeType="withEffect">
                                  <p:stCondLst>
                                    <p:cond delay="500"/>
                                  </p:stCondLst>
                                  <p:childTnLst>
                                    <p:animClr clrSpc="rgb" dir="cw">
                                      <p:cBhvr>
                                        <p:cTn id="286" dur="500" fill="hold"/>
                                        <p:tgtEl>
                                          <p:spTgt spid="17"/>
                                        </p:tgtEl>
                                        <p:attrNameLst>
                                          <p:attrName>fillcolor</p:attrName>
                                        </p:attrNameLst>
                                      </p:cBhvr>
                                      <p:to>
                                        <a:srgbClr val="6C6C6C"/>
                                      </p:to>
                                    </p:animClr>
                                    <p:set>
                                      <p:cBhvr>
                                        <p:cTn id="287" dur="500" fill="hold"/>
                                        <p:tgtEl>
                                          <p:spTgt spid="17"/>
                                        </p:tgtEl>
                                        <p:attrNameLst>
                                          <p:attrName>fill.type</p:attrName>
                                        </p:attrNameLst>
                                      </p:cBhvr>
                                      <p:to>
                                        <p:strVal val="solid"/>
                                      </p:to>
                                    </p:set>
                                    <p:set>
                                      <p:cBhvr>
                                        <p:cTn id="288" dur="500" fill="hold"/>
                                        <p:tgtEl>
                                          <p:spTgt spid="17"/>
                                        </p:tgtEl>
                                        <p:attrNameLst>
                                          <p:attrName>fill.on</p:attrName>
                                        </p:attrNameLst>
                                      </p:cBhvr>
                                      <p:to>
                                        <p:strVal val="true"/>
                                      </p:to>
                                    </p:set>
                                  </p:childTnLst>
                                </p:cTn>
                              </p:par>
                              <p:par>
                                <p:cTn id="289" presetID="1" presetClass="emph" presetSubtype="2" fill="hold" nodeType="withEffect">
                                  <p:stCondLst>
                                    <p:cond delay="500"/>
                                  </p:stCondLst>
                                  <p:childTnLst>
                                    <p:animClr clrSpc="rgb" dir="cw">
                                      <p:cBhvr>
                                        <p:cTn id="290" dur="500" fill="hold"/>
                                        <p:tgtEl>
                                          <p:spTgt spid="18"/>
                                        </p:tgtEl>
                                        <p:attrNameLst>
                                          <p:attrName>fillcolor</p:attrName>
                                        </p:attrNameLst>
                                      </p:cBhvr>
                                      <p:to>
                                        <a:srgbClr val="6C6C6C"/>
                                      </p:to>
                                    </p:animClr>
                                    <p:set>
                                      <p:cBhvr>
                                        <p:cTn id="291" dur="500" fill="hold"/>
                                        <p:tgtEl>
                                          <p:spTgt spid="18"/>
                                        </p:tgtEl>
                                        <p:attrNameLst>
                                          <p:attrName>fill.type</p:attrName>
                                        </p:attrNameLst>
                                      </p:cBhvr>
                                      <p:to>
                                        <p:strVal val="solid"/>
                                      </p:to>
                                    </p:set>
                                    <p:set>
                                      <p:cBhvr>
                                        <p:cTn id="292" dur="500" fill="hold"/>
                                        <p:tgtEl>
                                          <p:spTgt spid="18"/>
                                        </p:tgtEl>
                                        <p:attrNameLst>
                                          <p:attrName>fill.on</p:attrName>
                                        </p:attrNameLst>
                                      </p:cBhvr>
                                      <p:to>
                                        <p:strVal val="true"/>
                                      </p:to>
                                    </p:set>
                                  </p:childTnLst>
                                </p:cTn>
                              </p:par>
                              <p:par>
                                <p:cTn id="293" presetID="1" presetClass="emph" presetSubtype="2" fill="hold" nodeType="withEffect">
                                  <p:stCondLst>
                                    <p:cond delay="500"/>
                                  </p:stCondLst>
                                  <p:childTnLst>
                                    <p:animClr clrSpc="rgb" dir="cw">
                                      <p:cBhvr>
                                        <p:cTn id="294" dur="500" fill="hold"/>
                                        <p:tgtEl>
                                          <p:spTgt spid="19"/>
                                        </p:tgtEl>
                                        <p:attrNameLst>
                                          <p:attrName>fillcolor</p:attrName>
                                        </p:attrNameLst>
                                      </p:cBhvr>
                                      <p:to>
                                        <a:srgbClr val="6C6C6C"/>
                                      </p:to>
                                    </p:animClr>
                                    <p:set>
                                      <p:cBhvr>
                                        <p:cTn id="295" dur="500" fill="hold"/>
                                        <p:tgtEl>
                                          <p:spTgt spid="19"/>
                                        </p:tgtEl>
                                        <p:attrNameLst>
                                          <p:attrName>fill.type</p:attrName>
                                        </p:attrNameLst>
                                      </p:cBhvr>
                                      <p:to>
                                        <p:strVal val="solid"/>
                                      </p:to>
                                    </p:set>
                                    <p:set>
                                      <p:cBhvr>
                                        <p:cTn id="296" dur="500" fill="hold"/>
                                        <p:tgtEl>
                                          <p:spTgt spid="19"/>
                                        </p:tgtEl>
                                        <p:attrNameLst>
                                          <p:attrName>fill.on</p:attrName>
                                        </p:attrNameLst>
                                      </p:cBhvr>
                                      <p:to>
                                        <p:strVal val="true"/>
                                      </p:to>
                                    </p:set>
                                  </p:childTnLst>
                                </p:cTn>
                              </p:par>
                              <p:par>
                                <p:cTn id="297" presetID="3" presetClass="emph" presetSubtype="2" fill="hold" grpId="1" nodeType="withEffect">
                                  <p:stCondLst>
                                    <p:cond delay="500"/>
                                  </p:stCondLst>
                                  <p:childTnLst>
                                    <p:animClr clrSpc="rgb" dir="cw">
                                      <p:cBhvr override="childStyle">
                                        <p:cTn id="298" dur="500" fill="hold"/>
                                        <p:tgtEl>
                                          <p:spTgt spid="104"/>
                                        </p:tgtEl>
                                        <p:attrNameLst>
                                          <p:attrName>style.color</p:attrName>
                                        </p:attrNameLst>
                                      </p:cBhvr>
                                      <p:to>
                                        <a:srgbClr val="262626"/>
                                      </p:to>
                                    </p:animClr>
                                  </p:childTnLst>
                                </p:cTn>
                              </p:par>
                            </p:childTnLst>
                          </p:cTn>
                        </p:par>
                      </p:childTnLst>
                    </p:cTn>
                  </p:par>
                  <p:par>
                    <p:cTn id="299" fill="hold">
                      <p:stCondLst>
                        <p:cond delay="indefinite"/>
                      </p:stCondLst>
                      <p:childTnLst>
                        <p:par>
                          <p:cTn id="300" fill="hold">
                            <p:stCondLst>
                              <p:cond delay="0"/>
                            </p:stCondLst>
                            <p:childTnLst>
                              <p:par>
                                <p:cTn id="301" presetID="1" presetClass="exit" presetSubtype="0" fill="hold" grpId="1" nodeType="clickEffect">
                                  <p:stCondLst>
                                    <p:cond delay="0"/>
                                  </p:stCondLst>
                                  <p:childTnLst>
                                    <p:set>
                                      <p:cBhvr>
                                        <p:cTn id="302" dur="1" fill="hold">
                                          <p:stCondLst>
                                            <p:cond delay="0"/>
                                          </p:stCondLst>
                                        </p:cTn>
                                        <p:tgtEl>
                                          <p:spTgt spid="29"/>
                                        </p:tgtEl>
                                        <p:attrNameLst>
                                          <p:attrName>style.visibility</p:attrName>
                                        </p:attrNameLst>
                                      </p:cBhvr>
                                      <p:to>
                                        <p:strVal val="hidden"/>
                                      </p:to>
                                    </p:set>
                                  </p:childTnLst>
                                </p:cTn>
                              </p:par>
                              <p:par>
                                <p:cTn id="303" presetID="1" presetClass="exit" presetSubtype="0" fill="hold" grpId="1" nodeType="withEffect">
                                  <p:stCondLst>
                                    <p:cond delay="0"/>
                                  </p:stCondLst>
                                  <p:childTnLst>
                                    <p:set>
                                      <p:cBhvr>
                                        <p:cTn id="304" dur="1" fill="hold">
                                          <p:stCondLst>
                                            <p:cond delay="0"/>
                                          </p:stCondLst>
                                        </p:cTn>
                                        <p:tgtEl>
                                          <p:spTgt spid="30"/>
                                        </p:tgtEl>
                                        <p:attrNameLst>
                                          <p:attrName>style.visibility</p:attrName>
                                        </p:attrNameLst>
                                      </p:cBhvr>
                                      <p:to>
                                        <p:strVal val="hidden"/>
                                      </p:to>
                                    </p:set>
                                  </p:childTnLst>
                                </p:cTn>
                              </p:par>
                              <p:par>
                                <p:cTn id="305" presetID="1" presetClass="exit" presetSubtype="0" fill="hold" grpId="1" nodeType="withEffect">
                                  <p:stCondLst>
                                    <p:cond delay="0"/>
                                  </p:stCondLst>
                                  <p:childTnLst>
                                    <p:set>
                                      <p:cBhvr>
                                        <p:cTn id="306" dur="1" fill="hold">
                                          <p:stCondLst>
                                            <p:cond delay="0"/>
                                          </p:stCondLst>
                                        </p:cTn>
                                        <p:tgtEl>
                                          <p:spTgt spid="93"/>
                                        </p:tgtEl>
                                        <p:attrNameLst>
                                          <p:attrName>style.visibility</p:attrName>
                                        </p:attrNameLst>
                                      </p:cBhvr>
                                      <p:to>
                                        <p:strVal val="hidden"/>
                                      </p:to>
                                    </p:set>
                                  </p:childTnLst>
                                </p:cTn>
                              </p:par>
                              <p:par>
                                <p:cTn id="307" presetID="10" presetClass="entr" presetSubtype="0" fill="hold" grpId="0" nodeType="withEffect">
                                  <p:stCondLst>
                                    <p:cond delay="1000"/>
                                  </p:stCondLst>
                                  <p:childTnLst>
                                    <p:set>
                                      <p:cBhvr>
                                        <p:cTn id="308" dur="1" fill="hold">
                                          <p:stCondLst>
                                            <p:cond delay="0"/>
                                          </p:stCondLst>
                                        </p:cTn>
                                        <p:tgtEl>
                                          <p:spTgt spid="232"/>
                                        </p:tgtEl>
                                        <p:attrNameLst>
                                          <p:attrName>style.visibility</p:attrName>
                                        </p:attrNameLst>
                                      </p:cBhvr>
                                      <p:to>
                                        <p:strVal val="visible"/>
                                      </p:to>
                                    </p:set>
                                    <p:animEffect transition="in" filter="fade">
                                      <p:cBhvr>
                                        <p:cTn id="309" dur="500"/>
                                        <p:tgtEl>
                                          <p:spTgt spid="232"/>
                                        </p:tgtEl>
                                      </p:cBhvr>
                                    </p:animEffect>
                                  </p:childTnLst>
                                </p:cTn>
                              </p:par>
                              <p:par>
                                <p:cTn id="310" presetID="10" presetClass="entr" presetSubtype="0" fill="hold" grpId="0" nodeType="withEffect">
                                  <p:stCondLst>
                                    <p:cond delay="1000"/>
                                  </p:stCondLst>
                                  <p:childTnLst>
                                    <p:set>
                                      <p:cBhvr>
                                        <p:cTn id="311" dur="1" fill="hold">
                                          <p:stCondLst>
                                            <p:cond delay="0"/>
                                          </p:stCondLst>
                                        </p:cTn>
                                        <p:tgtEl>
                                          <p:spTgt spid="202"/>
                                        </p:tgtEl>
                                        <p:attrNameLst>
                                          <p:attrName>style.visibility</p:attrName>
                                        </p:attrNameLst>
                                      </p:cBhvr>
                                      <p:to>
                                        <p:strVal val="visible"/>
                                      </p:to>
                                    </p:set>
                                    <p:animEffect transition="in" filter="fade">
                                      <p:cBhvr>
                                        <p:cTn id="312" dur="5000"/>
                                        <p:tgtEl>
                                          <p:spTgt spid="202"/>
                                        </p:tgtEl>
                                      </p:cBhvr>
                                    </p:animEffect>
                                  </p:childTnLst>
                                </p:cTn>
                              </p:par>
                              <p:par>
                                <p:cTn id="313" presetID="10" presetClass="entr" presetSubtype="0" fill="hold" grpId="0" nodeType="withEffect">
                                  <p:stCondLst>
                                    <p:cond delay="1000"/>
                                  </p:stCondLst>
                                  <p:childTnLst>
                                    <p:set>
                                      <p:cBhvr>
                                        <p:cTn id="314" dur="1" fill="hold">
                                          <p:stCondLst>
                                            <p:cond delay="0"/>
                                          </p:stCondLst>
                                        </p:cTn>
                                        <p:tgtEl>
                                          <p:spTgt spid="214"/>
                                        </p:tgtEl>
                                        <p:attrNameLst>
                                          <p:attrName>style.visibility</p:attrName>
                                        </p:attrNameLst>
                                      </p:cBhvr>
                                      <p:to>
                                        <p:strVal val="visible"/>
                                      </p:to>
                                    </p:set>
                                    <p:animEffect transition="in" filter="fade">
                                      <p:cBhvr>
                                        <p:cTn id="315" dur="500"/>
                                        <p:tgtEl>
                                          <p:spTgt spid="214"/>
                                        </p:tgtEl>
                                      </p:cBhvr>
                                    </p:animEffect>
                                  </p:childTnLst>
                                </p:cTn>
                              </p:par>
                              <p:par>
                                <p:cTn id="316" presetID="10" presetClass="entr" presetSubtype="0" fill="hold" grpId="0" nodeType="withEffect">
                                  <p:stCondLst>
                                    <p:cond delay="1000"/>
                                  </p:stCondLst>
                                  <p:childTnLst>
                                    <p:set>
                                      <p:cBhvr>
                                        <p:cTn id="317" dur="1" fill="hold">
                                          <p:stCondLst>
                                            <p:cond delay="0"/>
                                          </p:stCondLst>
                                        </p:cTn>
                                        <p:tgtEl>
                                          <p:spTgt spid="215"/>
                                        </p:tgtEl>
                                        <p:attrNameLst>
                                          <p:attrName>style.visibility</p:attrName>
                                        </p:attrNameLst>
                                      </p:cBhvr>
                                      <p:to>
                                        <p:strVal val="visible"/>
                                      </p:to>
                                    </p:set>
                                    <p:animEffect transition="in" filter="fade">
                                      <p:cBhvr>
                                        <p:cTn id="318" dur="500"/>
                                        <p:tgtEl>
                                          <p:spTgt spid="215"/>
                                        </p:tgtEl>
                                      </p:cBhvr>
                                    </p:animEffect>
                                  </p:childTnLst>
                                </p:cTn>
                              </p:par>
                              <p:par>
                                <p:cTn id="319" presetID="10" presetClass="entr" presetSubtype="0" fill="hold" grpId="0" nodeType="withEffect">
                                  <p:stCondLst>
                                    <p:cond delay="1000"/>
                                  </p:stCondLst>
                                  <p:childTnLst>
                                    <p:set>
                                      <p:cBhvr>
                                        <p:cTn id="320" dur="1" fill="hold">
                                          <p:stCondLst>
                                            <p:cond delay="0"/>
                                          </p:stCondLst>
                                        </p:cTn>
                                        <p:tgtEl>
                                          <p:spTgt spid="216"/>
                                        </p:tgtEl>
                                        <p:attrNameLst>
                                          <p:attrName>style.visibility</p:attrName>
                                        </p:attrNameLst>
                                      </p:cBhvr>
                                      <p:to>
                                        <p:strVal val="visible"/>
                                      </p:to>
                                    </p:set>
                                    <p:animEffect transition="in" filter="fade">
                                      <p:cBhvr>
                                        <p:cTn id="321" dur="500"/>
                                        <p:tgtEl>
                                          <p:spTgt spid="216"/>
                                        </p:tgtEl>
                                      </p:cBhvr>
                                    </p:animEffect>
                                  </p:childTnLst>
                                </p:cTn>
                              </p:par>
                              <p:par>
                                <p:cTn id="322" presetID="10" presetClass="entr" presetSubtype="0" fill="hold" grpId="0" nodeType="withEffect">
                                  <p:stCondLst>
                                    <p:cond delay="1000"/>
                                  </p:stCondLst>
                                  <p:childTnLst>
                                    <p:set>
                                      <p:cBhvr>
                                        <p:cTn id="323" dur="1" fill="hold">
                                          <p:stCondLst>
                                            <p:cond delay="0"/>
                                          </p:stCondLst>
                                        </p:cTn>
                                        <p:tgtEl>
                                          <p:spTgt spid="217"/>
                                        </p:tgtEl>
                                        <p:attrNameLst>
                                          <p:attrName>style.visibility</p:attrName>
                                        </p:attrNameLst>
                                      </p:cBhvr>
                                      <p:to>
                                        <p:strVal val="visible"/>
                                      </p:to>
                                    </p:set>
                                    <p:animEffect transition="in" filter="fade">
                                      <p:cBhvr>
                                        <p:cTn id="324" dur="500"/>
                                        <p:tgtEl>
                                          <p:spTgt spid="217"/>
                                        </p:tgtEl>
                                      </p:cBhvr>
                                    </p:animEffect>
                                  </p:childTnLst>
                                </p:cTn>
                              </p:par>
                              <p:par>
                                <p:cTn id="325" presetID="10" presetClass="entr" presetSubtype="0" fill="hold" grpId="0" nodeType="withEffect">
                                  <p:stCondLst>
                                    <p:cond delay="1000"/>
                                  </p:stCondLst>
                                  <p:childTnLst>
                                    <p:set>
                                      <p:cBhvr>
                                        <p:cTn id="326" dur="1" fill="hold">
                                          <p:stCondLst>
                                            <p:cond delay="0"/>
                                          </p:stCondLst>
                                        </p:cTn>
                                        <p:tgtEl>
                                          <p:spTgt spid="218"/>
                                        </p:tgtEl>
                                        <p:attrNameLst>
                                          <p:attrName>style.visibility</p:attrName>
                                        </p:attrNameLst>
                                      </p:cBhvr>
                                      <p:to>
                                        <p:strVal val="visible"/>
                                      </p:to>
                                    </p:set>
                                    <p:animEffect transition="in" filter="fade">
                                      <p:cBhvr>
                                        <p:cTn id="327" dur="500"/>
                                        <p:tgtEl>
                                          <p:spTgt spid="218"/>
                                        </p:tgtEl>
                                      </p:cBhvr>
                                    </p:animEffect>
                                  </p:childTnLst>
                                </p:cTn>
                              </p:par>
                              <p:par>
                                <p:cTn id="328" presetID="10" presetClass="entr" presetSubtype="0" fill="hold" grpId="0" nodeType="withEffect">
                                  <p:stCondLst>
                                    <p:cond delay="1000"/>
                                  </p:stCondLst>
                                  <p:childTnLst>
                                    <p:set>
                                      <p:cBhvr>
                                        <p:cTn id="329" dur="1" fill="hold">
                                          <p:stCondLst>
                                            <p:cond delay="0"/>
                                          </p:stCondLst>
                                        </p:cTn>
                                        <p:tgtEl>
                                          <p:spTgt spid="219"/>
                                        </p:tgtEl>
                                        <p:attrNameLst>
                                          <p:attrName>style.visibility</p:attrName>
                                        </p:attrNameLst>
                                      </p:cBhvr>
                                      <p:to>
                                        <p:strVal val="visible"/>
                                      </p:to>
                                    </p:set>
                                    <p:animEffect transition="in" filter="fade">
                                      <p:cBhvr>
                                        <p:cTn id="330" dur="500"/>
                                        <p:tgtEl>
                                          <p:spTgt spid="219"/>
                                        </p:tgtEl>
                                      </p:cBhvr>
                                    </p:animEffect>
                                  </p:childTnLst>
                                </p:cTn>
                              </p:par>
                              <p:par>
                                <p:cTn id="331" presetID="10" presetClass="entr" presetSubtype="0" fill="hold" grpId="0" nodeType="withEffect">
                                  <p:stCondLst>
                                    <p:cond delay="1000"/>
                                  </p:stCondLst>
                                  <p:childTnLst>
                                    <p:set>
                                      <p:cBhvr>
                                        <p:cTn id="332" dur="1" fill="hold">
                                          <p:stCondLst>
                                            <p:cond delay="0"/>
                                          </p:stCondLst>
                                        </p:cTn>
                                        <p:tgtEl>
                                          <p:spTgt spid="220"/>
                                        </p:tgtEl>
                                        <p:attrNameLst>
                                          <p:attrName>style.visibility</p:attrName>
                                        </p:attrNameLst>
                                      </p:cBhvr>
                                      <p:to>
                                        <p:strVal val="visible"/>
                                      </p:to>
                                    </p:set>
                                    <p:animEffect transition="in" filter="fade">
                                      <p:cBhvr>
                                        <p:cTn id="333" dur="500"/>
                                        <p:tgtEl>
                                          <p:spTgt spid="220"/>
                                        </p:tgtEl>
                                      </p:cBhvr>
                                    </p:animEffect>
                                  </p:childTnLst>
                                </p:cTn>
                              </p:par>
                              <p:par>
                                <p:cTn id="334" presetID="10" presetClass="entr" presetSubtype="0" fill="hold" grpId="0" nodeType="withEffect">
                                  <p:stCondLst>
                                    <p:cond delay="1000"/>
                                  </p:stCondLst>
                                  <p:childTnLst>
                                    <p:set>
                                      <p:cBhvr>
                                        <p:cTn id="335" dur="1" fill="hold">
                                          <p:stCondLst>
                                            <p:cond delay="0"/>
                                          </p:stCondLst>
                                        </p:cTn>
                                        <p:tgtEl>
                                          <p:spTgt spid="221"/>
                                        </p:tgtEl>
                                        <p:attrNameLst>
                                          <p:attrName>style.visibility</p:attrName>
                                        </p:attrNameLst>
                                      </p:cBhvr>
                                      <p:to>
                                        <p:strVal val="visible"/>
                                      </p:to>
                                    </p:set>
                                    <p:animEffect transition="in" filter="fade">
                                      <p:cBhvr>
                                        <p:cTn id="336" dur="500"/>
                                        <p:tgtEl>
                                          <p:spTgt spid="221"/>
                                        </p:tgtEl>
                                      </p:cBhvr>
                                    </p:animEffect>
                                  </p:childTnLst>
                                </p:cTn>
                              </p:par>
                              <p:par>
                                <p:cTn id="337" presetID="10" presetClass="entr" presetSubtype="0" fill="hold" grpId="0" nodeType="withEffect">
                                  <p:stCondLst>
                                    <p:cond delay="1000"/>
                                  </p:stCondLst>
                                  <p:childTnLst>
                                    <p:set>
                                      <p:cBhvr>
                                        <p:cTn id="338" dur="1" fill="hold">
                                          <p:stCondLst>
                                            <p:cond delay="0"/>
                                          </p:stCondLst>
                                        </p:cTn>
                                        <p:tgtEl>
                                          <p:spTgt spid="222"/>
                                        </p:tgtEl>
                                        <p:attrNameLst>
                                          <p:attrName>style.visibility</p:attrName>
                                        </p:attrNameLst>
                                      </p:cBhvr>
                                      <p:to>
                                        <p:strVal val="visible"/>
                                      </p:to>
                                    </p:set>
                                    <p:animEffect transition="in" filter="fade">
                                      <p:cBhvr>
                                        <p:cTn id="339" dur="500"/>
                                        <p:tgtEl>
                                          <p:spTgt spid="222"/>
                                        </p:tgtEl>
                                      </p:cBhvr>
                                    </p:animEffect>
                                  </p:childTnLst>
                                </p:cTn>
                              </p:par>
                              <p:par>
                                <p:cTn id="340" presetID="10" presetClass="entr" presetSubtype="0" fill="hold" grpId="0" nodeType="withEffect">
                                  <p:stCondLst>
                                    <p:cond delay="1000"/>
                                  </p:stCondLst>
                                  <p:childTnLst>
                                    <p:set>
                                      <p:cBhvr>
                                        <p:cTn id="341" dur="1" fill="hold">
                                          <p:stCondLst>
                                            <p:cond delay="0"/>
                                          </p:stCondLst>
                                        </p:cTn>
                                        <p:tgtEl>
                                          <p:spTgt spid="223"/>
                                        </p:tgtEl>
                                        <p:attrNameLst>
                                          <p:attrName>style.visibility</p:attrName>
                                        </p:attrNameLst>
                                      </p:cBhvr>
                                      <p:to>
                                        <p:strVal val="visible"/>
                                      </p:to>
                                    </p:set>
                                    <p:animEffect transition="in" filter="fade">
                                      <p:cBhvr>
                                        <p:cTn id="342" dur="500"/>
                                        <p:tgtEl>
                                          <p:spTgt spid="223"/>
                                        </p:tgtEl>
                                      </p:cBhvr>
                                    </p:animEffect>
                                  </p:childTnLst>
                                </p:cTn>
                              </p:par>
                              <p:par>
                                <p:cTn id="343" presetID="10" presetClass="entr" presetSubtype="0" fill="hold" grpId="0" nodeType="withEffect">
                                  <p:stCondLst>
                                    <p:cond delay="1000"/>
                                  </p:stCondLst>
                                  <p:childTnLst>
                                    <p:set>
                                      <p:cBhvr>
                                        <p:cTn id="344" dur="1" fill="hold">
                                          <p:stCondLst>
                                            <p:cond delay="0"/>
                                          </p:stCondLst>
                                        </p:cTn>
                                        <p:tgtEl>
                                          <p:spTgt spid="224"/>
                                        </p:tgtEl>
                                        <p:attrNameLst>
                                          <p:attrName>style.visibility</p:attrName>
                                        </p:attrNameLst>
                                      </p:cBhvr>
                                      <p:to>
                                        <p:strVal val="visible"/>
                                      </p:to>
                                    </p:set>
                                    <p:animEffect transition="in" filter="fade">
                                      <p:cBhvr>
                                        <p:cTn id="345" dur="500"/>
                                        <p:tgtEl>
                                          <p:spTgt spid="224"/>
                                        </p:tgtEl>
                                      </p:cBhvr>
                                    </p:animEffect>
                                  </p:childTnLst>
                                </p:cTn>
                              </p:par>
                              <p:par>
                                <p:cTn id="346" presetID="10" presetClass="entr" presetSubtype="0" fill="hold" grpId="0" nodeType="withEffect">
                                  <p:stCondLst>
                                    <p:cond delay="1000"/>
                                  </p:stCondLst>
                                  <p:childTnLst>
                                    <p:set>
                                      <p:cBhvr>
                                        <p:cTn id="347" dur="1" fill="hold">
                                          <p:stCondLst>
                                            <p:cond delay="0"/>
                                          </p:stCondLst>
                                        </p:cTn>
                                        <p:tgtEl>
                                          <p:spTgt spid="225"/>
                                        </p:tgtEl>
                                        <p:attrNameLst>
                                          <p:attrName>style.visibility</p:attrName>
                                        </p:attrNameLst>
                                      </p:cBhvr>
                                      <p:to>
                                        <p:strVal val="visible"/>
                                      </p:to>
                                    </p:set>
                                    <p:animEffect transition="in" filter="fade">
                                      <p:cBhvr>
                                        <p:cTn id="348" dur="500"/>
                                        <p:tgtEl>
                                          <p:spTgt spid="225"/>
                                        </p:tgtEl>
                                      </p:cBhvr>
                                    </p:animEffect>
                                  </p:childTnLst>
                                </p:cTn>
                              </p:par>
                              <p:par>
                                <p:cTn id="349" presetID="10" presetClass="entr" presetSubtype="0" fill="hold" grpId="0" nodeType="withEffect">
                                  <p:stCondLst>
                                    <p:cond delay="1000"/>
                                  </p:stCondLst>
                                  <p:childTnLst>
                                    <p:set>
                                      <p:cBhvr>
                                        <p:cTn id="350" dur="1" fill="hold">
                                          <p:stCondLst>
                                            <p:cond delay="0"/>
                                          </p:stCondLst>
                                        </p:cTn>
                                        <p:tgtEl>
                                          <p:spTgt spid="226"/>
                                        </p:tgtEl>
                                        <p:attrNameLst>
                                          <p:attrName>style.visibility</p:attrName>
                                        </p:attrNameLst>
                                      </p:cBhvr>
                                      <p:to>
                                        <p:strVal val="visible"/>
                                      </p:to>
                                    </p:set>
                                    <p:animEffect transition="in" filter="fade">
                                      <p:cBhvr>
                                        <p:cTn id="351" dur="500"/>
                                        <p:tgtEl>
                                          <p:spTgt spid="226"/>
                                        </p:tgtEl>
                                      </p:cBhvr>
                                    </p:animEffect>
                                  </p:childTnLst>
                                </p:cTn>
                              </p:par>
                              <p:par>
                                <p:cTn id="352" presetID="10" presetClass="entr" presetSubtype="0" fill="hold" grpId="0" nodeType="withEffect">
                                  <p:stCondLst>
                                    <p:cond delay="1000"/>
                                  </p:stCondLst>
                                  <p:childTnLst>
                                    <p:set>
                                      <p:cBhvr>
                                        <p:cTn id="353" dur="1" fill="hold">
                                          <p:stCondLst>
                                            <p:cond delay="0"/>
                                          </p:stCondLst>
                                        </p:cTn>
                                        <p:tgtEl>
                                          <p:spTgt spid="227"/>
                                        </p:tgtEl>
                                        <p:attrNameLst>
                                          <p:attrName>style.visibility</p:attrName>
                                        </p:attrNameLst>
                                      </p:cBhvr>
                                      <p:to>
                                        <p:strVal val="visible"/>
                                      </p:to>
                                    </p:set>
                                    <p:animEffect transition="in" filter="fade">
                                      <p:cBhvr>
                                        <p:cTn id="354" dur="500"/>
                                        <p:tgtEl>
                                          <p:spTgt spid="227"/>
                                        </p:tgtEl>
                                      </p:cBhvr>
                                    </p:animEffect>
                                  </p:childTnLst>
                                </p:cTn>
                              </p:par>
                              <p:par>
                                <p:cTn id="355" presetID="10" presetClass="entr" presetSubtype="0" fill="hold" grpId="0" nodeType="withEffect">
                                  <p:stCondLst>
                                    <p:cond delay="1000"/>
                                  </p:stCondLst>
                                  <p:childTnLst>
                                    <p:set>
                                      <p:cBhvr>
                                        <p:cTn id="356" dur="1" fill="hold">
                                          <p:stCondLst>
                                            <p:cond delay="0"/>
                                          </p:stCondLst>
                                        </p:cTn>
                                        <p:tgtEl>
                                          <p:spTgt spid="228"/>
                                        </p:tgtEl>
                                        <p:attrNameLst>
                                          <p:attrName>style.visibility</p:attrName>
                                        </p:attrNameLst>
                                      </p:cBhvr>
                                      <p:to>
                                        <p:strVal val="visible"/>
                                      </p:to>
                                    </p:set>
                                    <p:animEffect transition="in" filter="fade">
                                      <p:cBhvr>
                                        <p:cTn id="357" dur="500"/>
                                        <p:tgtEl>
                                          <p:spTgt spid="228"/>
                                        </p:tgtEl>
                                      </p:cBhvr>
                                    </p:animEffect>
                                  </p:childTnLst>
                                </p:cTn>
                              </p:par>
                              <p:par>
                                <p:cTn id="358" presetID="10" presetClass="entr" presetSubtype="0" fill="hold" grpId="0" nodeType="withEffect">
                                  <p:stCondLst>
                                    <p:cond delay="1000"/>
                                  </p:stCondLst>
                                  <p:childTnLst>
                                    <p:set>
                                      <p:cBhvr>
                                        <p:cTn id="359" dur="1" fill="hold">
                                          <p:stCondLst>
                                            <p:cond delay="0"/>
                                          </p:stCondLst>
                                        </p:cTn>
                                        <p:tgtEl>
                                          <p:spTgt spid="229"/>
                                        </p:tgtEl>
                                        <p:attrNameLst>
                                          <p:attrName>style.visibility</p:attrName>
                                        </p:attrNameLst>
                                      </p:cBhvr>
                                      <p:to>
                                        <p:strVal val="visible"/>
                                      </p:to>
                                    </p:set>
                                    <p:animEffect transition="in" filter="fade">
                                      <p:cBhvr>
                                        <p:cTn id="360" dur="500"/>
                                        <p:tgtEl>
                                          <p:spTgt spid="229"/>
                                        </p:tgtEl>
                                      </p:cBhvr>
                                    </p:animEffect>
                                  </p:childTnLst>
                                </p:cTn>
                              </p:par>
                              <p:par>
                                <p:cTn id="361" presetID="10" presetClass="entr" presetSubtype="0" fill="hold" grpId="0" nodeType="withEffect">
                                  <p:stCondLst>
                                    <p:cond delay="1000"/>
                                  </p:stCondLst>
                                  <p:iterate type="lt">
                                    <p:tmPct val="0"/>
                                  </p:iterate>
                                  <p:childTnLst>
                                    <p:set>
                                      <p:cBhvr>
                                        <p:cTn id="362" dur="1" fill="hold">
                                          <p:stCondLst>
                                            <p:cond delay="0"/>
                                          </p:stCondLst>
                                        </p:cTn>
                                        <p:tgtEl>
                                          <p:spTgt spid="230"/>
                                        </p:tgtEl>
                                        <p:attrNameLst>
                                          <p:attrName>style.visibility</p:attrName>
                                        </p:attrNameLst>
                                      </p:cBhvr>
                                      <p:to>
                                        <p:strVal val="visible"/>
                                      </p:to>
                                    </p:set>
                                    <p:animEffect transition="in" filter="fade">
                                      <p:cBhvr>
                                        <p:cTn id="363" dur="1000"/>
                                        <p:tgtEl>
                                          <p:spTgt spid="230"/>
                                        </p:tgtEl>
                                      </p:cBhvr>
                                    </p:animEffect>
                                  </p:childTnLst>
                                </p:cTn>
                              </p:par>
                              <p:par>
                                <p:cTn id="364" presetID="10" presetClass="entr" presetSubtype="0" fill="hold" grpId="0" nodeType="withEffect">
                                  <p:stCondLst>
                                    <p:cond delay="1000"/>
                                  </p:stCondLst>
                                  <p:childTnLst>
                                    <p:set>
                                      <p:cBhvr>
                                        <p:cTn id="365" dur="1" fill="hold">
                                          <p:stCondLst>
                                            <p:cond delay="0"/>
                                          </p:stCondLst>
                                        </p:cTn>
                                        <p:tgtEl>
                                          <p:spTgt spid="231"/>
                                        </p:tgtEl>
                                        <p:attrNameLst>
                                          <p:attrName>style.visibility</p:attrName>
                                        </p:attrNameLst>
                                      </p:cBhvr>
                                      <p:to>
                                        <p:strVal val="visible"/>
                                      </p:to>
                                    </p:set>
                                    <p:animEffect transition="in" filter="fade">
                                      <p:cBhvr>
                                        <p:cTn id="366" dur="1000"/>
                                        <p:tgtEl>
                                          <p:spTgt spid="231"/>
                                        </p:tgtEl>
                                      </p:cBhvr>
                                    </p:animEffect>
                                  </p:childTnLst>
                                </p:cTn>
                              </p:par>
                              <p:par>
                                <p:cTn id="367" presetID="1" presetClass="emph" presetSubtype="2" fill="hold" nodeType="withEffect">
                                  <p:stCondLst>
                                    <p:cond delay="1000"/>
                                  </p:stCondLst>
                                  <p:childTnLst>
                                    <p:animClr clrSpc="rgb" dir="cw">
                                      <p:cBhvr>
                                        <p:cTn id="368" dur="1000" fill="hold"/>
                                        <p:tgtEl>
                                          <p:spTgt spid="214"/>
                                        </p:tgtEl>
                                        <p:attrNameLst>
                                          <p:attrName>fillcolor</p:attrName>
                                        </p:attrNameLst>
                                      </p:cBhvr>
                                      <p:to>
                                        <a:srgbClr val="A50708"/>
                                      </p:to>
                                    </p:animClr>
                                    <p:set>
                                      <p:cBhvr>
                                        <p:cTn id="369" dur="1000" fill="hold"/>
                                        <p:tgtEl>
                                          <p:spTgt spid="214"/>
                                        </p:tgtEl>
                                        <p:attrNameLst>
                                          <p:attrName>fill.type</p:attrName>
                                        </p:attrNameLst>
                                      </p:cBhvr>
                                      <p:to>
                                        <p:strVal val="solid"/>
                                      </p:to>
                                    </p:set>
                                    <p:set>
                                      <p:cBhvr>
                                        <p:cTn id="370" dur="1000" fill="hold"/>
                                        <p:tgtEl>
                                          <p:spTgt spid="214"/>
                                        </p:tgtEl>
                                        <p:attrNameLst>
                                          <p:attrName>fill.on</p:attrName>
                                        </p:attrNameLst>
                                      </p:cBhvr>
                                      <p:to>
                                        <p:strVal val="true"/>
                                      </p:to>
                                    </p:set>
                                  </p:childTnLst>
                                </p:cTn>
                              </p:par>
                              <p:par>
                                <p:cTn id="371" presetID="10" presetClass="entr" presetSubtype="0" fill="hold" grpId="0" nodeType="withEffect">
                                  <p:stCondLst>
                                    <p:cond delay="1000"/>
                                  </p:stCondLst>
                                  <p:childTnLst>
                                    <p:set>
                                      <p:cBhvr>
                                        <p:cTn id="372" dur="1" fill="hold">
                                          <p:stCondLst>
                                            <p:cond delay="0"/>
                                          </p:stCondLst>
                                        </p:cTn>
                                        <p:tgtEl>
                                          <p:spTgt spid="261"/>
                                        </p:tgtEl>
                                        <p:attrNameLst>
                                          <p:attrName>style.visibility</p:attrName>
                                        </p:attrNameLst>
                                      </p:cBhvr>
                                      <p:to>
                                        <p:strVal val="visible"/>
                                      </p:to>
                                    </p:set>
                                    <p:animEffect transition="in" filter="fade">
                                      <p:cBhvr>
                                        <p:cTn id="373" dur="1000"/>
                                        <p:tgtEl>
                                          <p:spTgt spid="261"/>
                                        </p:tgtEl>
                                      </p:cBhvr>
                                    </p:animEffect>
                                  </p:childTnLst>
                                </p:cTn>
                              </p:par>
                              <p:par>
                                <p:cTn id="374" presetID="10" presetClass="entr" presetSubtype="0" fill="hold" grpId="0" nodeType="withEffect">
                                  <p:stCondLst>
                                    <p:cond delay="1000"/>
                                  </p:stCondLst>
                                  <p:childTnLst>
                                    <p:set>
                                      <p:cBhvr>
                                        <p:cTn id="375" dur="1" fill="hold">
                                          <p:stCondLst>
                                            <p:cond delay="0"/>
                                          </p:stCondLst>
                                        </p:cTn>
                                        <p:tgtEl>
                                          <p:spTgt spid="124"/>
                                        </p:tgtEl>
                                        <p:attrNameLst>
                                          <p:attrName>style.visibility</p:attrName>
                                        </p:attrNameLst>
                                      </p:cBhvr>
                                      <p:to>
                                        <p:strVal val="visible"/>
                                      </p:to>
                                    </p:set>
                                    <p:animEffect transition="in" filter="fade">
                                      <p:cBhvr>
                                        <p:cTn id="376" dur="1000"/>
                                        <p:tgtEl>
                                          <p:spTgt spid="124"/>
                                        </p:tgtEl>
                                      </p:cBhvr>
                                    </p:animEffect>
                                  </p:childTnLst>
                                </p:cTn>
                              </p:par>
                              <p:par>
                                <p:cTn id="377" presetID="10" presetClass="entr" presetSubtype="0" fill="hold" grpId="0" nodeType="withEffect">
                                  <p:stCondLst>
                                    <p:cond delay="1000"/>
                                  </p:stCondLst>
                                  <p:childTnLst>
                                    <p:set>
                                      <p:cBhvr>
                                        <p:cTn id="378" dur="1" fill="hold">
                                          <p:stCondLst>
                                            <p:cond delay="0"/>
                                          </p:stCondLst>
                                        </p:cTn>
                                        <p:tgtEl>
                                          <p:spTgt spid="205"/>
                                        </p:tgtEl>
                                        <p:attrNameLst>
                                          <p:attrName>style.visibility</p:attrName>
                                        </p:attrNameLst>
                                      </p:cBhvr>
                                      <p:to>
                                        <p:strVal val="visible"/>
                                      </p:to>
                                    </p:set>
                                    <p:animEffect transition="in" filter="fade">
                                      <p:cBhvr>
                                        <p:cTn id="379" dur="1000"/>
                                        <p:tgtEl>
                                          <p:spTgt spid="205"/>
                                        </p:tgtEl>
                                      </p:cBhvr>
                                    </p:animEffect>
                                  </p:childTnLst>
                                </p:cTn>
                              </p:par>
                              <p:par>
                                <p:cTn id="380" presetID="10" presetClass="entr" presetSubtype="0" fill="hold" nodeType="withEffect">
                                  <p:stCondLst>
                                    <p:cond delay="1000"/>
                                  </p:stCondLst>
                                  <p:childTnLst>
                                    <p:set>
                                      <p:cBhvr>
                                        <p:cTn id="381" dur="1" fill="hold">
                                          <p:stCondLst>
                                            <p:cond delay="0"/>
                                          </p:stCondLst>
                                        </p:cTn>
                                        <p:tgtEl>
                                          <p:spTgt spid="207"/>
                                        </p:tgtEl>
                                        <p:attrNameLst>
                                          <p:attrName>style.visibility</p:attrName>
                                        </p:attrNameLst>
                                      </p:cBhvr>
                                      <p:to>
                                        <p:strVal val="visible"/>
                                      </p:to>
                                    </p:set>
                                    <p:animEffect transition="in" filter="fade">
                                      <p:cBhvr>
                                        <p:cTn id="382" dur="1000"/>
                                        <p:tgtEl>
                                          <p:spTgt spid="207"/>
                                        </p:tgtEl>
                                      </p:cBhvr>
                                    </p:animEffect>
                                  </p:childTnLst>
                                </p:cTn>
                              </p:par>
                              <p:par>
                                <p:cTn id="383" presetID="10" presetClass="entr" presetSubtype="0" fill="hold" grpId="0" nodeType="withEffect">
                                  <p:stCondLst>
                                    <p:cond delay="1000"/>
                                  </p:stCondLst>
                                  <p:childTnLst>
                                    <p:set>
                                      <p:cBhvr>
                                        <p:cTn id="384" dur="1" fill="hold">
                                          <p:stCondLst>
                                            <p:cond delay="0"/>
                                          </p:stCondLst>
                                        </p:cTn>
                                        <p:tgtEl>
                                          <p:spTgt spid="209"/>
                                        </p:tgtEl>
                                        <p:attrNameLst>
                                          <p:attrName>style.visibility</p:attrName>
                                        </p:attrNameLst>
                                      </p:cBhvr>
                                      <p:to>
                                        <p:strVal val="visible"/>
                                      </p:to>
                                    </p:set>
                                    <p:animEffect transition="in" filter="fade">
                                      <p:cBhvr>
                                        <p:cTn id="385" dur="500"/>
                                        <p:tgtEl>
                                          <p:spTgt spid="209"/>
                                        </p:tgtEl>
                                      </p:cBhvr>
                                    </p:animEffect>
                                  </p:childTnLst>
                                </p:cTn>
                              </p:par>
                              <p:par>
                                <p:cTn id="386" presetID="10" presetClass="entr" presetSubtype="0" fill="hold" grpId="1" nodeType="withEffect">
                                  <p:stCondLst>
                                    <p:cond delay="1000"/>
                                  </p:stCondLst>
                                  <p:childTnLst>
                                    <p:set>
                                      <p:cBhvr>
                                        <p:cTn id="387" dur="1" fill="hold">
                                          <p:stCondLst>
                                            <p:cond delay="0"/>
                                          </p:stCondLst>
                                        </p:cTn>
                                        <p:tgtEl>
                                          <p:spTgt spid="208"/>
                                        </p:tgtEl>
                                        <p:attrNameLst>
                                          <p:attrName>style.visibility</p:attrName>
                                        </p:attrNameLst>
                                      </p:cBhvr>
                                      <p:to>
                                        <p:strVal val="visible"/>
                                      </p:to>
                                    </p:set>
                                    <p:animEffect transition="in" filter="fade">
                                      <p:cBhvr>
                                        <p:cTn id="388" dur="500"/>
                                        <p:tgtEl>
                                          <p:spTgt spid="208"/>
                                        </p:tgtEl>
                                      </p:cBhvr>
                                    </p:animEffect>
                                  </p:childTnLst>
                                </p:cTn>
                              </p:par>
                              <p:par>
                                <p:cTn id="389" presetID="1" presetClass="emph" presetSubtype="2" fill="hold" grpId="0" nodeType="withEffect">
                                  <p:stCondLst>
                                    <p:cond delay="1000"/>
                                  </p:stCondLst>
                                  <p:childTnLst>
                                    <p:animClr clrSpc="rgb" dir="cw">
                                      <p:cBhvr>
                                        <p:cTn id="390" dur="500" fill="hold"/>
                                        <p:tgtEl>
                                          <p:spTgt spid="208"/>
                                        </p:tgtEl>
                                        <p:attrNameLst>
                                          <p:attrName>fillcolor</p:attrName>
                                        </p:attrNameLst>
                                      </p:cBhvr>
                                      <p:to>
                                        <a:srgbClr val="A50708"/>
                                      </p:to>
                                    </p:animClr>
                                    <p:set>
                                      <p:cBhvr>
                                        <p:cTn id="391" dur="500" fill="hold"/>
                                        <p:tgtEl>
                                          <p:spTgt spid="208"/>
                                        </p:tgtEl>
                                        <p:attrNameLst>
                                          <p:attrName>fill.type</p:attrName>
                                        </p:attrNameLst>
                                      </p:cBhvr>
                                      <p:to>
                                        <p:strVal val="solid"/>
                                      </p:to>
                                    </p:set>
                                    <p:set>
                                      <p:cBhvr>
                                        <p:cTn id="392" dur="500" fill="hold"/>
                                        <p:tgtEl>
                                          <p:spTgt spid="208"/>
                                        </p:tgtEl>
                                        <p:attrNameLst>
                                          <p:attrName>fill.on</p:attrName>
                                        </p:attrNameLst>
                                      </p:cBhvr>
                                      <p:to>
                                        <p:strVal val="true"/>
                                      </p:to>
                                    </p:set>
                                  </p:childTnLst>
                                </p:cTn>
                              </p:par>
                              <p:par>
                                <p:cTn id="393" presetID="10" presetClass="entr" presetSubtype="0" fill="hold" grpId="0" nodeType="withEffect">
                                  <p:stCondLst>
                                    <p:cond delay="1000"/>
                                  </p:stCondLst>
                                  <p:childTnLst>
                                    <p:set>
                                      <p:cBhvr>
                                        <p:cTn id="394" dur="1" fill="hold">
                                          <p:stCondLst>
                                            <p:cond delay="0"/>
                                          </p:stCondLst>
                                        </p:cTn>
                                        <p:tgtEl>
                                          <p:spTgt spid="210"/>
                                        </p:tgtEl>
                                        <p:attrNameLst>
                                          <p:attrName>style.visibility</p:attrName>
                                        </p:attrNameLst>
                                      </p:cBhvr>
                                      <p:to>
                                        <p:strVal val="visible"/>
                                      </p:to>
                                    </p:set>
                                    <p:animEffect transition="in" filter="fade">
                                      <p:cBhvr>
                                        <p:cTn id="395" dur="500"/>
                                        <p:tgtEl>
                                          <p:spTgt spid="210"/>
                                        </p:tgtEl>
                                      </p:cBhvr>
                                    </p:animEffect>
                                  </p:childTnLst>
                                </p:cTn>
                              </p:par>
                              <p:par>
                                <p:cTn id="396" presetID="10" presetClass="entr" presetSubtype="0" fill="hold" grpId="0" nodeType="withEffect">
                                  <p:stCondLst>
                                    <p:cond delay="1000"/>
                                  </p:stCondLst>
                                  <p:childTnLst>
                                    <p:set>
                                      <p:cBhvr>
                                        <p:cTn id="397" dur="1" fill="hold">
                                          <p:stCondLst>
                                            <p:cond delay="0"/>
                                          </p:stCondLst>
                                        </p:cTn>
                                        <p:tgtEl>
                                          <p:spTgt spid="211"/>
                                        </p:tgtEl>
                                        <p:attrNameLst>
                                          <p:attrName>style.visibility</p:attrName>
                                        </p:attrNameLst>
                                      </p:cBhvr>
                                      <p:to>
                                        <p:strVal val="visible"/>
                                      </p:to>
                                    </p:set>
                                    <p:animEffect transition="in" filter="fade">
                                      <p:cBhvr>
                                        <p:cTn id="398" dur="500"/>
                                        <p:tgtEl>
                                          <p:spTgt spid="211"/>
                                        </p:tgtEl>
                                      </p:cBhvr>
                                    </p:animEffect>
                                  </p:childTnLst>
                                </p:cTn>
                              </p:par>
                              <p:par>
                                <p:cTn id="399" presetID="10" presetClass="entr" presetSubtype="0" fill="hold" grpId="0" nodeType="withEffect">
                                  <p:stCondLst>
                                    <p:cond delay="1000"/>
                                  </p:stCondLst>
                                  <p:childTnLst>
                                    <p:set>
                                      <p:cBhvr>
                                        <p:cTn id="400" dur="1" fill="hold">
                                          <p:stCondLst>
                                            <p:cond delay="0"/>
                                          </p:stCondLst>
                                        </p:cTn>
                                        <p:tgtEl>
                                          <p:spTgt spid="212"/>
                                        </p:tgtEl>
                                        <p:attrNameLst>
                                          <p:attrName>style.visibility</p:attrName>
                                        </p:attrNameLst>
                                      </p:cBhvr>
                                      <p:to>
                                        <p:strVal val="visible"/>
                                      </p:to>
                                    </p:set>
                                    <p:animEffect transition="in" filter="fade">
                                      <p:cBhvr>
                                        <p:cTn id="401" dur="500"/>
                                        <p:tgtEl>
                                          <p:spTgt spid="212"/>
                                        </p:tgtEl>
                                      </p:cBhvr>
                                    </p:animEffect>
                                  </p:childTnLst>
                                </p:cTn>
                              </p:par>
                              <p:par>
                                <p:cTn id="402" presetID="10" presetClass="entr" presetSubtype="0" fill="hold" grpId="0" nodeType="withEffect">
                                  <p:stCondLst>
                                    <p:cond delay="1000"/>
                                  </p:stCondLst>
                                  <p:childTnLst>
                                    <p:set>
                                      <p:cBhvr>
                                        <p:cTn id="403" dur="1" fill="hold">
                                          <p:stCondLst>
                                            <p:cond delay="0"/>
                                          </p:stCondLst>
                                        </p:cTn>
                                        <p:tgtEl>
                                          <p:spTgt spid="213"/>
                                        </p:tgtEl>
                                        <p:attrNameLst>
                                          <p:attrName>style.visibility</p:attrName>
                                        </p:attrNameLst>
                                      </p:cBhvr>
                                      <p:to>
                                        <p:strVal val="visible"/>
                                      </p:to>
                                    </p:set>
                                    <p:animEffect transition="in" filter="fade">
                                      <p:cBhvr>
                                        <p:cTn id="404" dur="500"/>
                                        <p:tgtEl>
                                          <p:spTgt spid="213"/>
                                        </p:tgtEl>
                                      </p:cBhvr>
                                    </p:animEffect>
                                  </p:childTnLst>
                                </p:cTn>
                              </p:par>
                              <p:par>
                                <p:cTn id="405" presetID="10" presetClass="entr" presetSubtype="0" fill="hold" grpId="0" nodeType="withEffect">
                                  <p:stCondLst>
                                    <p:cond delay="1000"/>
                                  </p:stCondLst>
                                  <p:childTnLst>
                                    <p:set>
                                      <p:cBhvr>
                                        <p:cTn id="406" dur="1" fill="hold">
                                          <p:stCondLst>
                                            <p:cond delay="0"/>
                                          </p:stCondLst>
                                        </p:cTn>
                                        <p:tgtEl>
                                          <p:spTgt spid="234"/>
                                        </p:tgtEl>
                                        <p:attrNameLst>
                                          <p:attrName>style.visibility</p:attrName>
                                        </p:attrNameLst>
                                      </p:cBhvr>
                                      <p:to>
                                        <p:strVal val="visible"/>
                                      </p:to>
                                    </p:set>
                                    <p:animEffect transition="in" filter="fade">
                                      <p:cBhvr>
                                        <p:cTn id="407" dur="500"/>
                                        <p:tgtEl>
                                          <p:spTgt spid="234"/>
                                        </p:tgtEl>
                                      </p:cBhvr>
                                    </p:animEffect>
                                  </p:childTnLst>
                                </p:cTn>
                              </p:par>
                              <p:par>
                                <p:cTn id="408" presetID="10" presetClass="entr" presetSubtype="0" fill="hold" grpId="1" nodeType="withEffect">
                                  <p:stCondLst>
                                    <p:cond delay="1000"/>
                                  </p:stCondLst>
                                  <p:childTnLst>
                                    <p:set>
                                      <p:cBhvr>
                                        <p:cTn id="409" dur="1" fill="hold">
                                          <p:stCondLst>
                                            <p:cond delay="0"/>
                                          </p:stCondLst>
                                        </p:cTn>
                                        <p:tgtEl>
                                          <p:spTgt spid="235"/>
                                        </p:tgtEl>
                                        <p:attrNameLst>
                                          <p:attrName>style.visibility</p:attrName>
                                        </p:attrNameLst>
                                      </p:cBhvr>
                                      <p:to>
                                        <p:strVal val="visible"/>
                                      </p:to>
                                    </p:set>
                                    <p:animEffect transition="in" filter="fade">
                                      <p:cBhvr>
                                        <p:cTn id="410" dur="500"/>
                                        <p:tgtEl>
                                          <p:spTgt spid="235"/>
                                        </p:tgtEl>
                                      </p:cBhvr>
                                    </p:animEffect>
                                  </p:childTnLst>
                                </p:cTn>
                              </p:par>
                              <p:par>
                                <p:cTn id="411" presetID="10" presetClass="entr" presetSubtype="0" fill="hold" grpId="0" nodeType="withEffect">
                                  <p:stCondLst>
                                    <p:cond delay="1000"/>
                                  </p:stCondLst>
                                  <p:childTnLst>
                                    <p:set>
                                      <p:cBhvr>
                                        <p:cTn id="412" dur="1" fill="hold">
                                          <p:stCondLst>
                                            <p:cond delay="0"/>
                                          </p:stCondLst>
                                        </p:cTn>
                                        <p:tgtEl>
                                          <p:spTgt spid="236"/>
                                        </p:tgtEl>
                                        <p:attrNameLst>
                                          <p:attrName>style.visibility</p:attrName>
                                        </p:attrNameLst>
                                      </p:cBhvr>
                                      <p:to>
                                        <p:strVal val="visible"/>
                                      </p:to>
                                    </p:set>
                                    <p:animEffect transition="in" filter="fade">
                                      <p:cBhvr>
                                        <p:cTn id="413" dur="500"/>
                                        <p:tgtEl>
                                          <p:spTgt spid="236"/>
                                        </p:tgtEl>
                                      </p:cBhvr>
                                    </p:animEffect>
                                  </p:childTnLst>
                                </p:cTn>
                              </p:par>
                              <p:par>
                                <p:cTn id="414" presetID="10" presetClass="entr" presetSubtype="0" fill="hold" grpId="1" nodeType="withEffect">
                                  <p:stCondLst>
                                    <p:cond delay="1000"/>
                                  </p:stCondLst>
                                  <p:childTnLst>
                                    <p:set>
                                      <p:cBhvr>
                                        <p:cTn id="415" dur="1" fill="hold">
                                          <p:stCondLst>
                                            <p:cond delay="0"/>
                                          </p:stCondLst>
                                        </p:cTn>
                                        <p:tgtEl>
                                          <p:spTgt spid="237"/>
                                        </p:tgtEl>
                                        <p:attrNameLst>
                                          <p:attrName>style.visibility</p:attrName>
                                        </p:attrNameLst>
                                      </p:cBhvr>
                                      <p:to>
                                        <p:strVal val="visible"/>
                                      </p:to>
                                    </p:set>
                                    <p:animEffect transition="in" filter="fade">
                                      <p:cBhvr>
                                        <p:cTn id="416" dur="500"/>
                                        <p:tgtEl>
                                          <p:spTgt spid="237"/>
                                        </p:tgtEl>
                                      </p:cBhvr>
                                    </p:animEffect>
                                  </p:childTnLst>
                                </p:cTn>
                              </p:par>
                              <p:par>
                                <p:cTn id="417" presetID="10" presetClass="entr" presetSubtype="0" fill="hold" grpId="0" nodeType="withEffect">
                                  <p:stCondLst>
                                    <p:cond delay="1000"/>
                                  </p:stCondLst>
                                  <p:childTnLst>
                                    <p:set>
                                      <p:cBhvr>
                                        <p:cTn id="418" dur="1" fill="hold">
                                          <p:stCondLst>
                                            <p:cond delay="0"/>
                                          </p:stCondLst>
                                        </p:cTn>
                                        <p:tgtEl>
                                          <p:spTgt spid="238"/>
                                        </p:tgtEl>
                                        <p:attrNameLst>
                                          <p:attrName>style.visibility</p:attrName>
                                        </p:attrNameLst>
                                      </p:cBhvr>
                                      <p:to>
                                        <p:strVal val="visible"/>
                                      </p:to>
                                    </p:set>
                                    <p:animEffect transition="in" filter="fade">
                                      <p:cBhvr>
                                        <p:cTn id="419" dur="500"/>
                                        <p:tgtEl>
                                          <p:spTgt spid="238"/>
                                        </p:tgtEl>
                                      </p:cBhvr>
                                    </p:animEffect>
                                  </p:childTnLst>
                                </p:cTn>
                              </p:par>
                              <p:par>
                                <p:cTn id="420" presetID="10" presetClass="entr" presetSubtype="0" fill="hold" grpId="1" nodeType="withEffect">
                                  <p:stCondLst>
                                    <p:cond delay="1000"/>
                                  </p:stCondLst>
                                  <p:childTnLst>
                                    <p:set>
                                      <p:cBhvr>
                                        <p:cTn id="421" dur="1" fill="hold">
                                          <p:stCondLst>
                                            <p:cond delay="0"/>
                                          </p:stCondLst>
                                        </p:cTn>
                                        <p:tgtEl>
                                          <p:spTgt spid="239"/>
                                        </p:tgtEl>
                                        <p:attrNameLst>
                                          <p:attrName>style.visibility</p:attrName>
                                        </p:attrNameLst>
                                      </p:cBhvr>
                                      <p:to>
                                        <p:strVal val="visible"/>
                                      </p:to>
                                    </p:set>
                                    <p:animEffect transition="in" filter="fade">
                                      <p:cBhvr>
                                        <p:cTn id="422" dur="500"/>
                                        <p:tgtEl>
                                          <p:spTgt spid="239"/>
                                        </p:tgtEl>
                                      </p:cBhvr>
                                    </p:animEffect>
                                  </p:childTnLst>
                                </p:cTn>
                              </p:par>
                              <p:par>
                                <p:cTn id="423" presetID="10" presetClass="entr" presetSubtype="0" fill="hold" grpId="1" nodeType="withEffect">
                                  <p:stCondLst>
                                    <p:cond delay="1000"/>
                                  </p:stCondLst>
                                  <p:childTnLst>
                                    <p:set>
                                      <p:cBhvr>
                                        <p:cTn id="424" dur="1" fill="hold">
                                          <p:stCondLst>
                                            <p:cond delay="0"/>
                                          </p:stCondLst>
                                        </p:cTn>
                                        <p:tgtEl>
                                          <p:spTgt spid="240"/>
                                        </p:tgtEl>
                                        <p:attrNameLst>
                                          <p:attrName>style.visibility</p:attrName>
                                        </p:attrNameLst>
                                      </p:cBhvr>
                                      <p:to>
                                        <p:strVal val="visible"/>
                                      </p:to>
                                    </p:set>
                                    <p:animEffect transition="in" filter="fade">
                                      <p:cBhvr>
                                        <p:cTn id="425" dur="500"/>
                                        <p:tgtEl>
                                          <p:spTgt spid="240"/>
                                        </p:tgtEl>
                                      </p:cBhvr>
                                    </p:animEffect>
                                  </p:childTnLst>
                                </p:cTn>
                              </p:par>
                              <p:par>
                                <p:cTn id="426" presetID="10" presetClass="entr" presetSubtype="0" fill="hold" grpId="1" nodeType="withEffect">
                                  <p:stCondLst>
                                    <p:cond delay="1000"/>
                                  </p:stCondLst>
                                  <p:childTnLst>
                                    <p:set>
                                      <p:cBhvr>
                                        <p:cTn id="427" dur="1" fill="hold">
                                          <p:stCondLst>
                                            <p:cond delay="0"/>
                                          </p:stCondLst>
                                        </p:cTn>
                                        <p:tgtEl>
                                          <p:spTgt spid="241"/>
                                        </p:tgtEl>
                                        <p:attrNameLst>
                                          <p:attrName>style.visibility</p:attrName>
                                        </p:attrNameLst>
                                      </p:cBhvr>
                                      <p:to>
                                        <p:strVal val="visible"/>
                                      </p:to>
                                    </p:set>
                                    <p:animEffect transition="in" filter="fade">
                                      <p:cBhvr>
                                        <p:cTn id="428" dur="500"/>
                                        <p:tgtEl>
                                          <p:spTgt spid="241"/>
                                        </p:tgtEl>
                                      </p:cBhvr>
                                    </p:animEffect>
                                  </p:childTnLst>
                                </p:cTn>
                              </p:par>
                              <p:par>
                                <p:cTn id="429" presetID="10" presetClass="entr" presetSubtype="0" fill="hold" grpId="0" nodeType="withEffect">
                                  <p:stCondLst>
                                    <p:cond delay="1000"/>
                                  </p:stCondLst>
                                  <p:childTnLst>
                                    <p:set>
                                      <p:cBhvr>
                                        <p:cTn id="430" dur="1" fill="hold">
                                          <p:stCondLst>
                                            <p:cond delay="0"/>
                                          </p:stCondLst>
                                        </p:cTn>
                                        <p:tgtEl>
                                          <p:spTgt spid="242"/>
                                        </p:tgtEl>
                                        <p:attrNameLst>
                                          <p:attrName>style.visibility</p:attrName>
                                        </p:attrNameLst>
                                      </p:cBhvr>
                                      <p:to>
                                        <p:strVal val="visible"/>
                                      </p:to>
                                    </p:set>
                                    <p:animEffect transition="in" filter="fade">
                                      <p:cBhvr>
                                        <p:cTn id="431" dur="500"/>
                                        <p:tgtEl>
                                          <p:spTgt spid="242"/>
                                        </p:tgtEl>
                                      </p:cBhvr>
                                    </p:animEffect>
                                  </p:childTnLst>
                                </p:cTn>
                              </p:par>
                              <p:par>
                                <p:cTn id="432" presetID="10" presetClass="entr" presetSubtype="0" fill="hold" grpId="1" nodeType="withEffect">
                                  <p:stCondLst>
                                    <p:cond delay="1000"/>
                                  </p:stCondLst>
                                  <p:childTnLst>
                                    <p:set>
                                      <p:cBhvr>
                                        <p:cTn id="433" dur="1" fill="hold">
                                          <p:stCondLst>
                                            <p:cond delay="0"/>
                                          </p:stCondLst>
                                        </p:cTn>
                                        <p:tgtEl>
                                          <p:spTgt spid="243"/>
                                        </p:tgtEl>
                                        <p:attrNameLst>
                                          <p:attrName>style.visibility</p:attrName>
                                        </p:attrNameLst>
                                      </p:cBhvr>
                                      <p:to>
                                        <p:strVal val="visible"/>
                                      </p:to>
                                    </p:set>
                                    <p:animEffect transition="in" filter="fade">
                                      <p:cBhvr>
                                        <p:cTn id="434" dur="500"/>
                                        <p:tgtEl>
                                          <p:spTgt spid="243"/>
                                        </p:tgtEl>
                                      </p:cBhvr>
                                    </p:animEffect>
                                  </p:childTnLst>
                                </p:cTn>
                              </p:par>
                              <p:par>
                                <p:cTn id="435" presetID="10" presetClass="entr" presetSubtype="0" fill="hold" grpId="1" nodeType="withEffect">
                                  <p:stCondLst>
                                    <p:cond delay="1000"/>
                                  </p:stCondLst>
                                  <p:childTnLst>
                                    <p:set>
                                      <p:cBhvr>
                                        <p:cTn id="436" dur="1" fill="hold">
                                          <p:stCondLst>
                                            <p:cond delay="0"/>
                                          </p:stCondLst>
                                        </p:cTn>
                                        <p:tgtEl>
                                          <p:spTgt spid="244"/>
                                        </p:tgtEl>
                                        <p:attrNameLst>
                                          <p:attrName>style.visibility</p:attrName>
                                        </p:attrNameLst>
                                      </p:cBhvr>
                                      <p:to>
                                        <p:strVal val="visible"/>
                                      </p:to>
                                    </p:set>
                                    <p:animEffect transition="in" filter="fade">
                                      <p:cBhvr>
                                        <p:cTn id="437" dur="500"/>
                                        <p:tgtEl>
                                          <p:spTgt spid="244"/>
                                        </p:tgtEl>
                                      </p:cBhvr>
                                    </p:animEffect>
                                  </p:childTnLst>
                                </p:cTn>
                              </p:par>
                              <p:par>
                                <p:cTn id="438" presetID="10" presetClass="entr" presetSubtype="0" fill="hold" grpId="1" nodeType="withEffect">
                                  <p:stCondLst>
                                    <p:cond delay="1000"/>
                                  </p:stCondLst>
                                  <p:childTnLst>
                                    <p:set>
                                      <p:cBhvr>
                                        <p:cTn id="439" dur="1" fill="hold">
                                          <p:stCondLst>
                                            <p:cond delay="0"/>
                                          </p:stCondLst>
                                        </p:cTn>
                                        <p:tgtEl>
                                          <p:spTgt spid="245"/>
                                        </p:tgtEl>
                                        <p:attrNameLst>
                                          <p:attrName>style.visibility</p:attrName>
                                        </p:attrNameLst>
                                      </p:cBhvr>
                                      <p:to>
                                        <p:strVal val="visible"/>
                                      </p:to>
                                    </p:set>
                                    <p:animEffect transition="in" filter="fade">
                                      <p:cBhvr>
                                        <p:cTn id="440" dur="500"/>
                                        <p:tgtEl>
                                          <p:spTgt spid="245"/>
                                        </p:tgtEl>
                                      </p:cBhvr>
                                    </p:animEffect>
                                  </p:childTnLst>
                                </p:cTn>
                              </p:par>
                              <p:par>
                                <p:cTn id="441" presetID="10" presetClass="entr" presetSubtype="0" fill="hold" grpId="0" nodeType="withEffect">
                                  <p:stCondLst>
                                    <p:cond delay="1000"/>
                                  </p:stCondLst>
                                  <p:childTnLst>
                                    <p:set>
                                      <p:cBhvr>
                                        <p:cTn id="442" dur="1" fill="hold">
                                          <p:stCondLst>
                                            <p:cond delay="0"/>
                                          </p:stCondLst>
                                        </p:cTn>
                                        <p:tgtEl>
                                          <p:spTgt spid="246"/>
                                        </p:tgtEl>
                                        <p:attrNameLst>
                                          <p:attrName>style.visibility</p:attrName>
                                        </p:attrNameLst>
                                      </p:cBhvr>
                                      <p:to>
                                        <p:strVal val="visible"/>
                                      </p:to>
                                    </p:set>
                                    <p:animEffect transition="in" filter="fade">
                                      <p:cBhvr>
                                        <p:cTn id="443" dur="500"/>
                                        <p:tgtEl>
                                          <p:spTgt spid="246"/>
                                        </p:tgtEl>
                                      </p:cBhvr>
                                    </p:animEffect>
                                  </p:childTnLst>
                                </p:cTn>
                              </p:par>
                              <p:par>
                                <p:cTn id="444" presetID="10" presetClass="entr" presetSubtype="0" fill="hold" grpId="0" nodeType="withEffect">
                                  <p:stCondLst>
                                    <p:cond delay="1000"/>
                                  </p:stCondLst>
                                  <p:childTnLst>
                                    <p:set>
                                      <p:cBhvr>
                                        <p:cTn id="445" dur="1" fill="hold">
                                          <p:stCondLst>
                                            <p:cond delay="0"/>
                                          </p:stCondLst>
                                        </p:cTn>
                                        <p:tgtEl>
                                          <p:spTgt spid="247"/>
                                        </p:tgtEl>
                                        <p:attrNameLst>
                                          <p:attrName>style.visibility</p:attrName>
                                        </p:attrNameLst>
                                      </p:cBhvr>
                                      <p:to>
                                        <p:strVal val="visible"/>
                                      </p:to>
                                    </p:set>
                                    <p:animEffect transition="in" filter="fade">
                                      <p:cBhvr>
                                        <p:cTn id="446" dur="500"/>
                                        <p:tgtEl>
                                          <p:spTgt spid="247"/>
                                        </p:tgtEl>
                                      </p:cBhvr>
                                    </p:animEffect>
                                  </p:childTnLst>
                                </p:cTn>
                              </p:par>
                              <p:par>
                                <p:cTn id="447" presetID="10" presetClass="entr" presetSubtype="0" fill="hold" grpId="0" nodeType="withEffect">
                                  <p:stCondLst>
                                    <p:cond delay="1000"/>
                                  </p:stCondLst>
                                  <p:childTnLst>
                                    <p:set>
                                      <p:cBhvr>
                                        <p:cTn id="448" dur="1" fill="hold">
                                          <p:stCondLst>
                                            <p:cond delay="0"/>
                                          </p:stCondLst>
                                        </p:cTn>
                                        <p:tgtEl>
                                          <p:spTgt spid="248"/>
                                        </p:tgtEl>
                                        <p:attrNameLst>
                                          <p:attrName>style.visibility</p:attrName>
                                        </p:attrNameLst>
                                      </p:cBhvr>
                                      <p:to>
                                        <p:strVal val="visible"/>
                                      </p:to>
                                    </p:set>
                                    <p:animEffect transition="in" filter="fade">
                                      <p:cBhvr>
                                        <p:cTn id="449" dur="500"/>
                                        <p:tgtEl>
                                          <p:spTgt spid="248"/>
                                        </p:tgtEl>
                                      </p:cBhvr>
                                    </p:animEffect>
                                  </p:childTnLst>
                                </p:cTn>
                              </p:par>
                              <p:par>
                                <p:cTn id="450" presetID="10" presetClass="entr" presetSubtype="0" fill="hold" grpId="0" nodeType="withEffect">
                                  <p:stCondLst>
                                    <p:cond delay="1000"/>
                                  </p:stCondLst>
                                  <p:childTnLst>
                                    <p:set>
                                      <p:cBhvr>
                                        <p:cTn id="451" dur="1" fill="hold">
                                          <p:stCondLst>
                                            <p:cond delay="0"/>
                                          </p:stCondLst>
                                        </p:cTn>
                                        <p:tgtEl>
                                          <p:spTgt spid="249"/>
                                        </p:tgtEl>
                                        <p:attrNameLst>
                                          <p:attrName>style.visibility</p:attrName>
                                        </p:attrNameLst>
                                      </p:cBhvr>
                                      <p:to>
                                        <p:strVal val="visible"/>
                                      </p:to>
                                    </p:set>
                                    <p:animEffect transition="in" filter="fade">
                                      <p:cBhvr>
                                        <p:cTn id="452" dur="500"/>
                                        <p:tgtEl>
                                          <p:spTgt spid="249"/>
                                        </p:tgtEl>
                                      </p:cBhvr>
                                    </p:animEffect>
                                  </p:childTnLst>
                                </p:cTn>
                              </p:par>
                              <p:par>
                                <p:cTn id="453" presetID="10" presetClass="entr" presetSubtype="0" fill="hold" grpId="0" nodeType="withEffect">
                                  <p:stCondLst>
                                    <p:cond delay="1000"/>
                                  </p:stCondLst>
                                  <p:childTnLst>
                                    <p:set>
                                      <p:cBhvr>
                                        <p:cTn id="454" dur="1" fill="hold">
                                          <p:stCondLst>
                                            <p:cond delay="0"/>
                                          </p:stCondLst>
                                        </p:cTn>
                                        <p:tgtEl>
                                          <p:spTgt spid="250"/>
                                        </p:tgtEl>
                                        <p:attrNameLst>
                                          <p:attrName>style.visibility</p:attrName>
                                        </p:attrNameLst>
                                      </p:cBhvr>
                                      <p:to>
                                        <p:strVal val="visible"/>
                                      </p:to>
                                    </p:set>
                                    <p:animEffect transition="in" filter="fade">
                                      <p:cBhvr>
                                        <p:cTn id="455" dur="500"/>
                                        <p:tgtEl>
                                          <p:spTgt spid="250"/>
                                        </p:tgtEl>
                                      </p:cBhvr>
                                    </p:animEffect>
                                  </p:childTnLst>
                                </p:cTn>
                              </p:par>
                              <p:par>
                                <p:cTn id="456" presetID="10" presetClass="entr" presetSubtype="0" fill="hold" grpId="0" nodeType="withEffect">
                                  <p:stCondLst>
                                    <p:cond delay="1000"/>
                                  </p:stCondLst>
                                  <p:childTnLst>
                                    <p:set>
                                      <p:cBhvr>
                                        <p:cTn id="457" dur="1" fill="hold">
                                          <p:stCondLst>
                                            <p:cond delay="0"/>
                                          </p:stCondLst>
                                        </p:cTn>
                                        <p:tgtEl>
                                          <p:spTgt spid="251"/>
                                        </p:tgtEl>
                                        <p:attrNameLst>
                                          <p:attrName>style.visibility</p:attrName>
                                        </p:attrNameLst>
                                      </p:cBhvr>
                                      <p:to>
                                        <p:strVal val="visible"/>
                                      </p:to>
                                    </p:set>
                                    <p:animEffect transition="in" filter="fade">
                                      <p:cBhvr>
                                        <p:cTn id="458" dur="500"/>
                                        <p:tgtEl>
                                          <p:spTgt spid="251"/>
                                        </p:tgtEl>
                                      </p:cBhvr>
                                    </p:animEffect>
                                  </p:childTnLst>
                                </p:cTn>
                              </p:par>
                              <p:par>
                                <p:cTn id="459" presetID="10" presetClass="entr" presetSubtype="0" fill="hold" grpId="0" nodeType="withEffect">
                                  <p:stCondLst>
                                    <p:cond delay="1000"/>
                                  </p:stCondLst>
                                  <p:childTnLst>
                                    <p:set>
                                      <p:cBhvr>
                                        <p:cTn id="460" dur="1" fill="hold">
                                          <p:stCondLst>
                                            <p:cond delay="0"/>
                                          </p:stCondLst>
                                        </p:cTn>
                                        <p:tgtEl>
                                          <p:spTgt spid="252"/>
                                        </p:tgtEl>
                                        <p:attrNameLst>
                                          <p:attrName>style.visibility</p:attrName>
                                        </p:attrNameLst>
                                      </p:cBhvr>
                                      <p:to>
                                        <p:strVal val="visible"/>
                                      </p:to>
                                    </p:set>
                                    <p:animEffect transition="in" filter="fade">
                                      <p:cBhvr>
                                        <p:cTn id="461" dur="500"/>
                                        <p:tgtEl>
                                          <p:spTgt spid="252"/>
                                        </p:tgtEl>
                                      </p:cBhvr>
                                    </p:animEffect>
                                  </p:childTnLst>
                                </p:cTn>
                              </p:par>
                              <p:par>
                                <p:cTn id="462" presetID="10" presetClass="entr" presetSubtype="0" fill="hold" grpId="0" nodeType="withEffect">
                                  <p:stCondLst>
                                    <p:cond delay="1000"/>
                                  </p:stCondLst>
                                  <p:childTnLst>
                                    <p:set>
                                      <p:cBhvr>
                                        <p:cTn id="463" dur="1" fill="hold">
                                          <p:stCondLst>
                                            <p:cond delay="0"/>
                                          </p:stCondLst>
                                        </p:cTn>
                                        <p:tgtEl>
                                          <p:spTgt spid="253"/>
                                        </p:tgtEl>
                                        <p:attrNameLst>
                                          <p:attrName>style.visibility</p:attrName>
                                        </p:attrNameLst>
                                      </p:cBhvr>
                                      <p:to>
                                        <p:strVal val="visible"/>
                                      </p:to>
                                    </p:set>
                                    <p:animEffect transition="in" filter="fade">
                                      <p:cBhvr>
                                        <p:cTn id="464" dur="500"/>
                                        <p:tgtEl>
                                          <p:spTgt spid="253"/>
                                        </p:tgtEl>
                                      </p:cBhvr>
                                    </p:animEffect>
                                  </p:childTnLst>
                                </p:cTn>
                              </p:par>
                              <p:par>
                                <p:cTn id="465" presetID="10" presetClass="entr" presetSubtype="0" fill="hold" grpId="0" nodeType="withEffect">
                                  <p:stCondLst>
                                    <p:cond delay="1000"/>
                                  </p:stCondLst>
                                  <p:childTnLst>
                                    <p:set>
                                      <p:cBhvr>
                                        <p:cTn id="466" dur="1" fill="hold">
                                          <p:stCondLst>
                                            <p:cond delay="0"/>
                                          </p:stCondLst>
                                        </p:cTn>
                                        <p:tgtEl>
                                          <p:spTgt spid="254"/>
                                        </p:tgtEl>
                                        <p:attrNameLst>
                                          <p:attrName>style.visibility</p:attrName>
                                        </p:attrNameLst>
                                      </p:cBhvr>
                                      <p:to>
                                        <p:strVal val="visible"/>
                                      </p:to>
                                    </p:set>
                                    <p:animEffect transition="in" filter="fade">
                                      <p:cBhvr>
                                        <p:cTn id="467" dur="500"/>
                                        <p:tgtEl>
                                          <p:spTgt spid="254"/>
                                        </p:tgtEl>
                                      </p:cBhvr>
                                    </p:animEffect>
                                  </p:childTnLst>
                                </p:cTn>
                              </p:par>
                              <p:par>
                                <p:cTn id="468" presetID="10" presetClass="entr" presetSubtype="0" fill="hold" grpId="0" nodeType="withEffect">
                                  <p:stCondLst>
                                    <p:cond delay="1000"/>
                                  </p:stCondLst>
                                  <p:childTnLst>
                                    <p:set>
                                      <p:cBhvr>
                                        <p:cTn id="469" dur="1" fill="hold">
                                          <p:stCondLst>
                                            <p:cond delay="0"/>
                                          </p:stCondLst>
                                        </p:cTn>
                                        <p:tgtEl>
                                          <p:spTgt spid="255"/>
                                        </p:tgtEl>
                                        <p:attrNameLst>
                                          <p:attrName>style.visibility</p:attrName>
                                        </p:attrNameLst>
                                      </p:cBhvr>
                                      <p:to>
                                        <p:strVal val="visible"/>
                                      </p:to>
                                    </p:set>
                                    <p:animEffect transition="in" filter="fade">
                                      <p:cBhvr>
                                        <p:cTn id="470" dur="500"/>
                                        <p:tgtEl>
                                          <p:spTgt spid="255"/>
                                        </p:tgtEl>
                                      </p:cBhvr>
                                    </p:animEffect>
                                  </p:childTnLst>
                                </p:cTn>
                              </p:par>
                              <p:par>
                                <p:cTn id="471" presetID="10" presetClass="entr" presetSubtype="0" fill="hold" grpId="0" nodeType="withEffect">
                                  <p:stCondLst>
                                    <p:cond delay="1000"/>
                                  </p:stCondLst>
                                  <p:childTnLst>
                                    <p:set>
                                      <p:cBhvr>
                                        <p:cTn id="472" dur="1" fill="hold">
                                          <p:stCondLst>
                                            <p:cond delay="0"/>
                                          </p:stCondLst>
                                        </p:cTn>
                                        <p:tgtEl>
                                          <p:spTgt spid="256"/>
                                        </p:tgtEl>
                                        <p:attrNameLst>
                                          <p:attrName>style.visibility</p:attrName>
                                        </p:attrNameLst>
                                      </p:cBhvr>
                                      <p:to>
                                        <p:strVal val="visible"/>
                                      </p:to>
                                    </p:set>
                                    <p:animEffect transition="in" filter="fade">
                                      <p:cBhvr>
                                        <p:cTn id="473" dur="500"/>
                                        <p:tgtEl>
                                          <p:spTgt spid="256"/>
                                        </p:tgtEl>
                                      </p:cBhvr>
                                    </p:animEffect>
                                  </p:childTnLst>
                                </p:cTn>
                              </p:par>
                              <p:par>
                                <p:cTn id="474" presetID="10" presetClass="entr" presetSubtype="0" fill="hold" grpId="0" nodeType="withEffect">
                                  <p:stCondLst>
                                    <p:cond delay="1000"/>
                                  </p:stCondLst>
                                  <p:childTnLst>
                                    <p:set>
                                      <p:cBhvr>
                                        <p:cTn id="475" dur="1" fill="hold">
                                          <p:stCondLst>
                                            <p:cond delay="0"/>
                                          </p:stCondLst>
                                        </p:cTn>
                                        <p:tgtEl>
                                          <p:spTgt spid="257"/>
                                        </p:tgtEl>
                                        <p:attrNameLst>
                                          <p:attrName>style.visibility</p:attrName>
                                        </p:attrNameLst>
                                      </p:cBhvr>
                                      <p:to>
                                        <p:strVal val="visible"/>
                                      </p:to>
                                    </p:set>
                                    <p:animEffect transition="in" filter="fade">
                                      <p:cBhvr>
                                        <p:cTn id="476" dur="500"/>
                                        <p:tgtEl>
                                          <p:spTgt spid="257"/>
                                        </p:tgtEl>
                                      </p:cBhvr>
                                    </p:animEffect>
                                  </p:childTnLst>
                                </p:cTn>
                              </p:par>
                              <p:par>
                                <p:cTn id="477" presetID="10" presetClass="entr" presetSubtype="0" fill="hold" grpId="0" nodeType="withEffect">
                                  <p:stCondLst>
                                    <p:cond delay="1000"/>
                                  </p:stCondLst>
                                  <p:childTnLst>
                                    <p:set>
                                      <p:cBhvr>
                                        <p:cTn id="478" dur="1" fill="hold">
                                          <p:stCondLst>
                                            <p:cond delay="0"/>
                                          </p:stCondLst>
                                        </p:cTn>
                                        <p:tgtEl>
                                          <p:spTgt spid="258"/>
                                        </p:tgtEl>
                                        <p:attrNameLst>
                                          <p:attrName>style.visibility</p:attrName>
                                        </p:attrNameLst>
                                      </p:cBhvr>
                                      <p:to>
                                        <p:strVal val="visible"/>
                                      </p:to>
                                    </p:set>
                                    <p:animEffect transition="in" filter="fade">
                                      <p:cBhvr>
                                        <p:cTn id="479" dur="500"/>
                                        <p:tgtEl>
                                          <p:spTgt spid="258"/>
                                        </p:tgtEl>
                                      </p:cBhvr>
                                    </p:animEffect>
                                  </p:childTnLst>
                                </p:cTn>
                              </p:par>
                              <p:par>
                                <p:cTn id="480" presetID="10" presetClass="entr" presetSubtype="0" fill="hold" grpId="0" nodeType="withEffect">
                                  <p:stCondLst>
                                    <p:cond delay="1000"/>
                                  </p:stCondLst>
                                  <p:childTnLst>
                                    <p:set>
                                      <p:cBhvr>
                                        <p:cTn id="481" dur="1" fill="hold">
                                          <p:stCondLst>
                                            <p:cond delay="0"/>
                                          </p:stCondLst>
                                        </p:cTn>
                                        <p:tgtEl>
                                          <p:spTgt spid="259"/>
                                        </p:tgtEl>
                                        <p:attrNameLst>
                                          <p:attrName>style.visibility</p:attrName>
                                        </p:attrNameLst>
                                      </p:cBhvr>
                                      <p:to>
                                        <p:strVal val="visible"/>
                                      </p:to>
                                    </p:set>
                                    <p:animEffect transition="in" filter="fade">
                                      <p:cBhvr>
                                        <p:cTn id="482" dur="500"/>
                                        <p:tgtEl>
                                          <p:spTgt spid="259"/>
                                        </p:tgtEl>
                                      </p:cBhvr>
                                    </p:animEffect>
                                  </p:childTnLst>
                                </p:cTn>
                              </p:par>
                              <p:par>
                                <p:cTn id="483" presetID="10" presetClass="entr" presetSubtype="0" fill="hold" grpId="0" nodeType="withEffect">
                                  <p:stCondLst>
                                    <p:cond delay="1000"/>
                                  </p:stCondLst>
                                  <p:childTnLst>
                                    <p:set>
                                      <p:cBhvr>
                                        <p:cTn id="484" dur="1" fill="hold">
                                          <p:stCondLst>
                                            <p:cond delay="0"/>
                                          </p:stCondLst>
                                        </p:cTn>
                                        <p:tgtEl>
                                          <p:spTgt spid="260"/>
                                        </p:tgtEl>
                                        <p:attrNameLst>
                                          <p:attrName>style.visibility</p:attrName>
                                        </p:attrNameLst>
                                      </p:cBhvr>
                                      <p:to>
                                        <p:strVal val="visible"/>
                                      </p:to>
                                    </p:set>
                                    <p:animEffect transition="in" filter="fade">
                                      <p:cBhvr>
                                        <p:cTn id="485" dur="500"/>
                                        <p:tgtEl>
                                          <p:spTgt spid="260"/>
                                        </p:tgtEl>
                                      </p:cBhvr>
                                    </p:animEffect>
                                  </p:childTnLst>
                                </p:cTn>
                              </p:par>
                            </p:childTnLst>
                          </p:cTn>
                        </p:par>
                      </p:childTnLst>
                    </p:cTn>
                  </p:par>
                  <p:par>
                    <p:cTn id="486" fill="hold">
                      <p:stCondLst>
                        <p:cond delay="indefinite"/>
                      </p:stCondLst>
                      <p:childTnLst>
                        <p:par>
                          <p:cTn id="487" fill="hold">
                            <p:stCondLst>
                              <p:cond delay="0"/>
                            </p:stCondLst>
                            <p:childTnLst>
                              <p:par>
                                <p:cTn id="488" presetID="1" presetClass="emph" presetSubtype="2" fill="hold" nodeType="clickEffect">
                                  <p:stCondLst>
                                    <p:cond delay="0"/>
                                  </p:stCondLst>
                                  <p:childTnLst>
                                    <p:animClr clrSpc="rgb" dir="cw">
                                      <p:cBhvr>
                                        <p:cTn id="489" dur="1000" fill="hold"/>
                                        <p:tgtEl>
                                          <p:spTgt spid="216"/>
                                        </p:tgtEl>
                                        <p:attrNameLst>
                                          <p:attrName>fillcolor</p:attrName>
                                        </p:attrNameLst>
                                      </p:cBhvr>
                                      <p:to>
                                        <a:srgbClr val="A50708"/>
                                      </p:to>
                                    </p:animClr>
                                    <p:set>
                                      <p:cBhvr>
                                        <p:cTn id="490" dur="1000" fill="hold"/>
                                        <p:tgtEl>
                                          <p:spTgt spid="216"/>
                                        </p:tgtEl>
                                        <p:attrNameLst>
                                          <p:attrName>fill.type</p:attrName>
                                        </p:attrNameLst>
                                      </p:cBhvr>
                                      <p:to>
                                        <p:strVal val="solid"/>
                                      </p:to>
                                    </p:set>
                                    <p:set>
                                      <p:cBhvr>
                                        <p:cTn id="491" dur="1000" fill="hold"/>
                                        <p:tgtEl>
                                          <p:spTgt spid="216"/>
                                        </p:tgtEl>
                                        <p:attrNameLst>
                                          <p:attrName>fill.on</p:attrName>
                                        </p:attrNameLst>
                                      </p:cBhvr>
                                      <p:to>
                                        <p:strVal val="true"/>
                                      </p:to>
                                    </p:set>
                                  </p:childTnLst>
                                </p:cTn>
                              </p:par>
                              <p:par>
                                <p:cTn id="492" presetID="1" presetClass="emph" presetSubtype="2" fill="hold" grpId="0" nodeType="withEffect">
                                  <p:stCondLst>
                                    <p:cond delay="0"/>
                                  </p:stCondLst>
                                  <p:childTnLst>
                                    <p:animClr clrSpc="rgb" dir="cw">
                                      <p:cBhvr>
                                        <p:cTn id="493" dur="1000" fill="hold"/>
                                        <p:tgtEl>
                                          <p:spTgt spid="235"/>
                                        </p:tgtEl>
                                        <p:attrNameLst>
                                          <p:attrName>fillcolor</p:attrName>
                                        </p:attrNameLst>
                                      </p:cBhvr>
                                      <p:to>
                                        <a:srgbClr val="A50708"/>
                                      </p:to>
                                    </p:animClr>
                                    <p:set>
                                      <p:cBhvr>
                                        <p:cTn id="494" dur="1000" fill="hold"/>
                                        <p:tgtEl>
                                          <p:spTgt spid="235"/>
                                        </p:tgtEl>
                                        <p:attrNameLst>
                                          <p:attrName>fill.type</p:attrName>
                                        </p:attrNameLst>
                                      </p:cBhvr>
                                      <p:to>
                                        <p:strVal val="solid"/>
                                      </p:to>
                                    </p:set>
                                    <p:set>
                                      <p:cBhvr>
                                        <p:cTn id="495" dur="1000" fill="hold"/>
                                        <p:tgtEl>
                                          <p:spTgt spid="235"/>
                                        </p:tgtEl>
                                        <p:attrNameLst>
                                          <p:attrName>fill.on</p:attrName>
                                        </p:attrNameLst>
                                      </p:cBhvr>
                                      <p:to>
                                        <p:strVal val="true"/>
                                      </p:to>
                                    </p:set>
                                  </p:childTnLst>
                                </p:cTn>
                              </p:par>
                              <p:par>
                                <p:cTn id="496" presetID="1" presetClass="emph" presetSubtype="2" fill="hold" nodeType="withEffect">
                                  <p:stCondLst>
                                    <p:cond delay="0"/>
                                  </p:stCondLst>
                                  <p:childTnLst>
                                    <p:animClr clrSpc="rgb" dir="cw">
                                      <p:cBhvr>
                                        <p:cTn id="497" dur="1000" fill="hold"/>
                                        <p:tgtEl>
                                          <p:spTgt spid="217"/>
                                        </p:tgtEl>
                                        <p:attrNameLst>
                                          <p:attrName>fillcolor</p:attrName>
                                        </p:attrNameLst>
                                      </p:cBhvr>
                                      <p:to>
                                        <a:srgbClr val="A50708"/>
                                      </p:to>
                                    </p:animClr>
                                    <p:set>
                                      <p:cBhvr>
                                        <p:cTn id="498" dur="1000" fill="hold"/>
                                        <p:tgtEl>
                                          <p:spTgt spid="217"/>
                                        </p:tgtEl>
                                        <p:attrNameLst>
                                          <p:attrName>fill.type</p:attrName>
                                        </p:attrNameLst>
                                      </p:cBhvr>
                                      <p:to>
                                        <p:strVal val="solid"/>
                                      </p:to>
                                    </p:set>
                                    <p:set>
                                      <p:cBhvr>
                                        <p:cTn id="499" dur="1000" fill="hold"/>
                                        <p:tgtEl>
                                          <p:spTgt spid="217"/>
                                        </p:tgtEl>
                                        <p:attrNameLst>
                                          <p:attrName>fill.on</p:attrName>
                                        </p:attrNameLst>
                                      </p:cBhvr>
                                      <p:to>
                                        <p:strVal val="true"/>
                                      </p:to>
                                    </p:set>
                                  </p:childTnLst>
                                </p:cTn>
                              </p:par>
                              <p:par>
                                <p:cTn id="500" presetID="1" presetClass="emph" presetSubtype="2" fill="hold" nodeType="withEffect">
                                  <p:stCondLst>
                                    <p:cond delay="0"/>
                                  </p:stCondLst>
                                  <p:childTnLst>
                                    <p:animClr clrSpc="rgb" dir="cw">
                                      <p:cBhvr>
                                        <p:cTn id="501" dur="1000" fill="hold"/>
                                        <p:tgtEl>
                                          <p:spTgt spid="236"/>
                                        </p:tgtEl>
                                        <p:attrNameLst>
                                          <p:attrName>fillcolor</p:attrName>
                                        </p:attrNameLst>
                                      </p:cBhvr>
                                      <p:to>
                                        <a:srgbClr val="A50708"/>
                                      </p:to>
                                    </p:animClr>
                                    <p:set>
                                      <p:cBhvr>
                                        <p:cTn id="502" dur="1000" fill="hold"/>
                                        <p:tgtEl>
                                          <p:spTgt spid="236"/>
                                        </p:tgtEl>
                                        <p:attrNameLst>
                                          <p:attrName>fill.type</p:attrName>
                                        </p:attrNameLst>
                                      </p:cBhvr>
                                      <p:to>
                                        <p:strVal val="solid"/>
                                      </p:to>
                                    </p:set>
                                    <p:set>
                                      <p:cBhvr>
                                        <p:cTn id="503" dur="1000" fill="hold"/>
                                        <p:tgtEl>
                                          <p:spTgt spid="236"/>
                                        </p:tgtEl>
                                        <p:attrNameLst>
                                          <p:attrName>fill.on</p:attrName>
                                        </p:attrNameLst>
                                      </p:cBhvr>
                                      <p:to>
                                        <p:strVal val="true"/>
                                      </p:to>
                                    </p:set>
                                  </p:childTnLst>
                                </p:cTn>
                              </p:par>
                              <p:par>
                                <p:cTn id="504" presetID="1" presetClass="emph" presetSubtype="2" fill="hold" nodeType="withEffect">
                                  <p:stCondLst>
                                    <p:cond delay="0"/>
                                  </p:stCondLst>
                                  <p:childTnLst>
                                    <p:animClr clrSpc="rgb" dir="cw">
                                      <p:cBhvr>
                                        <p:cTn id="505" dur="1000" fill="hold"/>
                                        <p:tgtEl>
                                          <p:spTgt spid="218"/>
                                        </p:tgtEl>
                                        <p:attrNameLst>
                                          <p:attrName>fillcolor</p:attrName>
                                        </p:attrNameLst>
                                      </p:cBhvr>
                                      <p:to>
                                        <a:srgbClr val="A50708"/>
                                      </p:to>
                                    </p:animClr>
                                    <p:set>
                                      <p:cBhvr>
                                        <p:cTn id="506" dur="1000" fill="hold"/>
                                        <p:tgtEl>
                                          <p:spTgt spid="218"/>
                                        </p:tgtEl>
                                        <p:attrNameLst>
                                          <p:attrName>fill.type</p:attrName>
                                        </p:attrNameLst>
                                      </p:cBhvr>
                                      <p:to>
                                        <p:strVal val="solid"/>
                                      </p:to>
                                    </p:set>
                                    <p:set>
                                      <p:cBhvr>
                                        <p:cTn id="507" dur="1000" fill="hold"/>
                                        <p:tgtEl>
                                          <p:spTgt spid="218"/>
                                        </p:tgtEl>
                                        <p:attrNameLst>
                                          <p:attrName>fill.on</p:attrName>
                                        </p:attrNameLst>
                                      </p:cBhvr>
                                      <p:to>
                                        <p:strVal val="true"/>
                                      </p:to>
                                    </p:set>
                                  </p:childTnLst>
                                </p:cTn>
                              </p:par>
                              <p:par>
                                <p:cTn id="508" presetID="1" presetClass="emph" presetSubtype="2" fill="hold" grpId="0" nodeType="withEffect">
                                  <p:stCondLst>
                                    <p:cond delay="0"/>
                                  </p:stCondLst>
                                  <p:childTnLst>
                                    <p:animClr clrSpc="rgb" dir="cw">
                                      <p:cBhvr>
                                        <p:cTn id="509" dur="1000" fill="hold"/>
                                        <p:tgtEl>
                                          <p:spTgt spid="237"/>
                                        </p:tgtEl>
                                        <p:attrNameLst>
                                          <p:attrName>fillcolor</p:attrName>
                                        </p:attrNameLst>
                                      </p:cBhvr>
                                      <p:to>
                                        <a:srgbClr val="A50708"/>
                                      </p:to>
                                    </p:animClr>
                                    <p:set>
                                      <p:cBhvr>
                                        <p:cTn id="510" dur="1000" fill="hold"/>
                                        <p:tgtEl>
                                          <p:spTgt spid="237"/>
                                        </p:tgtEl>
                                        <p:attrNameLst>
                                          <p:attrName>fill.type</p:attrName>
                                        </p:attrNameLst>
                                      </p:cBhvr>
                                      <p:to>
                                        <p:strVal val="solid"/>
                                      </p:to>
                                    </p:set>
                                    <p:set>
                                      <p:cBhvr>
                                        <p:cTn id="511" dur="1000" fill="hold"/>
                                        <p:tgtEl>
                                          <p:spTgt spid="237"/>
                                        </p:tgtEl>
                                        <p:attrNameLst>
                                          <p:attrName>fill.on</p:attrName>
                                        </p:attrNameLst>
                                      </p:cBhvr>
                                      <p:to>
                                        <p:strVal val="true"/>
                                      </p:to>
                                    </p:set>
                                  </p:childTnLst>
                                </p:cTn>
                              </p:par>
                              <p:par>
                                <p:cTn id="512" presetID="1" presetClass="emph" presetSubtype="2" fill="hold" nodeType="withEffect">
                                  <p:stCondLst>
                                    <p:cond delay="0"/>
                                  </p:stCondLst>
                                  <p:childTnLst>
                                    <p:animClr clrSpc="rgb" dir="cw">
                                      <p:cBhvr>
                                        <p:cTn id="513" dur="1000" fill="hold"/>
                                        <p:tgtEl>
                                          <p:spTgt spid="220"/>
                                        </p:tgtEl>
                                        <p:attrNameLst>
                                          <p:attrName>fillcolor</p:attrName>
                                        </p:attrNameLst>
                                      </p:cBhvr>
                                      <p:to>
                                        <a:srgbClr val="A50708"/>
                                      </p:to>
                                    </p:animClr>
                                    <p:set>
                                      <p:cBhvr>
                                        <p:cTn id="514" dur="1000" fill="hold"/>
                                        <p:tgtEl>
                                          <p:spTgt spid="220"/>
                                        </p:tgtEl>
                                        <p:attrNameLst>
                                          <p:attrName>fill.type</p:attrName>
                                        </p:attrNameLst>
                                      </p:cBhvr>
                                      <p:to>
                                        <p:strVal val="solid"/>
                                      </p:to>
                                    </p:set>
                                    <p:set>
                                      <p:cBhvr>
                                        <p:cTn id="515" dur="1000" fill="hold"/>
                                        <p:tgtEl>
                                          <p:spTgt spid="220"/>
                                        </p:tgtEl>
                                        <p:attrNameLst>
                                          <p:attrName>fill.on</p:attrName>
                                        </p:attrNameLst>
                                      </p:cBhvr>
                                      <p:to>
                                        <p:strVal val="true"/>
                                      </p:to>
                                    </p:set>
                                  </p:childTnLst>
                                </p:cTn>
                              </p:par>
                              <p:par>
                                <p:cTn id="516" presetID="1" presetClass="emph" presetSubtype="2" fill="hold" grpId="0" nodeType="withEffect">
                                  <p:stCondLst>
                                    <p:cond delay="0"/>
                                  </p:stCondLst>
                                  <p:childTnLst>
                                    <p:animClr clrSpc="rgb" dir="cw">
                                      <p:cBhvr>
                                        <p:cTn id="517" dur="1000" fill="hold"/>
                                        <p:tgtEl>
                                          <p:spTgt spid="239"/>
                                        </p:tgtEl>
                                        <p:attrNameLst>
                                          <p:attrName>fillcolor</p:attrName>
                                        </p:attrNameLst>
                                      </p:cBhvr>
                                      <p:to>
                                        <a:srgbClr val="A50708"/>
                                      </p:to>
                                    </p:animClr>
                                    <p:set>
                                      <p:cBhvr>
                                        <p:cTn id="518" dur="1000" fill="hold"/>
                                        <p:tgtEl>
                                          <p:spTgt spid="239"/>
                                        </p:tgtEl>
                                        <p:attrNameLst>
                                          <p:attrName>fill.type</p:attrName>
                                        </p:attrNameLst>
                                      </p:cBhvr>
                                      <p:to>
                                        <p:strVal val="solid"/>
                                      </p:to>
                                    </p:set>
                                    <p:set>
                                      <p:cBhvr>
                                        <p:cTn id="519" dur="1000" fill="hold"/>
                                        <p:tgtEl>
                                          <p:spTgt spid="239"/>
                                        </p:tgtEl>
                                        <p:attrNameLst>
                                          <p:attrName>fill.on</p:attrName>
                                        </p:attrNameLst>
                                      </p:cBhvr>
                                      <p:to>
                                        <p:strVal val="true"/>
                                      </p:to>
                                    </p:set>
                                  </p:childTnLst>
                                </p:cTn>
                              </p:par>
                              <p:par>
                                <p:cTn id="520" presetID="1" presetClass="emph" presetSubtype="2" fill="hold" nodeType="withEffect">
                                  <p:stCondLst>
                                    <p:cond delay="0"/>
                                  </p:stCondLst>
                                  <p:childTnLst>
                                    <p:animClr clrSpc="rgb" dir="cw">
                                      <p:cBhvr>
                                        <p:cTn id="521" dur="1000" fill="hold"/>
                                        <p:tgtEl>
                                          <p:spTgt spid="221"/>
                                        </p:tgtEl>
                                        <p:attrNameLst>
                                          <p:attrName>fillcolor</p:attrName>
                                        </p:attrNameLst>
                                      </p:cBhvr>
                                      <p:to>
                                        <a:srgbClr val="A50708"/>
                                      </p:to>
                                    </p:animClr>
                                    <p:set>
                                      <p:cBhvr>
                                        <p:cTn id="522" dur="1000" fill="hold"/>
                                        <p:tgtEl>
                                          <p:spTgt spid="221"/>
                                        </p:tgtEl>
                                        <p:attrNameLst>
                                          <p:attrName>fill.type</p:attrName>
                                        </p:attrNameLst>
                                      </p:cBhvr>
                                      <p:to>
                                        <p:strVal val="solid"/>
                                      </p:to>
                                    </p:set>
                                    <p:set>
                                      <p:cBhvr>
                                        <p:cTn id="523" dur="1000" fill="hold"/>
                                        <p:tgtEl>
                                          <p:spTgt spid="221"/>
                                        </p:tgtEl>
                                        <p:attrNameLst>
                                          <p:attrName>fill.on</p:attrName>
                                        </p:attrNameLst>
                                      </p:cBhvr>
                                      <p:to>
                                        <p:strVal val="true"/>
                                      </p:to>
                                    </p:set>
                                  </p:childTnLst>
                                </p:cTn>
                              </p:par>
                              <p:par>
                                <p:cTn id="524" presetID="1" presetClass="emph" presetSubtype="2" fill="hold" grpId="0" nodeType="withEffect">
                                  <p:stCondLst>
                                    <p:cond delay="0"/>
                                  </p:stCondLst>
                                  <p:childTnLst>
                                    <p:animClr clrSpc="rgb" dir="cw">
                                      <p:cBhvr>
                                        <p:cTn id="525" dur="1000" fill="hold"/>
                                        <p:tgtEl>
                                          <p:spTgt spid="240"/>
                                        </p:tgtEl>
                                        <p:attrNameLst>
                                          <p:attrName>fillcolor</p:attrName>
                                        </p:attrNameLst>
                                      </p:cBhvr>
                                      <p:to>
                                        <a:srgbClr val="A50708"/>
                                      </p:to>
                                    </p:animClr>
                                    <p:set>
                                      <p:cBhvr>
                                        <p:cTn id="526" dur="1000" fill="hold"/>
                                        <p:tgtEl>
                                          <p:spTgt spid="240"/>
                                        </p:tgtEl>
                                        <p:attrNameLst>
                                          <p:attrName>fill.type</p:attrName>
                                        </p:attrNameLst>
                                      </p:cBhvr>
                                      <p:to>
                                        <p:strVal val="solid"/>
                                      </p:to>
                                    </p:set>
                                    <p:set>
                                      <p:cBhvr>
                                        <p:cTn id="527" dur="1000" fill="hold"/>
                                        <p:tgtEl>
                                          <p:spTgt spid="240"/>
                                        </p:tgtEl>
                                        <p:attrNameLst>
                                          <p:attrName>fill.on</p:attrName>
                                        </p:attrNameLst>
                                      </p:cBhvr>
                                      <p:to>
                                        <p:strVal val="true"/>
                                      </p:to>
                                    </p:set>
                                  </p:childTnLst>
                                </p:cTn>
                              </p:par>
                              <p:par>
                                <p:cTn id="528" presetID="1" presetClass="emph" presetSubtype="2" fill="hold" nodeType="withEffect">
                                  <p:stCondLst>
                                    <p:cond delay="0"/>
                                  </p:stCondLst>
                                  <p:childTnLst>
                                    <p:animClr clrSpc="rgb" dir="cw">
                                      <p:cBhvr>
                                        <p:cTn id="529" dur="1000" fill="hold"/>
                                        <p:tgtEl>
                                          <p:spTgt spid="222"/>
                                        </p:tgtEl>
                                        <p:attrNameLst>
                                          <p:attrName>fillcolor</p:attrName>
                                        </p:attrNameLst>
                                      </p:cBhvr>
                                      <p:to>
                                        <a:srgbClr val="A50708"/>
                                      </p:to>
                                    </p:animClr>
                                    <p:set>
                                      <p:cBhvr>
                                        <p:cTn id="530" dur="1000" fill="hold"/>
                                        <p:tgtEl>
                                          <p:spTgt spid="222"/>
                                        </p:tgtEl>
                                        <p:attrNameLst>
                                          <p:attrName>fill.type</p:attrName>
                                        </p:attrNameLst>
                                      </p:cBhvr>
                                      <p:to>
                                        <p:strVal val="solid"/>
                                      </p:to>
                                    </p:set>
                                    <p:set>
                                      <p:cBhvr>
                                        <p:cTn id="531" dur="1000" fill="hold"/>
                                        <p:tgtEl>
                                          <p:spTgt spid="222"/>
                                        </p:tgtEl>
                                        <p:attrNameLst>
                                          <p:attrName>fill.on</p:attrName>
                                        </p:attrNameLst>
                                      </p:cBhvr>
                                      <p:to>
                                        <p:strVal val="true"/>
                                      </p:to>
                                    </p:set>
                                  </p:childTnLst>
                                </p:cTn>
                              </p:par>
                              <p:par>
                                <p:cTn id="532" presetID="1" presetClass="emph" presetSubtype="2" fill="hold" grpId="0" nodeType="withEffect">
                                  <p:stCondLst>
                                    <p:cond delay="0"/>
                                  </p:stCondLst>
                                  <p:childTnLst>
                                    <p:animClr clrSpc="rgb" dir="cw">
                                      <p:cBhvr>
                                        <p:cTn id="533" dur="1000" fill="hold"/>
                                        <p:tgtEl>
                                          <p:spTgt spid="241"/>
                                        </p:tgtEl>
                                        <p:attrNameLst>
                                          <p:attrName>fillcolor</p:attrName>
                                        </p:attrNameLst>
                                      </p:cBhvr>
                                      <p:to>
                                        <a:srgbClr val="A50708"/>
                                      </p:to>
                                    </p:animClr>
                                    <p:set>
                                      <p:cBhvr>
                                        <p:cTn id="534" dur="1000" fill="hold"/>
                                        <p:tgtEl>
                                          <p:spTgt spid="241"/>
                                        </p:tgtEl>
                                        <p:attrNameLst>
                                          <p:attrName>fill.type</p:attrName>
                                        </p:attrNameLst>
                                      </p:cBhvr>
                                      <p:to>
                                        <p:strVal val="solid"/>
                                      </p:to>
                                    </p:set>
                                    <p:set>
                                      <p:cBhvr>
                                        <p:cTn id="535" dur="1000" fill="hold"/>
                                        <p:tgtEl>
                                          <p:spTgt spid="241"/>
                                        </p:tgtEl>
                                        <p:attrNameLst>
                                          <p:attrName>fill.on</p:attrName>
                                        </p:attrNameLst>
                                      </p:cBhvr>
                                      <p:to>
                                        <p:strVal val="true"/>
                                      </p:to>
                                    </p:set>
                                  </p:childTnLst>
                                </p:cTn>
                              </p:par>
                              <p:par>
                                <p:cTn id="536" presetID="1" presetClass="emph" presetSubtype="2" fill="hold" nodeType="withEffect">
                                  <p:stCondLst>
                                    <p:cond delay="0"/>
                                  </p:stCondLst>
                                  <p:childTnLst>
                                    <p:animClr clrSpc="rgb" dir="cw">
                                      <p:cBhvr>
                                        <p:cTn id="537" dur="1000" fill="hold"/>
                                        <p:tgtEl>
                                          <p:spTgt spid="224"/>
                                        </p:tgtEl>
                                        <p:attrNameLst>
                                          <p:attrName>fillcolor</p:attrName>
                                        </p:attrNameLst>
                                      </p:cBhvr>
                                      <p:to>
                                        <a:srgbClr val="A50708"/>
                                      </p:to>
                                    </p:animClr>
                                    <p:set>
                                      <p:cBhvr>
                                        <p:cTn id="538" dur="1000" fill="hold"/>
                                        <p:tgtEl>
                                          <p:spTgt spid="224"/>
                                        </p:tgtEl>
                                        <p:attrNameLst>
                                          <p:attrName>fill.type</p:attrName>
                                        </p:attrNameLst>
                                      </p:cBhvr>
                                      <p:to>
                                        <p:strVal val="solid"/>
                                      </p:to>
                                    </p:set>
                                    <p:set>
                                      <p:cBhvr>
                                        <p:cTn id="539" dur="1000" fill="hold"/>
                                        <p:tgtEl>
                                          <p:spTgt spid="224"/>
                                        </p:tgtEl>
                                        <p:attrNameLst>
                                          <p:attrName>fill.on</p:attrName>
                                        </p:attrNameLst>
                                      </p:cBhvr>
                                      <p:to>
                                        <p:strVal val="true"/>
                                      </p:to>
                                    </p:set>
                                  </p:childTnLst>
                                </p:cTn>
                              </p:par>
                              <p:par>
                                <p:cTn id="540" presetID="1" presetClass="emph" presetSubtype="2" fill="hold" grpId="0" nodeType="withEffect">
                                  <p:stCondLst>
                                    <p:cond delay="0"/>
                                  </p:stCondLst>
                                  <p:childTnLst>
                                    <p:animClr clrSpc="rgb" dir="cw">
                                      <p:cBhvr>
                                        <p:cTn id="541" dur="1000" fill="hold"/>
                                        <p:tgtEl>
                                          <p:spTgt spid="243"/>
                                        </p:tgtEl>
                                        <p:attrNameLst>
                                          <p:attrName>fillcolor</p:attrName>
                                        </p:attrNameLst>
                                      </p:cBhvr>
                                      <p:to>
                                        <a:srgbClr val="A50708"/>
                                      </p:to>
                                    </p:animClr>
                                    <p:set>
                                      <p:cBhvr>
                                        <p:cTn id="542" dur="1000" fill="hold"/>
                                        <p:tgtEl>
                                          <p:spTgt spid="243"/>
                                        </p:tgtEl>
                                        <p:attrNameLst>
                                          <p:attrName>fill.type</p:attrName>
                                        </p:attrNameLst>
                                      </p:cBhvr>
                                      <p:to>
                                        <p:strVal val="solid"/>
                                      </p:to>
                                    </p:set>
                                    <p:set>
                                      <p:cBhvr>
                                        <p:cTn id="543" dur="1000" fill="hold"/>
                                        <p:tgtEl>
                                          <p:spTgt spid="243"/>
                                        </p:tgtEl>
                                        <p:attrNameLst>
                                          <p:attrName>fill.on</p:attrName>
                                        </p:attrNameLst>
                                      </p:cBhvr>
                                      <p:to>
                                        <p:strVal val="true"/>
                                      </p:to>
                                    </p:set>
                                  </p:childTnLst>
                                </p:cTn>
                              </p:par>
                              <p:par>
                                <p:cTn id="544" presetID="1" presetClass="emph" presetSubtype="2" fill="hold" nodeType="withEffect">
                                  <p:stCondLst>
                                    <p:cond delay="0"/>
                                  </p:stCondLst>
                                  <p:childTnLst>
                                    <p:animClr clrSpc="rgb" dir="cw">
                                      <p:cBhvr>
                                        <p:cTn id="545" dur="1000" fill="hold"/>
                                        <p:tgtEl>
                                          <p:spTgt spid="225"/>
                                        </p:tgtEl>
                                        <p:attrNameLst>
                                          <p:attrName>fillcolor</p:attrName>
                                        </p:attrNameLst>
                                      </p:cBhvr>
                                      <p:to>
                                        <a:srgbClr val="A50708"/>
                                      </p:to>
                                    </p:animClr>
                                    <p:set>
                                      <p:cBhvr>
                                        <p:cTn id="546" dur="1000" fill="hold"/>
                                        <p:tgtEl>
                                          <p:spTgt spid="225"/>
                                        </p:tgtEl>
                                        <p:attrNameLst>
                                          <p:attrName>fill.type</p:attrName>
                                        </p:attrNameLst>
                                      </p:cBhvr>
                                      <p:to>
                                        <p:strVal val="solid"/>
                                      </p:to>
                                    </p:set>
                                    <p:set>
                                      <p:cBhvr>
                                        <p:cTn id="547" dur="1000" fill="hold"/>
                                        <p:tgtEl>
                                          <p:spTgt spid="225"/>
                                        </p:tgtEl>
                                        <p:attrNameLst>
                                          <p:attrName>fill.on</p:attrName>
                                        </p:attrNameLst>
                                      </p:cBhvr>
                                      <p:to>
                                        <p:strVal val="true"/>
                                      </p:to>
                                    </p:set>
                                  </p:childTnLst>
                                </p:cTn>
                              </p:par>
                              <p:par>
                                <p:cTn id="548" presetID="1" presetClass="emph" presetSubtype="2" fill="hold" grpId="0" nodeType="withEffect">
                                  <p:stCondLst>
                                    <p:cond delay="0"/>
                                  </p:stCondLst>
                                  <p:childTnLst>
                                    <p:animClr clrSpc="rgb" dir="cw">
                                      <p:cBhvr>
                                        <p:cTn id="549" dur="1000" fill="hold"/>
                                        <p:tgtEl>
                                          <p:spTgt spid="244"/>
                                        </p:tgtEl>
                                        <p:attrNameLst>
                                          <p:attrName>fillcolor</p:attrName>
                                        </p:attrNameLst>
                                      </p:cBhvr>
                                      <p:to>
                                        <a:srgbClr val="A50708"/>
                                      </p:to>
                                    </p:animClr>
                                    <p:set>
                                      <p:cBhvr>
                                        <p:cTn id="550" dur="1000" fill="hold"/>
                                        <p:tgtEl>
                                          <p:spTgt spid="244"/>
                                        </p:tgtEl>
                                        <p:attrNameLst>
                                          <p:attrName>fill.type</p:attrName>
                                        </p:attrNameLst>
                                      </p:cBhvr>
                                      <p:to>
                                        <p:strVal val="solid"/>
                                      </p:to>
                                    </p:set>
                                    <p:set>
                                      <p:cBhvr>
                                        <p:cTn id="551" dur="1000" fill="hold"/>
                                        <p:tgtEl>
                                          <p:spTgt spid="244"/>
                                        </p:tgtEl>
                                        <p:attrNameLst>
                                          <p:attrName>fill.on</p:attrName>
                                        </p:attrNameLst>
                                      </p:cBhvr>
                                      <p:to>
                                        <p:strVal val="true"/>
                                      </p:to>
                                    </p:set>
                                  </p:childTnLst>
                                </p:cTn>
                              </p:par>
                              <p:par>
                                <p:cTn id="552" presetID="1" presetClass="emph" presetSubtype="2" fill="hold" nodeType="withEffect">
                                  <p:stCondLst>
                                    <p:cond delay="0"/>
                                  </p:stCondLst>
                                  <p:childTnLst>
                                    <p:animClr clrSpc="rgb" dir="cw">
                                      <p:cBhvr>
                                        <p:cTn id="553" dur="1000" fill="hold"/>
                                        <p:tgtEl>
                                          <p:spTgt spid="226"/>
                                        </p:tgtEl>
                                        <p:attrNameLst>
                                          <p:attrName>fillcolor</p:attrName>
                                        </p:attrNameLst>
                                      </p:cBhvr>
                                      <p:to>
                                        <a:srgbClr val="A50708"/>
                                      </p:to>
                                    </p:animClr>
                                    <p:set>
                                      <p:cBhvr>
                                        <p:cTn id="554" dur="1000" fill="hold"/>
                                        <p:tgtEl>
                                          <p:spTgt spid="226"/>
                                        </p:tgtEl>
                                        <p:attrNameLst>
                                          <p:attrName>fill.type</p:attrName>
                                        </p:attrNameLst>
                                      </p:cBhvr>
                                      <p:to>
                                        <p:strVal val="solid"/>
                                      </p:to>
                                    </p:set>
                                    <p:set>
                                      <p:cBhvr>
                                        <p:cTn id="555" dur="1000" fill="hold"/>
                                        <p:tgtEl>
                                          <p:spTgt spid="226"/>
                                        </p:tgtEl>
                                        <p:attrNameLst>
                                          <p:attrName>fill.on</p:attrName>
                                        </p:attrNameLst>
                                      </p:cBhvr>
                                      <p:to>
                                        <p:strVal val="true"/>
                                      </p:to>
                                    </p:set>
                                  </p:childTnLst>
                                </p:cTn>
                              </p:par>
                              <p:par>
                                <p:cTn id="556" presetID="1" presetClass="emph" presetSubtype="2" fill="hold" grpId="0" nodeType="withEffect">
                                  <p:stCondLst>
                                    <p:cond delay="0"/>
                                  </p:stCondLst>
                                  <p:childTnLst>
                                    <p:animClr clrSpc="rgb" dir="cw">
                                      <p:cBhvr>
                                        <p:cTn id="557" dur="1000" fill="hold"/>
                                        <p:tgtEl>
                                          <p:spTgt spid="245"/>
                                        </p:tgtEl>
                                        <p:attrNameLst>
                                          <p:attrName>fillcolor</p:attrName>
                                        </p:attrNameLst>
                                      </p:cBhvr>
                                      <p:to>
                                        <a:srgbClr val="A50708"/>
                                      </p:to>
                                    </p:animClr>
                                    <p:set>
                                      <p:cBhvr>
                                        <p:cTn id="558" dur="1000" fill="hold"/>
                                        <p:tgtEl>
                                          <p:spTgt spid="245"/>
                                        </p:tgtEl>
                                        <p:attrNameLst>
                                          <p:attrName>fill.type</p:attrName>
                                        </p:attrNameLst>
                                      </p:cBhvr>
                                      <p:to>
                                        <p:strVal val="solid"/>
                                      </p:to>
                                    </p:set>
                                    <p:set>
                                      <p:cBhvr>
                                        <p:cTn id="559" dur="1000" fill="hold"/>
                                        <p:tgtEl>
                                          <p:spTgt spid="245"/>
                                        </p:tgtEl>
                                        <p:attrNameLst>
                                          <p:attrName>fill.on</p:attrName>
                                        </p:attrNameLst>
                                      </p:cBhvr>
                                      <p:to>
                                        <p:strVal val="true"/>
                                      </p:to>
                                    </p:set>
                                  </p:childTnLst>
                                </p:cTn>
                              </p:par>
                              <p:par>
                                <p:cTn id="560" presetID="1" presetClass="emph" presetSubtype="2" fill="hold" nodeType="withEffect">
                                  <p:stCondLst>
                                    <p:cond delay="0"/>
                                  </p:stCondLst>
                                  <p:childTnLst>
                                    <p:animClr clrSpc="rgb" dir="cw">
                                      <p:cBhvr>
                                        <p:cTn id="561" dur="1000" fill="hold"/>
                                        <p:tgtEl>
                                          <p:spTgt spid="229"/>
                                        </p:tgtEl>
                                        <p:attrNameLst>
                                          <p:attrName>fillcolor</p:attrName>
                                        </p:attrNameLst>
                                      </p:cBhvr>
                                      <p:to>
                                        <a:srgbClr val="A50708"/>
                                      </p:to>
                                    </p:animClr>
                                    <p:set>
                                      <p:cBhvr>
                                        <p:cTn id="562" dur="1000" fill="hold"/>
                                        <p:tgtEl>
                                          <p:spTgt spid="229"/>
                                        </p:tgtEl>
                                        <p:attrNameLst>
                                          <p:attrName>fill.type</p:attrName>
                                        </p:attrNameLst>
                                      </p:cBhvr>
                                      <p:to>
                                        <p:strVal val="solid"/>
                                      </p:to>
                                    </p:set>
                                    <p:set>
                                      <p:cBhvr>
                                        <p:cTn id="563" dur="1000" fill="hold"/>
                                        <p:tgtEl>
                                          <p:spTgt spid="229"/>
                                        </p:tgtEl>
                                        <p:attrNameLst>
                                          <p:attrName>fill.on</p:attrName>
                                        </p:attrNameLst>
                                      </p:cBhvr>
                                      <p:to>
                                        <p:strVal val="true"/>
                                      </p:to>
                                    </p:set>
                                  </p:childTnLst>
                                </p:cTn>
                              </p:par>
                              <p:par>
                                <p:cTn id="564" presetID="1" presetClass="emph" presetSubtype="2" fill="hold" nodeType="withEffect">
                                  <p:stCondLst>
                                    <p:cond delay="0"/>
                                  </p:stCondLst>
                                  <p:childTnLst>
                                    <p:animClr clrSpc="rgb" dir="cw">
                                      <p:cBhvr>
                                        <p:cTn id="565" dur="1000" fill="hold"/>
                                        <p:tgtEl>
                                          <p:spTgt spid="248"/>
                                        </p:tgtEl>
                                        <p:attrNameLst>
                                          <p:attrName>fillcolor</p:attrName>
                                        </p:attrNameLst>
                                      </p:cBhvr>
                                      <p:to>
                                        <a:srgbClr val="A50708"/>
                                      </p:to>
                                    </p:animClr>
                                    <p:set>
                                      <p:cBhvr>
                                        <p:cTn id="566" dur="1000" fill="hold"/>
                                        <p:tgtEl>
                                          <p:spTgt spid="248"/>
                                        </p:tgtEl>
                                        <p:attrNameLst>
                                          <p:attrName>fill.type</p:attrName>
                                        </p:attrNameLst>
                                      </p:cBhvr>
                                      <p:to>
                                        <p:strVal val="solid"/>
                                      </p:to>
                                    </p:set>
                                    <p:set>
                                      <p:cBhvr>
                                        <p:cTn id="567" dur="1000" fill="hold"/>
                                        <p:tgtEl>
                                          <p:spTgt spid="248"/>
                                        </p:tgtEl>
                                        <p:attrNameLst>
                                          <p:attrName>fill.on</p:attrName>
                                        </p:attrNameLst>
                                      </p:cBhvr>
                                      <p:to>
                                        <p:strVal val="true"/>
                                      </p:to>
                                    </p:set>
                                  </p:childTnLst>
                                </p:cTn>
                              </p:par>
                              <p:par>
                                <p:cTn id="568" presetID="1" presetClass="emph" presetSubtype="2" fill="hold" nodeType="withEffect">
                                  <p:stCondLst>
                                    <p:cond delay="0"/>
                                  </p:stCondLst>
                                  <p:childTnLst>
                                    <p:animClr clrSpc="rgb" dir="cw">
                                      <p:cBhvr>
                                        <p:cTn id="569" dur="1000" fill="hold"/>
                                        <p:tgtEl>
                                          <p:spTgt spid="238"/>
                                        </p:tgtEl>
                                        <p:attrNameLst>
                                          <p:attrName>fillcolor</p:attrName>
                                        </p:attrNameLst>
                                      </p:cBhvr>
                                      <p:to>
                                        <a:srgbClr val="A50708"/>
                                      </p:to>
                                    </p:animClr>
                                    <p:set>
                                      <p:cBhvr>
                                        <p:cTn id="570" dur="1000" fill="hold"/>
                                        <p:tgtEl>
                                          <p:spTgt spid="238"/>
                                        </p:tgtEl>
                                        <p:attrNameLst>
                                          <p:attrName>fill.type</p:attrName>
                                        </p:attrNameLst>
                                      </p:cBhvr>
                                      <p:to>
                                        <p:strVal val="solid"/>
                                      </p:to>
                                    </p:set>
                                    <p:set>
                                      <p:cBhvr>
                                        <p:cTn id="571" dur="1000" fill="hold"/>
                                        <p:tgtEl>
                                          <p:spTgt spid="238"/>
                                        </p:tgtEl>
                                        <p:attrNameLst>
                                          <p:attrName>fill.on</p:attrName>
                                        </p:attrNameLst>
                                      </p:cBhvr>
                                      <p:to>
                                        <p:strVal val="true"/>
                                      </p:to>
                                    </p:set>
                                  </p:childTnLst>
                                </p:cTn>
                              </p:par>
                              <p:par>
                                <p:cTn id="572" presetID="1" presetClass="emph" presetSubtype="2" fill="hold" nodeType="withEffect">
                                  <p:stCondLst>
                                    <p:cond delay="0"/>
                                  </p:stCondLst>
                                  <p:childTnLst>
                                    <p:animClr clrSpc="rgb" dir="cw">
                                      <p:cBhvr>
                                        <p:cTn id="573" dur="1000" fill="hold"/>
                                        <p:tgtEl>
                                          <p:spTgt spid="219"/>
                                        </p:tgtEl>
                                        <p:attrNameLst>
                                          <p:attrName>fillcolor</p:attrName>
                                        </p:attrNameLst>
                                      </p:cBhvr>
                                      <p:to>
                                        <a:srgbClr val="A50708"/>
                                      </p:to>
                                    </p:animClr>
                                    <p:set>
                                      <p:cBhvr>
                                        <p:cTn id="574" dur="1000" fill="hold"/>
                                        <p:tgtEl>
                                          <p:spTgt spid="219"/>
                                        </p:tgtEl>
                                        <p:attrNameLst>
                                          <p:attrName>fill.type</p:attrName>
                                        </p:attrNameLst>
                                      </p:cBhvr>
                                      <p:to>
                                        <p:strVal val="solid"/>
                                      </p:to>
                                    </p:set>
                                    <p:set>
                                      <p:cBhvr>
                                        <p:cTn id="575" dur="1000" fill="hold"/>
                                        <p:tgtEl>
                                          <p:spTgt spid="219"/>
                                        </p:tgtEl>
                                        <p:attrNameLst>
                                          <p:attrName>fill.on</p:attrName>
                                        </p:attrNameLst>
                                      </p:cBhvr>
                                      <p:to>
                                        <p:strVal val="true"/>
                                      </p:to>
                                    </p:set>
                                  </p:childTnLst>
                                </p:cTn>
                              </p:par>
                              <p:par>
                                <p:cTn id="576" presetID="10" presetClass="entr" presetSubtype="0" fill="hold" grpId="0" nodeType="withEffect">
                                  <p:stCondLst>
                                    <p:cond delay="0"/>
                                  </p:stCondLst>
                                  <p:childTnLst>
                                    <p:set>
                                      <p:cBhvr>
                                        <p:cTn id="577" dur="1" fill="hold">
                                          <p:stCondLst>
                                            <p:cond delay="0"/>
                                          </p:stCondLst>
                                        </p:cTn>
                                        <p:tgtEl>
                                          <p:spTgt spid="206"/>
                                        </p:tgtEl>
                                        <p:attrNameLst>
                                          <p:attrName>style.visibility</p:attrName>
                                        </p:attrNameLst>
                                      </p:cBhvr>
                                      <p:to>
                                        <p:strVal val="visible"/>
                                      </p:to>
                                    </p:set>
                                    <p:animEffect transition="in" filter="fade">
                                      <p:cBhvr>
                                        <p:cTn id="578"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2" grpId="1"/>
      <p:bldP spid="93" grpId="0"/>
      <p:bldP spid="93" grpId="1"/>
      <p:bldP spid="25" grpId="0"/>
      <p:bldP spid="25" grpId="1"/>
      <p:bldP spid="29" grpId="0"/>
      <p:bldP spid="29" grpId="1"/>
      <p:bldP spid="94" grpId="0" animBg="1"/>
      <p:bldP spid="95" grpId="0" animBg="1"/>
      <p:bldP spid="99" grpId="0" animBg="1"/>
      <p:bldP spid="99" grpId="1" animBg="1"/>
      <p:bldP spid="104" grpId="0"/>
      <p:bldP spid="104" grpId="1"/>
      <p:bldP spid="124" grpId="0"/>
      <p:bldP spid="126" grpId="0"/>
      <p:bldP spid="127" grpId="0"/>
      <p:bldP spid="128" grpId="0"/>
      <p:bldP spid="129" grpId="0"/>
      <p:bldP spid="6" grpId="0" animBg="1"/>
      <p:bldP spid="26" grpId="0" animBg="1"/>
      <p:bldP spid="26" grpId="1" animBg="1"/>
      <p:bldP spid="30" grpId="0" animBg="1"/>
      <p:bldP spid="30" grpId="1" animBg="1"/>
      <p:bldP spid="32" grpId="0" animBg="1"/>
      <p:bldP spid="33" grpId="0" animBg="1"/>
      <p:bldP spid="33" grpId="1" animBg="1"/>
      <p:bldP spid="34" grpId="0" animBg="1"/>
      <p:bldP spid="35" grpId="0" animBg="1"/>
      <p:bldP spid="35" grpId="1" animBg="1"/>
      <p:bldP spid="36" grpId="0" animBg="1"/>
      <p:bldP spid="37" grpId="0" animBg="1"/>
      <p:bldP spid="37" grpId="1" animBg="1"/>
      <p:bldP spid="38" grpId="0" animBg="1"/>
      <p:bldP spid="38" grpId="1" animBg="1"/>
      <p:bldP spid="39" grpId="0" animBg="1"/>
      <p:bldP spid="39" grpId="1" animBg="1"/>
      <p:bldP spid="40" grpId="0" animBg="1"/>
      <p:bldP spid="41" grpId="0" animBg="1"/>
      <p:bldP spid="41" grpId="1" animBg="1"/>
      <p:bldP spid="42" grpId="0" animBg="1"/>
      <p:bldP spid="42" grpId="1" animBg="1"/>
      <p:bldP spid="43" grpId="0" animBg="1"/>
      <p:bldP spid="43" grpId="1" animBg="1"/>
      <p:bldP spid="44" grpId="0" animBg="1"/>
      <p:bldP spid="45" grpId="0" animBg="1"/>
      <p:bldP spid="46" grpId="0" animBg="1"/>
      <p:bldP spid="50" grpId="0"/>
      <p:bldP spid="51" grpId="0"/>
      <p:bldP spid="57" grpId="0"/>
      <p:bldP spid="64" grpId="0"/>
      <p:bldP spid="96" grpId="0"/>
      <p:bldP spid="98" grpId="0"/>
      <p:bldP spid="106" grpId="0"/>
      <p:bldP spid="107" grpId="0"/>
      <p:bldP spid="138" grpId="0"/>
      <p:bldP spid="139" grpId="0"/>
      <p:bldP spid="140" grpId="0"/>
      <p:bldP spid="141" grpId="0"/>
      <p:bldP spid="202" grpId="0" animBg="1"/>
      <p:bldP spid="205" grpId="0" animBg="1"/>
      <p:bldP spid="206" grpId="0" animBg="1"/>
      <p:bldP spid="208" grpId="0" animBg="1"/>
      <p:bldP spid="208" grpId="1" animBg="1"/>
      <p:bldP spid="209" grpId="0"/>
      <p:bldP spid="210" grpId="0"/>
      <p:bldP spid="211" grpId="0"/>
      <p:bldP spid="212" grpId="0"/>
      <p:bldP spid="213" grpId="0"/>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p:bldP spid="231" grpId="0" animBg="1"/>
      <p:bldP spid="232" grpId="0"/>
      <p:bldP spid="234" grpId="0" animBg="1"/>
      <p:bldP spid="235" grpId="0" animBg="1"/>
      <p:bldP spid="235" grpId="1" animBg="1"/>
      <p:bldP spid="236" grpId="0" animBg="1"/>
      <p:bldP spid="237" grpId="0" animBg="1"/>
      <p:bldP spid="237" grpId="1" animBg="1"/>
      <p:bldP spid="238" grpId="0" animBg="1"/>
      <p:bldP spid="239" grpId="0" animBg="1"/>
      <p:bldP spid="239" grpId="1" animBg="1"/>
      <p:bldP spid="240" grpId="0" animBg="1"/>
      <p:bldP spid="240" grpId="1" animBg="1"/>
      <p:bldP spid="241" grpId="0" animBg="1"/>
      <p:bldP spid="241" grpId="1" animBg="1"/>
      <p:bldP spid="242" grpId="0" animBg="1"/>
      <p:bldP spid="243" grpId="0" animBg="1"/>
      <p:bldP spid="243" grpId="1" animBg="1"/>
      <p:bldP spid="244" grpId="0" animBg="1"/>
      <p:bldP spid="244" grpId="1" animBg="1"/>
      <p:bldP spid="245" grpId="0" animBg="1"/>
      <p:bldP spid="245" grpId="1" animBg="1"/>
      <p:bldP spid="246" grpId="0" animBg="1"/>
      <p:bldP spid="247" grpId="0" animBg="1"/>
      <p:bldP spid="248" grpId="0" animBg="1"/>
      <p:bldP spid="249" grpId="0"/>
      <p:bldP spid="250" grpId="0"/>
      <p:bldP spid="251" grpId="0"/>
      <p:bldP spid="252" grpId="0"/>
      <p:bldP spid="253" grpId="0"/>
      <p:bldP spid="254" grpId="0"/>
      <p:bldP spid="255" grpId="0"/>
      <p:bldP spid="256" grpId="0"/>
      <p:bldP spid="257" grpId="0"/>
      <p:bldP spid="258" grpId="0"/>
      <p:bldP spid="259" grpId="0"/>
      <p:bldP spid="260" grpId="0"/>
      <p:bldP spid="26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AD7CD-C02F-9B58-D776-52EBB7AA73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4D906E-96ED-33A2-1056-03DF9FDE800B}"/>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
        <p:nvSpPr>
          <p:cNvPr id="4" name="Shape 2">
            <a:extLst>
              <a:ext uri="{FF2B5EF4-FFF2-40B4-BE49-F238E27FC236}">
                <a16:creationId xmlns:a16="http://schemas.microsoft.com/office/drawing/2014/main" id="{21B3E1E0-C753-E2AA-F3B5-E45D81D98898}"/>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sp>
        <p:nvSpPr>
          <p:cNvPr id="3" name="Text 0">
            <a:extLst>
              <a:ext uri="{FF2B5EF4-FFF2-40B4-BE49-F238E27FC236}">
                <a16:creationId xmlns:a16="http://schemas.microsoft.com/office/drawing/2014/main" id="{1D749443-D7AB-B37E-D52A-F0C0189B5107}"/>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endParaRPr lang="en-US" sz="2800" dirty="0">
              <a:solidFill>
                <a:srgbClr val="C00000"/>
              </a:solidFill>
            </a:endParaRPr>
          </a:p>
        </p:txBody>
      </p:sp>
      <p:sp>
        <p:nvSpPr>
          <p:cNvPr id="6" name="Rounded Rectangle 5">
            <a:extLst>
              <a:ext uri="{FF2B5EF4-FFF2-40B4-BE49-F238E27FC236}">
                <a16:creationId xmlns:a16="http://schemas.microsoft.com/office/drawing/2014/main" id="{96D1B41F-13CD-BB28-8BC1-ED1BD3107200}"/>
              </a:ext>
            </a:extLst>
          </p:cNvPr>
          <p:cNvSpPr>
            <a:spLocks noGrp="1"/>
          </p:cNvSpPr>
          <p:nvPr/>
        </p:nvSpPr>
        <p:spPr>
          <a:xfrm>
            <a:off x="119742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8" name="Rounded Rectangle 7">
            <a:extLst>
              <a:ext uri="{FF2B5EF4-FFF2-40B4-BE49-F238E27FC236}">
                <a16:creationId xmlns:a16="http://schemas.microsoft.com/office/drawing/2014/main" id="{AA352E10-24EF-FCD8-3EA9-AF09162A91AA}"/>
              </a:ext>
            </a:extLst>
          </p:cNvPr>
          <p:cNvSpPr>
            <a:spLocks noGrp="1"/>
          </p:cNvSpPr>
          <p:nvPr/>
        </p:nvSpPr>
        <p:spPr>
          <a:xfrm>
            <a:off x="1607978"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81B01C4F-A646-A146-81B5-6781C0AE42B2}"/>
              </a:ext>
            </a:extLst>
          </p:cNvPr>
          <p:cNvSpPr>
            <a:spLocks noGrp="1"/>
          </p:cNvSpPr>
          <p:nvPr/>
        </p:nvSpPr>
        <p:spPr>
          <a:xfrm>
            <a:off x="2018528" y="2791379"/>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5" name="Rounded Rectangle 34">
            <a:extLst>
              <a:ext uri="{FF2B5EF4-FFF2-40B4-BE49-F238E27FC236}">
                <a16:creationId xmlns:a16="http://schemas.microsoft.com/office/drawing/2014/main" id="{68707711-9FD4-23D7-9164-5E3CCEC05699}"/>
              </a:ext>
            </a:extLst>
          </p:cNvPr>
          <p:cNvSpPr>
            <a:spLocks noGrp="1"/>
          </p:cNvSpPr>
          <p:nvPr/>
        </p:nvSpPr>
        <p:spPr>
          <a:xfrm>
            <a:off x="2421839" y="278786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75000"/>
                </a:schemeClr>
              </a:solidFill>
            </a:endParaRPr>
          </a:p>
        </p:txBody>
      </p:sp>
      <p:sp>
        <p:nvSpPr>
          <p:cNvPr id="37" name="Rounded Rectangle 36">
            <a:extLst>
              <a:ext uri="{FF2B5EF4-FFF2-40B4-BE49-F238E27FC236}">
                <a16:creationId xmlns:a16="http://schemas.microsoft.com/office/drawing/2014/main" id="{D503EE63-2AD3-DBB0-5FC2-DE852DBE9E7C}"/>
              </a:ext>
            </a:extLst>
          </p:cNvPr>
          <p:cNvSpPr>
            <a:spLocks noGrp="1"/>
          </p:cNvSpPr>
          <p:nvPr/>
        </p:nvSpPr>
        <p:spPr>
          <a:xfrm>
            <a:off x="30462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38" name="Rounded Rectangle 37">
            <a:extLst>
              <a:ext uri="{FF2B5EF4-FFF2-40B4-BE49-F238E27FC236}">
                <a16:creationId xmlns:a16="http://schemas.microsoft.com/office/drawing/2014/main" id="{143673E2-AAB2-DCC3-A867-555DCE669AA1}"/>
              </a:ext>
            </a:extLst>
          </p:cNvPr>
          <p:cNvSpPr>
            <a:spLocks noGrp="1"/>
          </p:cNvSpPr>
          <p:nvPr/>
        </p:nvSpPr>
        <p:spPr>
          <a:xfrm>
            <a:off x="3456803"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2D2B9A26-E1CC-0876-5280-998F62273B58}"/>
              </a:ext>
            </a:extLst>
          </p:cNvPr>
          <p:cNvSpPr>
            <a:spLocks noGrp="1"/>
          </p:cNvSpPr>
          <p:nvPr/>
        </p:nvSpPr>
        <p:spPr>
          <a:xfrm>
            <a:off x="38673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0" name="Rounded Rectangle 39">
            <a:extLst>
              <a:ext uri="{FF2B5EF4-FFF2-40B4-BE49-F238E27FC236}">
                <a16:creationId xmlns:a16="http://schemas.microsoft.com/office/drawing/2014/main" id="{C09728B7-7EE5-EB80-AEDE-4AF559495F0E}"/>
              </a:ext>
            </a:extLst>
          </p:cNvPr>
          <p:cNvSpPr>
            <a:spLocks noGrp="1"/>
          </p:cNvSpPr>
          <p:nvPr/>
        </p:nvSpPr>
        <p:spPr>
          <a:xfrm>
            <a:off x="4270664"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1" name="Rounded Rectangle 40">
            <a:extLst>
              <a:ext uri="{FF2B5EF4-FFF2-40B4-BE49-F238E27FC236}">
                <a16:creationId xmlns:a16="http://schemas.microsoft.com/office/drawing/2014/main" id="{BAF29474-7654-E532-1794-81C3701EC499}"/>
              </a:ext>
            </a:extLst>
          </p:cNvPr>
          <p:cNvSpPr>
            <a:spLocks noGrp="1"/>
          </p:cNvSpPr>
          <p:nvPr/>
        </p:nvSpPr>
        <p:spPr>
          <a:xfrm>
            <a:off x="48856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2" name="Rounded Rectangle 41">
            <a:extLst>
              <a:ext uri="{FF2B5EF4-FFF2-40B4-BE49-F238E27FC236}">
                <a16:creationId xmlns:a16="http://schemas.microsoft.com/office/drawing/2014/main" id="{6061D226-F857-7E2E-19CE-EF1E2ECB4DFB}"/>
              </a:ext>
            </a:extLst>
          </p:cNvPr>
          <p:cNvSpPr>
            <a:spLocks noGrp="1"/>
          </p:cNvSpPr>
          <p:nvPr/>
        </p:nvSpPr>
        <p:spPr>
          <a:xfrm>
            <a:off x="5296154"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3" name="Rounded Rectangle 42">
            <a:extLst>
              <a:ext uri="{FF2B5EF4-FFF2-40B4-BE49-F238E27FC236}">
                <a16:creationId xmlns:a16="http://schemas.microsoft.com/office/drawing/2014/main" id="{FB232A9A-A627-6998-FD94-2AFF0FAC4EC6}"/>
              </a:ext>
            </a:extLst>
          </p:cNvPr>
          <p:cNvSpPr>
            <a:spLocks noGrp="1"/>
          </p:cNvSpPr>
          <p:nvPr/>
        </p:nvSpPr>
        <p:spPr>
          <a:xfrm>
            <a:off x="57067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C583B861-A5A2-8438-729B-5653E67822A0}"/>
              </a:ext>
            </a:extLst>
          </p:cNvPr>
          <p:cNvSpPr>
            <a:spLocks noGrp="1"/>
          </p:cNvSpPr>
          <p:nvPr/>
        </p:nvSpPr>
        <p:spPr>
          <a:xfrm>
            <a:off x="6110015"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5" name="Rounded Rectangle 44">
            <a:extLst>
              <a:ext uri="{FF2B5EF4-FFF2-40B4-BE49-F238E27FC236}">
                <a16:creationId xmlns:a16="http://schemas.microsoft.com/office/drawing/2014/main" id="{7D5DBCDB-18E6-5C58-DC0D-C531286A518B}"/>
              </a:ext>
            </a:extLst>
          </p:cNvPr>
          <p:cNvSpPr>
            <a:spLocks noGrp="1"/>
          </p:cNvSpPr>
          <p:nvPr/>
        </p:nvSpPr>
        <p:spPr>
          <a:xfrm>
            <a:off x="6734429"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6" name="Rounded Rectangle 45">
            <a:extLst>
              <a:ext uri="{FF2B5EF4-FFF2-40B4-BE49-F238E27FC236}">
                <a16:creationId xmlns:a16="http://schemas.microsoft.com/office/drawing/2014/main" id="{45F0DF05-03C0-55E5-1848-CC6C5D5747B6}"/>
              </a:ext>
            </a:extLst>
          </p:cNvPr>
          <p:cNvSpPr>
            <a:spLocks noGrp="1"/>
          </p:cNvSpPr>
          <p:nvPr/>
        </p:nvSpPr>
        <p:spPr>
          <a:xfrm>
            <a:off x="714497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7" name="Rounded Rectangle 46">
            <a:extLst>
              <a:ext uri="{FF2B5EF4-FFF2-40B4-BE49-F238E27FC236}">
                <a16:creationId xmlns:a16="http://schemas.microsoft.com/office/drawing/2014/main" id="{8C9EDF50-47E4-AE01-36DE-F5FB31A94D72}"/>
              </a:ext>
            </a:extLst>
          </p:cNvPr>
          <p:cNvSpPr>
            <a:spLocks noGrp="1"/>
          </p:cNvSpPr>
          <p:nvPr/>
        </p:nvSpPr>
        <p:spPr>
          <a:xfrm>
            <a:off x="755552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8" name="Rounded Rectangle 47">
            <a:extLst>
              <a:ext uri="{FF2B5EF4-FFF2-40B4-BE49-F238E27FC236}">
                <a16:creationId xmlns:a16="http://schemas.microsoft.com/office/drawing/2014/main" id="{E5EFC791-E067-977D-A475-2C273AA37DD6}"/>
              </a:ext>
            </a:extLst>
          </p:cNvPr>
          <p:cNvSpPr>
            <a:spLocks noGrp="1"/>
          </p:cNvSpPr>
          <p:nvPr/>
        </p:nvSpPr>
        <p:spPr>
          <a:xfrm>
            <a:off x="7958840"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49" name="Rounded Rectangle 48">
            <a:extLst>
              <a:ext uri="{FF2B5EF4-FFF2-40B4-BE49-F238E27FC236}">
                <a16:creationId xmlns:a16="http://schemas.microsoft.com/office/drawing/2014/main" id="{1B79FE45-2421-E114-4D8E-30A1E9FF4790}"/>
              </a:ext>
            </a:extLst>
          </p:cNvPr>
          <p:cNvSpPr>
            <a:spLocks noGrp="1"/>
          </p:cNvSpPr>
          <p:nvPr/>
        </p:nvSpPr>
        <p:spPr>
          <a:xfrm>
            <a:off x="1197428" y="4495745"/>
            <a:ext cx="360000" cy="360000"/>
          </a:xfrm>
          <a:prstGeom prst="roundRect">
            <a:avLst>
              <a:gd name="adj" fmla="val 11290"/>
            </a:avLst>
          </a:prstGeom>
          <a:solidFill>
            <a:srgbClr val="A50908"/>
          </a:solidFill>
          <a:ln w="0">
            <a:noFill/>
          </a:ln>
        </p:spPr>
        <p:txBody>
          <a:bodyPr/>
          <a:lstStyle/>
          <a:p>
            <a:endParaRPr lang="en-US"/>
          </a:p>
        </p:txBody>
      </p:sp>
      <p:sp>
        <p:nvSpPr>
          <p:cNvPr id="50" name="Rounded Rectangle 49">
            <a:extLst>
              <a:ext uri="{FF2B5EF4-FFF2-40B4-BE49-F238E27FC236}">
                <a16:creationId xmlns:a16="http://schemas.microsoft.com/office/drawing/2014/main" id="{264021E4-9DD6-FFC5-B3E6-C1AB34D5BBB6}"/>
              </a:ext>
            </a:extLst>
          </p:cNvPr>
          <p:cNvSpPr>
            <a:spLocks noGrp="1"/>
          </p:cNvSpPr>
          <p:nvPr/>
        </p:nvSpPr>
        <p:spPr>
          <a:xfrm>
            <a:off x="1607978"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1" name="Rounded Rectangle 50">
            <a:extLst>
              <a:ext uri="{FF2B5EF4-FFF2-40B4-BE49-F238E27FC236}">
                <a16:creationId xmlns:a16="http://schemas.microsoft.com/office/drawing/2014/main" id="{8E271464-42F3-B9F8-574C-18292424261A}"/>
              </a:ext>
            </a:extLst>
          </p:cNvPr>
          <p:cNvSpPr>
            <a:spLocks noGrp="1"/>
          </p:cNvSpPr>
          <p:nvPr/>
        </p:nvSpPr>
        <p:spPr>
          <a:xfrm>
            <a:off x="201852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2" name="Rounded Rectangle 51">
            <a:extLst>
              <a:ext uri="{FF2B5EF4-FFF2-40B4-BE49-F238E27FC236}">
                <a16:creationId xmlns:a16="http://schemas.microsoft.com/office/drawing/2014/main" id="{B563C836-01DD-6B84-391A-F4F70FBBEF38}"/>
              </a:ext>
            </a:extLst>
          </p:cNvPr>
          <p:cNvSpPr>
            <a:spLocks noGrp="1"/>
          </p:cNvSpPr>
          <p:nvPr/>
        </p:nvSpPr>
        <p:spPr>
          <a:xfrm>
            <a:off x="2421839" y="4495745"/>
            <a:ext cx="360000" cy="360000"/>
          </a:xfrm>
          <a:prstGeom prst="roundRect">
            <a:avLst>
              <a:gd name="adj" fmla="val 11290"/>
            </a:avLst>
          </a:prstGeom>
          <a:solidFill>
            <a:srgbClr val="A50908"/>
          </a:solidFill>
          <a:ln w="0">
            <a:noFill/>
          </a:ln>
        </p:spPr>
        <p:txBody>
          <a:bodyPr/>
          <a:lstStyle/>
          <a:p>
            <a:endParaRPr lang="en-US"/>
          </a:p>
        </p:txBody>
      </p:sp>
      <p:sp>
        <p:nvSpPr>
          <p:cNvPr id="53" name="Rounded Rectangle 52">
            <a:extLst>
              <a:ext uri="{FF2B5EF4-FFF2-40B4-BE49-F238E27FC236}">
                <a16:creationId xmlns:a16="http://schemas.microsoft.com/office/drawing/2014/main" id="{1940FA41-9D83-9125-5CCB-C71C6B08B821}"/>
              </a:ext>
            </a:extLst>
          </p:cNvPr>
          <p:cNvSpPr>
            <a:spLocks noGrp="1"/>
          </p:cNvSpPr>
          <p:nvPr/>
        </p:nvSpPr>
        <p:spPr>
          <a:xfrm>
            <a:off x="3046253" y="4494948"/>
            <a:ext cx="360000" cy="360000"/>
          </a:xfrm>
          <a:prstGeom prst="roundRect">
            <a:avLst>
              <a:gd name="adj" fmla="val 11290"/>
            </a:avLst>
          </a:prstGeom>
          <a:solidFill>
            <a:srgbClr val="A50908"/>
          </a:solidFill>
          <a:ln w="0">
            <a:noFill/>
          </a:ln>
        </p:spPr>
        <p:txBody>
          <a:bodyPr/>
          <a:lstStyle/>
          <a:p>
            <a:endParaRPr lang="en-US"/>
          </a:p>
        </p:txBody>
      </p:sp>
      <p:sp>
        <p:nvSpPr>
          <p:cNvPr id="54" name="Rounded Rectangle 53">
            <a:extLst>
              <a:ext uri="{FF2B5EF4-FFF2-40B4-BE49-F238E27FC236}">
                <a16:creationId xmlns:a16="http://schemas.microsoft.com/office/drawing/2014/main" id="{199E804E-C4C0-EE6F-3BF4-42C0B4FFC2E7}"/>
              </a:ext>
            </a:extLst>
          </p:cNvPr>
          <p:cNvSpPr>
            <a:spLocks noGrp="1"/>
          </p:cNvSpPr>
          <p:nvPr/>
        </p:nvSpPr>
        <p:spPr>
          <a:xfrm>
            <a:off x="345680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5" name="Rounded Rectangle 54">
            <a:extLst>
              <a:ext uri="{FF2B5EF4-FFF2-40B4-BE49-F238E27FC236}">
                <a16:creationId xmlns:a16="http://schemas.microsoft.com/office/drawing/2014/main" id="{CD741196-A3E1-F131-653B-0F8CCC43ACE6}"/>
              </a:ext>
            </a:extLst>
          </p:cNvPr>
          <p:cNvSpPr>
            <a:spLocks noGrp="1"/>
          </p:cNvSpPr>
          <p:nvPr/>
        </p:nvSpPr>
        <p:spPr>
          <a:xfrm>
            <a:off x="386735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F5EC4F31-C442-DDEC-1BDF-7C382A19F933}"/>
              </a:ext>
            </a:extLst>
          </p:cNvPr>
          <p:cNvSpPr>
            <a:spLocks noGrp="1"/>
          </p:cNvSpPr>
          <p:nvPr/>
        </p:nvSpPr>
        <p:spPr>
          <a:xfrm>
            <a:off x="4270664" y="4494948"/>
            <a:ext cx="360000" cy="360000"/>
          </a:xfrm>
          <a:prstGeom prst="roundRect">
            <a:avLst>
              <a:gd name="adj" fmla="val 11290"/>
            </a:avLst>
          </a:prstGeom>
          <a:solidFill>
            <a:srgbClr val="A50908"/>
          </a:solidFill>
          <a:ln w="0">
            <a:noFill/>
          </a:ln>
        </p:spPr>
        <p:txBody>
          <a:bodyPr/>
          <a:lstStyle/>
          <a:p>
            <a:endParaRPr lang="en-US"/>
          </a:p>
        </p:txBody>
      </p:sp>
      <p:sp>
        <p:nvSpPr>
          <p:cNvPr id="57" name="Rounded Rectangle 56">
            <a:extLst>
              <a:ext uri="{FF2B5EF4-FFF2-40B4-BE49-F238E27FC236}">
                <a16:creationId xmlns:a16="http://schemas.microsoft.com/office/drawing/2014/main" id="{81C9E70F-0C68-9CCD-50AB-89276CF7D0DA}"/>
              </a:ext>
            </a:extLst>
          </p:cNvPr>
          <p:cNvSpPr>
            <a:spLocks noGrp="1"/>
          </p:cNvSpPr>
          <p:nvPr/>
        </p:nvSpPr>
        <p:spPr>
          <a:xfrm>
            <a:off x="4885604" y="4495745"/>
            <a:ext cx="360000" cy="360000"/>
          </a:xfrm>
          <a:prstGeom prst="roundRect">
            <a:avLst>
              <a:gd name="adj" fmla="val 11290"/>
            </a:avLst>
          </a:prstGeom>
          <a:solidFill>
            <a:srgbClr val="A50908"/>
          </a:solidFill>
          <a:ln w="0">
            <a:noFill/>
          </a:ln>
        </p:spPr>
        <p:txBody>
          <a:bodyPr/>
          <a:lstStyle/>
          <a:p>
            <a:endParaRPr lang="en-US"/>
          </a:p>
        </p:txBody>
      </p:sp>
      <p:sp>
        <p:nvSpPr>
          <p:cNvPr id="58" name="Rounded Rectangle 57">
            <a:extLst>
              <a:ext uri="{FF2B5EF4-FFF2-40B4-BE49-F238E27FC236}">
                <a16:creationId xmlns:a16="http://schemas.microsoft.com/office/drawing/2014/main" id="{249C0E78-8A90-FDF5-B666-DF0F28416227}"/>
              </a:ext>
            </a:extLst>
          </p:cNvPr>
          <p:cNvSpPr>
            <a:spLocks noGrp="1"/>
          </p:cNvSpPr>
          <p:nvPr/>
        </p:nvSpPr>
        <p:spPr>
          <a:xfrm>
            <a:off x="5296154"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9" name="Rounded Rectangle 58">
            <a:extLst>
              <a:ext uri="{FF2B5EF4-FFF2-40B4-BE49-F238E27FC236}">
                <a16:creationId xmlns:a16="http://schemas.microsoft.com/office/drawing/2014/main" id="{DAECE898-5548-7EFF-C5AE-BC9449D0B72D}"/>
              </a:ext>
            </a:extLst>
          </p:cNvPr>
          <p:cNvSpPr>
            <a:spLocks noGrp="1"/>
          </p:cNvSpPr>
          <p:nvPr/>
        </p:nvSpPr>
        <p:spPr>
          <a:xfrm>
            <a:off x="5706704"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0" name="Rounded Rectangle 59">
            <a:extLst>
              <a:ext uri="{FF2B5EF4-FFF2-40B4-BE49-F238E27FC236}">
                <a16:creationId xmlns:a16="http://schemas.microsoft.com/office/drawing/2014/main" id="{59F02096-FECF-4FBC-572B-04335A5D33D0}"/>
              </a:ext>
            </a:extLst>
          </p:cNvPr>
          <p:cNvSpPr>
            <a:spLocks noGrp="1"/>
          </p:cNvSpPr>
          <p:nvPr/>
        </p:nvSpPr>
        <p:spPr>
          <a:xfrm>
            <a:off x="6110015" y="4495745"/>
            <a:ext cx="360000" cy="360000"/>
          </a:xfrm>
          <a:prstGeom prst="roundRect">
            <a:avLst>
              <a:gd name="adj" fmla="val 11290"/>
            </a:avLst>
          </a:prstGeom>
          <a:solidFill>
            <a:srgbClr val="A50908"/>
          </a:solidFill>
          <a:ln w="0">
            <a:noFill/>
          </a:ln>
        </p:spPr>
        <p:txBody>
          <a:bodyPr/>
          <a:lstStyle/>
          <a:p>
            <a:endParaRPr lang="en-US"/>
          </a:p>
        </p:txBody>
      </p:sp>
      <p:sp>
        <p:nvSpPr>
          <p:cNvPr id="61" name="Rounded Rectangle 60">
            <a:extLst>
              <a:ext uri="{FF2B5EF4-FFF2-40B4-BE49-F238E27FC236}">
                <a16:creationId xmlns:a16="http://schemas.microsoft.com/office/drawing/2014/main" id="{B7DAB30A-E706-3565-A08C-C5C9A92352ED}"/>
              </a:ext>
            </a:extLst>
          </p:cNvPr>
          <p:cNvSpPr>
            <a:spLocks noGrp="1"/>
          </p:cNvSpPr>
          <p:nvPr/>
        </p:nvSpPr>
        <p:spPr>
          <a:xfrm>
            <a:off x="6734429" y="4494948"/>
            <a:ext cx="360000" cy="360000"/>
          </a:xfrm>
          <a:prstGeom prst="roundRect">
            <a:avLst>
              <a:gd name="adj" fmla="val 11290"/>
            </a:avLst>
          </a:prstGeom>
          <a:solidFill>
            <a:srgbClr val="A50908"/>
          </a:solidFill>
          <a:ln w="0">
            <a:noFill/>
          </a:ln>
        </p:spPr>
        <p:txBody>
          <a:bodyPr/>
          <a:lstStyle/>
          <a:p>
            <a:endParaRPr lang="en-US"/>
          </a:p>
        </p:txBody>
      </p:sp>
      <p:sp>
        <p:nvSpPr>
          <p:cNvPr id="62" name="Rounded Rectangle 61">
            <a:extLst>
              <a:ext uri="{FF2B5EF4-FFF2-40B4-BE49-F238E27FC236}">
                <a16:creationId xmlns:a16="http://schemas.microsoft.com/office/drawing/2014/main" id="{067E7DB3-D63A-F491-B07D-3279651A0BB2}"/>
              </a:ext>
            </a:extLst>
          </p:cNvPr>
          <p:cNvSpPr>
            <a:spLocks noGrp="1"/>
          </p:cNvSpPr>
          <p:nvPr/>
        </p:nvSpPr>
        <p:spPr>
          <a:xfrm>
            <a:off x="714497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3" name="Rounded Rectangle 62">
            <a:extLst>
              <a:ext uri="{FF2B5EF4-FFF2-40B4-BE49-F238E27FC236}">
                <a16:creationId xmlns:a16="http://schemas.microsoft.com/office/drawing/2014/main" id="{1908C016-60C9-578D-7B8B-4126772D67A9}"/>
              </a:ext>
            </a:extLst>
          </p:cNvPr>
          <p:cNvSpPr>
            <a:spLocks noGrp="1"/>
          </p:cNvSpPr>
          <p:nvPr/>
        </p:nvSpPr>
        <p:spPr>
          <a:xfrm>
            <a:off x="755552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4" name="Rounded Rectangle 63">
            <a:extLst>
              <a:ext uri="{FF2B5EF4-FFF2-40B4-BE49-F238E27FC236}">
                <a16:creationId xmlns:a16="http://schemas.microsoft.com/office/drawing/2014/main" id="{50F42D82-27E6-C25F-0322-96123A502B5D}"/>
              </a:ext>
            </a:extLst>
          </p:cNvPr>
          <p:cNvSpPr>
            <a:spLocks noGrp="1"/>
          </p:cNvSpPr>
          <p:nvPr/>
        </p:nvSpPr>
        <p:spPr>
          <a:xfrm>
            <a:off x="7958840" y="4494948"/>
            <a:ext cx="360000" cy="360000"/>
          </a:xfrm>
          <a:prstGeom prst="roundRect">
            <a:avLst>
              <a:gd name="adj" fmla="val 11290"/>
            </a:avLst>
          </a:prstGeom>
          <a:solidFill>
            <a:srgbClr val="A50908"/>
          </a:solidFill>
          <a:ln w="0">
            <a:noFill/>
          </a:ln>
        </p:spPr>
        <p:txBody>
          <a:bodyPr/>
          <a:lstStyle/>
          <a:p>
            <a:endParaRPr lang="en-US"/>
          </a:p>
        </p:txBody>
      </p:sp>
      <p:sp>
        <p:nvSpPr>
          <p:cNvPr id="69" name="Text 0">
            <a:extLst>
              <a:ext uri="{FF2B5EF4-FFF2-40B4-BE49-F238E27FC236}">
                <a16:creationId xmlns:a16="http://schemas.microsoft.com/office/drawing/2014/main" id="{7A1575AB-4771-4074-F763-B05A54291336}"/>
              </a:ext>
            </a:extLst>
          </p:cNvPr>
          <p:cNvSpPr/>
          <p:nvPr/>
        </p:nvSpPr>
        <p:spPr>
          <a:xfrm>
            <a:off x="497145" y="1732651"/>
            <a:ext cx="2959658" cy="411480"/>
          </a:xfrm>
          <a:prstGeom prst="rect">
            <a:avLst/>
          </a:prstGeom>
          <a:noFill/>
          <a:ln/>
        </p:spPr>
        <p:txBody>
          <a:bodyPr wrap="square" lIns="0" tIns="0" rIns="0" bIns="0" rtlCol="0" anchor="ctr">
            <a:normAutofit/>
          </a:bodyPr>
          <a:lstStyle/>
          <a:p>
            <a:r>
              <a:rPr lang="en-GB" sz="2400" b="1" dirty="0"/>
              <a:t>Same Trigger Context</a:t>
            </a:r>
            <a:endParaRPr lang="en-US" sz="2400" b="1" dirty="0">
              <a:solidFill>
                <a:srgbClr val="C00000"/>
              </a:solidFill>
            </a:endParaRPr>
          </a:p>
        </p:txBody>
      </p:sp>
      <p:sp>
        <p:nvSpPr>
          <p:cNvPr id="70" name="Text 0">
            <a:extLst>
              <a:ext uri="{FF2B5EF4-FFF2-40B4-BE49-F238E27FC236}">
                <a16:creationId xmlns:a16="http://schemas.microsoft.com/office/drawing/2014/main" id="{AA17AC48-5F52-A01C-3C25-AF542787D163}"/>
              </a:ext>
            </a:extLst>
          </p:cNvPr>
          <p:cNvSpPr/>
          <p:nvPr/>
        </p:nvSpPr>
        <p:spPr>
          <a:xfrm>
            <a:off x="1197428" y="2298219"/>
            <a:ext cx="2503959" cy="447665"/>
          </a:xfrm>
          <a:prstGeom prst="rect">
            <a:avLst/>
          </a:prstGeom>
          <a:noFill/>
          <a:ln/>
        </p:spPr>
        <p:txBody>
          <a:bodyPr wrap="square" lIns="0" tIns="0" rIns="0" bIns="0" rtlCol="0" anchor="ctr">
            <a:normAutofit/>
          </a:bodyPr>
          <a:lstStyle/>
          <a:p>
            <a:r>
              <a:rPr lang="en-GB" sz="2400" b="1" dirty="0"/>
              <a:t>Stored Pattern</a:t>
            </a:r>
            <a:endParaRPr lang="en-US" sz="2400" b="1" dirty="0">
              <a:solidFill>
                <a:srgbClr val="C00000"/>
              </a:solidFill>
            </a:endParaRPr>
          </a:p>
        </p:txBody>
      </p:sp>
      <p:sp>
        <p:nvSpPr>
          <p:cNvPr id="71" name="Text 0">
            <a:extLst>
              <a:ext uri="{FF2B5EF4-FFF2-40B4-BE49-F238E27FC236}">
                <a16:creationId xmlns:a16="http://schemas.microsoft.com/office/drawing/2014/main" id="{C4B1C893-08FA-3014-AD22-14648704EE26}"/>
              </a:ext>
            </a:extLst>
          </p:cNvPr>
          <p:cNvSpPr/>
          <p:nvPr/>
        </p:nvSpPr>
        <p:spPr>
          <a:xfrm>
            <a:off x="1197428" y="4004316"/>
            <a:ext cx="2503959" cy="447665"/>
          </a:xfrm>
          <a:prstGeom prst="rect">
            <a:avLst/>
          </a:prstGeom>
          <a:noFill/>
          <a:ln/>
        </p:spPr>
        <p:txBody>
          <a:bodyPr wrap="square" lIns="0" tIns="0" rIns="0" bIns="0" rtlCol="0" anchor="ctr">
            <a:normAutofit/>
          </a:bodyPr>
          <a:lstStyle/>
          <a:p>
            <a:r>
              <a:rPr lang="en-GB" sz="2400" b="1" dirty="0">
                <a:solidFill>
                  <a:srgbClr val="A50908"/>
                </a:solidFill>
              </a:rPr>
              <a:t>New Observation</a:t>
            </a:r>
            <a:endParaRPr lang="en-US" sz="2400" b="1" dirty="0">
              <a:solidFill>
                <a:srgbClr val="A50908"/>
              </a:solidFill>
            </a:endParaRPr>
          </a:p>
        </p:txBody>
      </p:sp>
      <p:sp>
        <p:nvSpPr>
          <p:cNvPr id="72" name="Text 0">
            <a:extLst>
              <a:ext uri="{FF2B5EF4-FFF2-40B4-BE49-F238E27FC236}">
                <a16:creationId xmlns:a16="http://schemas.microsoft.com/office/drawing/2014/main" id="{8E2648B5-2077-C2BB-08E1-5244277575DC}"/>
              </a:ext>
            </a:extLst>
          </p:cNvPr>
          <p:cNvSpPr/>
          <p:nvPr/>
        </p:nvSpPr>
        <p:spPr>
          <a:xfrm>
            <a:off x="9922739" y="3543344"/>
            <a:ext cx="2959658" cy="411480"/>
          </a:xfrm>
          <a:prstGeom prst="rect">
            <a:avLst/>
          </a:prstGeom>
          <a:noFill/>
          <a:ln/>
        </p:spPr>
        <p:txBody>
          <a:bodyPr wrap="square" lIns="0" tIns="0" rIns="0" bIns="0" rtlCol="0" anchor="ctr">
            <a:noAutofit/>
          </a:bodyPr>
          <a:lstStyle/>
          <a:p>
            <a:r>
              <a:rPr lang="en-GB" sz="3200" b="1" dirty="0"/>
              <a:t>Replace?</a:t>
            </a:r>
            <a:endParaRPr lang="en-US" sz="3200" b="1" dirty="0">
              <a:solidFill>
                <a:srgbClr val="C00000"/>
              </a:solidFill>
            </a:endParaRPr>
          </a:p>
        </p:txBody>
      </p:sp>
      <p:sp>
        <p:nvSpPr>
          <p:cNvPr id="5" name="Rounded Rectangle 4">
            <a:extLst>
              <a:ext uri="{FF2B5EF4-FFF2-40B4-BE49-F238E27FC236}">
                <a16:creationId xmlns:a16="http://schemas.microsoft.com/office/drawing/2014/main" id="{1F5441E1-73B7-9C3E-20A3-F14CC24B8F25}"/>
              </a:ext>
            </a:extLst>
          </p:cNvPr>
          <p:cNvSpPr>
            <a:spLocks noGrp="1"/>
          </p:cNvSpPr>
          <p:nvPr/>
        </p:nvSpPr>
        <p:spPr>
          <a:xfrm>
            <a:off x="2431313" y="2779938"/>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7" name="Rounded Rectangle 6">
            <a:extLst>
              <a:ext uri="{FF2B5EF4-FFF2-40B4-BE49-F238E27FC236}">
                <a16:creationId xmlns:a16="http://schemas.microsoft.com/office/drawing/2014/main" id="{3CAEC7B5-B022-C557-CD9A-2A9659067351}"/>
              </a:ext>
            </a:extLst>
          </p:cNvPr>
          <p:cNvSpPr>
            <a:spLocks noGrp="1"/>
          </p:cNvSpPr>
          <p:nvPr/>
        </p:nvSpPr>
        <p:spPr>
          <a:xfrm>
            <a:off x="2421839" y="4494948"/>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9" name="Rounded Rectangle 8">
            <a:extLst>
              <a:ext uri="{FF2B5EF4-FFF2-40B4-BE49-F238E27FC236}">
                <a16:creationId xmlns:a16="http://schemas.microsoft.com/office/drawing/2014/main" id="{93106D8C-B435-6B01-A334-5124A5967C31}"/>
              </a:ext>
            </a:extLst>
          </p:cNvPr>
          <p:cNvSpPr>
            <a:spLocks noGrp="1"/>
          </p:cNvSpPr>
          <p:nvPr/>
        </p:nvSpPr>
        <p:spPr>
          <a:xfrm>
            <a:off x="3456803" y="2779938"/>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10" name="Rounded Rectangle 9">
            <a:extLst>
              <a:ext uri="{FF2B5EF4-FFF2-40B4-BE49-F238E27FC236}">
                <a16:creationId xmlns:a16="http://schemas.microsoft.com/office/drawing/2014/main" id="{3D659707-36F8-3B0A-F4E6-0B9558865CEB}"/>
              </a:ext>
            </a:extLst>
          </p:cNvPr>
          <p:cNvSpPr>
            <a:spLocks noGrp="1"/>
          </p:cNvSpPr>
          <p:nvPr/>
        </p:nvSpPr>
        <p:spPr>
          <a:xfrm>
            <a:off x="3456803" y="4496983"/>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13" name="Rounded Rectangle 12">
            <a:extLst>
              <a:ext uri="{FF2B5EF4-FFF2-40B4-BE49-F238E27FC236}">
                <a16:creationId xmlns:a16="http://schemas.microsoft.com/office/drawing/2014/main" id="{791098A7-A2B3-D740-006E-304BDEEAAC97}"/>
              </a:ext>
            </a:extLst>
          </p:cNvPr>
          <p:cNvSpPr>
            <a:spLocks noGrp="1"/>
          </p:cNvSpPr>
          <p:nvPr/>
        </p:nvSpPr>
        <p:spPr>
          <a:xfrm>
            <a:off x="7958840" y="2789786"/>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14" name="Rounded Rectangle 13">
            <a:extLst>
              <a:ext uri="{FF2B5EF4-FFF2-40B4-BE49-F238E27FC236}">
                <a16:creationId xmlns:a16="http://schemas.microsoft.com/office/drawing/2014/main" id="{11E3F366-BFC3-15CC-C6D9-08E93A32FF09}"/>
              </a:ext>
            </a:extLst>
          </p:cNvPr>
          <p:cNvSpPr>
            <a:spLocks noGrp="1"/>
          </p:cNvSpPr>
          <p:nvPr/>
        </p:nvSpPr>
        <p:spPr>
          <a:xfrm>
            <a:off x="7958840" y="4494152"/>
            <a:ext cx="360000" cy="360000"/>
          </a:xfrm>
          <a:prstGeom prst="roundRect">
            <a:avLst>
              <a:gd name="adj" fmla="val 11290"/>
            </a:avLst>
          </a:prstGeom>
          <a:noFill/>
          <a:ln w="57150">
            <a:solidFill>
              <a:srgbClr val="A50908"/>
            </a:solidFill>
            <a:prstDash val="sysDot"/>
          </a:ln>
        </p:spPr>
        <p:txBody>
          <a:bodyPr/>
          <a:lstStyle/>
          <a:p>
            <a:endParaRPr lang="en-US">
              <a:solidFill>
                <a:schemeClr val="bg1">
                  <a:lumMod val="75000"/>
                </a:schemeClr>
              </a:solidFill>
            </a:endParaRPr>
          </a:p>
        </p:txBody>
      </p:sp>
      <p:sp>
        <p:nvSpPr>
          <p:cNvPr id="17" name="Curved Left Arrow 16">
            <a:extLst>
              <a:ext uri="{FF2B5EF4-FFF2-40B4-BE49-F238E27FC236}">
                <a16:creationId xmlns:a16="http://schemas.microsoft.com/office/drawing/2014/main" id="{7A96B991-E124-CC22-4C6A-6DE896CD7490}"/>
              </a:ext>
            </a:extLst>
          </p:cNvPr>
          <p:cNvSpPr/>
          <p:nvPr/>
        </p:nvSpPr>
        <p:spPr>
          <a:xfrm flipV="1">
            <a:off x="8847185" y="3099651"/>
            <a:ext cx="913502" cy="1328512"/>
          </a:xfrm>
          <a:prstGeom prst="curvedLeftArrow">
            <a:avLst>
              <a:gd name="adj1" fmla="val 34923"/>
              <a:gd name="adj2" fmla="val 59164"/>
              <a:gd name="adj3" fmla="val 25000"/>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ooter Placeholder 10">
            <a:extLst>
              <a:ext uri="{FF2B5EF4-FFF2-40B4-BE49-F238E27FC236}">
                <a16:creationId xmlns:a16="http://schemas.microsoft.com/office/drawing/2014/main" id="{75077297-B4E2-0592-88DC-9E959C51CB30}"/>
              </a:ext>
            </a:extLst>
          </p:cNvPr>
          <p:cNvSpPr>
            <a:spLocks noGrp="1"/>
          </p:cNvSpPr>
          <p:nvPr>
            <p:ph type="ftr" sz="quarter" idx="11"/>
          </p:nvPr>
        </p:nvSpPr>
        <p:spPr/>
        <p:txBody>
          <a:bodyPr/>
          <a:lstStyle/>
          <a:p>
            <a:r>
              <a:rPr lang="en-US"/>
              <a:t>yh653@cam.ac.uk</a:t>
            </a:r>
            <a:endParaRPr lang="en-GB" sz="1600" dirty="0"/>
          </a:p>
        </p:txBody>
      </p:sp>
      <p:sp>
        <p:nvSpPr>
          <p:cNvPr id="12" name="Slide Number Placeholder 11">
            <a:extLst>
              <a:ext uri="{FF2B5EF4-FFF2-40B4-BE49-F238E27FC236}">
                <a16:creationId xmlns:a16="http://schemas.microsoft.com/office/drawing/2014/main" id="{4A6ED2D5-5446-6732-7929-F17C300AC7E2}"/>
              </a:ext>
            </a:extLst>
          </p:cNvPr>
          <p:cNvSpPr>
            <a:spLocks noGrp="1"/>
          </p:cNvSpPr>
          <p:nvPr>
            <p:ph type="sldNum" sz="quarter" idx="10"/>
          </p:nvPr>
        </p:nvSpPr>
        <p:spPr/>
        <p:txBody>
          <a:bodyPr/>
          <a:lstStyle/>
          <a:p>
            <a:fld id="{A04C8923-7248-483A-ACCB-0382A1F5224A}" type="slidenum">
              <a:rPr lang="en-GB" smtClean="0"/>
              <a:t>7</a:t>
            </a:fld>
            <a:endParaRPr lang="en-GB"/>
          </a:p>
        </p:txBody>
      </p:sp>
    </p:spTree>
    <p:extLst>
      <p:ext uri="{BB962C8B-B14F-4D97-AF65-F5344CB8AC3E}">
        <p14:creationId xmlns:p14="http://schemas.microsoft.com/office/powerpoint/2010/main" val="121758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5" grpId="0" animBg="1"/>
      <p:bldP spid="7" grpId="0" animBg="1"/>
      <p:bldP spid="9" grpId="0" animBg="1"/>
      <p:bldP spid="10" grpId="0" animBg="1"/>
      <p:bldP spid="13" grpId="0" animBg="1"/>
      <p:bldP spid="14"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1E67-8EE7-A50D-1041-5E22DC82E94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28611747-CB36-1AAF-B879-70AAF6C32736}"/>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sp>
        <p:nvSpPr>
          <p:cNvPr id="6" name="Rounded Rectangle 5">
            <a:extLst>
              <a:ext uri="{FF2B5EF4-FFF2-40B4-BE49-F238E27FC236}">
                <a16:creationId xmlns:a16="http://schemas.microsoft.com/office/drawing/2014/main" id="{91F6CD59-5415-017C-B870-280C3B3BA3DD}"/>
              </a:ext>
            </a:extLst>
          </p:cNvPr>
          <p:cNvSpPr>
            <a:spLocks noGrp="1"/>
          </p:cNvSpPr>
          <p:nvPr/>
        </p:nvSpPr>
        <p:spPr>
          <a:xfrm>
            <a:off x="119742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8" name="Rounded Rectangle 7">
            <a:extLst>
              <a:ext uri="{FF2B5EF4-FFF2-40B4-BE49-F238E27FC236}">
                <a16:creationId xmlns:a16="http://schemas.microsoft.com/office/drawing/2014/main" id="{0CD90A7D-3BDE-CCF8-B253-055007872B42}"/>
              </a:ext>
            </a:extLst>
          </p:cNvPr>
          <p:cNvSpPr>
            <a:spLocks noGrp="1"/>
          </p:cNvSpPr>
          <p:nvPr/>
        </p:nvSpPr>
        <p:spPr>
          <a:xfrm>
            <a:off x="1607978"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AAF57E34-C2CD-37AF-94F9-56E1AA457BC6}"/>
              </a:ext>
            </a:extLst>
          </p:cNvPr>
          <p:cNvSpPr>
            <a:spLocks noGrp="1"/>
          </p:cNvSpPr>
          <p:nvPr/>
        </p:nvSpPr>
        <p:spPr>
          <a:xfrm>
            <a:off x="2018528" y="2791379"/>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5" name="Rounded Rectangle 34">
            <a:extLst>
              <a:ext uri="{FF2B5EF4-FFF2-40B4-BE49-F238E27FC236}">
                <a16:creationId xmlns:a16="http://schemas.microsoft.com/office/drawing/2014/main" id="{5BE84F45-83B6-9898-F908-1F840D5B3A64}"/>
              </a:ext>
            </a:extLst>
          </p:cNvPr>
          <p:cNvSpPr>
            <a:spLocks noGrp="1"/>
          </p:cNvSpPr>
          <p:nvPr/>
        </p:nvSpPr>
        <p:spPr>
          <a:xfrm>
            <a:off x="2421839"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75000"/>
                </a:schemeClr>
              </a:solidFill>
            </a:endParaRPr>
          </a:p>
        </p:txBody>
      </p:sp>
      <p:sp>
        <p:nvSpPr>
          <p:cNvPr id="37" name="Rounded Rectangle 36">
            <a:extLst>
              <a:ext uri="{FF2B5EF4-FFF2-40B4-BE49-F238E27FC236}">
                <a16:creationId xmlns:a16="http://schemas.microsoft.com/office/drawing/2014/main" id="{672289C6-44E6-2605-9FB6-B3ED3950C689}"/>
              </a:ext>
            </a:extLst>
          </p:cNvPr>
          <p:cNvSpPr>
            <a:spLocks noGrp="1"/>
          </p:cNvSpPr>
          <p:nvPr/>
        </p:nvSpPr>
        <p:spPr>
          <a:xfrm>
            <a:off x="30462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38" name="Rounded Rectangle 37">
            <a:extLst>
              <a:ext uri="{FF2B5EF4-FFF2-40B4-BE49-F238E27FC236}">
                <a16:creationId xmlns:a16="http://schemas.microsoft.com/office/drawing/2014/main" id="{03975137-9511-6517-E274-45F287658FC5}"/>
              </a:ext>
            </a:extLst>
          </p:cNvPr>
          <p:cNvSpPr>
            <a:spLocks noGrp="1"/>
          </p:cNvSpPr>
          <p:nvPr/>
        </p:nvSpPr>
        <p:spPr>
          <a:xfrm>
            <a:off x="3456803"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2279B4B4-6EE6-E18D-91A5-616B4F426603}"/>
              </a:ext>
            </a:extLst>
          </p:cNvPr>
          <p:cNvSpPr>
            <a:spLocks noGrp="1"/>
          </p:cNvSpPr>
          <p:nvPr/>
        </p:nvSpPr>
        <p:spPr>
          <a:xfrm>
            <a:off x="38673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0" name="Rounded Rectangle 39">
            <a:extLst>
              <a:ext uri="{FF2B5EF4-FFF2-40B4-BE49-F238E27FC236}">
                <a16:creationId xmlns:a16="http://schemas.microsoft.com/office/drawing/2014/main" id="{67C304FA-4271-A2FF-765D-798005A935CA}"/>
              </a:ext>
            </a:extLst>
          </p:cNvPr>
          <p:cNvSpPr>
            <a:spLocks noGrp="1"/>
          </p:cNvSpPr>
          <p:nvPr/>
        </p:nvSpPr>
        <p:spPr>
          <a:xfrm>
            <a:off x="4270664"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1" name="Rounded Rectangle 40">
            <a:extLst>
              <a:ext uri="{FF2B5EF4-FFF2-40B4-BE49-F238E27FC236}">
                <a16:creationId xmlns:a16="http://schemas.microsoft.com/office/drawing/2014/main" id="{BBFA54DE-EEBE-D60E-B029-739E10D77C12}"/>
              </a:ext>
            </a:extLst>
          </p:cNvPr>
          <p:cNvSpPr>
            <a:spLocks noGrp="1"/>
          </p:cNvSpPr>
          <p:nvPr/>
        </p:nvSpPr>
        <p:spPr>
          <a:xfrm>
            <a:off x="48856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2" name="Rounded Rectangle 41">
            <a:extLst>
              <a:ext uri="{FF2B5EF4-FFF2-40B4-BE49-F238E27FC236}">
                <a16:creationId xmlns:a16="http://schemas.microsoft.com/office/drawing/2014/main" id="{56E5F2A8-DF45-ACD3-04F6-37A5E7A36DD3}"/>
              </a:ext>
            </a:extLst>
          </p:cNvPr>
          <p:cNvSpPr>
            <a:spLocks noGrp="1"/>
          </p:cNvSpPr>
          <p:nvPr/>
        </p:nvSpPr>
        <p:spPr>
          <a:xfrm>
            <a:off x="5296154"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3" name="Rounded Rectangle 42">
            <a:extLst>
              <a:ext uri="{FF2B5EF4-FFF2-40B4-BE49-F238E27FC236}">
                <a16:creationId xmlns:a16="http://schemas.microsoft.com/office/drawing/2014/main" id="{B72C8747-9FD7-8F32-1FAE-0E40FEF8381F}"/>
              </a:ext>
            </a:extLst>
          </p:cNvPr>
          <p:cNvSpPr>
            <a:spLocks noGrp="1"/>
          </p:cNvSpPr>
          <p:nvPr/>
        </p:nvSpPr>
        <p:spPr>
          <a:xfrm>
            <a:off x="57067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D7DF5845-3B96-4B24-EE23-010E181DBA35}"/>
              </a:ext>
            </a:extLst>
          </p:cNvPr>
          <p:cNvSpPr>
            <a:spLocks noGrp="1"/>
          </p:cNvSpPr>
          <p:nvPr/>
        </p:nvSpPr>
        <p:spPr>
          <a:xfrm>
            <a:off x="6110015"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5" name="Rounded Rectangle 44">
            <a:extLst>
              <a:ext uri="{FF2B5EF4-FFF2-40B4-BE49-F238E27FC236}">
                <a16:creationId xmlns:a16="http://schemas.microsoft.com/office/drawing/2014/main" id="{844EBA61-85DC-593B-070B-1DF3A93760DE}"/>
              </a:ext>
            </a:extLst>
          </p:cNvPr>
          <p:cNvSpPr>
            <a:spLocks noGrp="1"/>
          </p:cNvSpPr>
          <p:nvPr/>
        </p:nvSpPr>
        <p:spPr>
          <a:xfrm>
            <a:off x="6734429"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6" name="Rounded Rectangle 45">
            <a:extLst>
              <a:ext uri="{FF2B5EF4-FFF2-40B4-BE49-F238E27FC236}">
                <a16:creationId xmlns:a16="http://schemas.microsoft.com/office/drawing/2014/main" id="{6C5CEBDE-1390-A05F-E04C-0FEA82F20E59}"/>
              </a:ext>
            </a:extLst>
          </p:cNvPr>
          <p:cNvSpPr>
            <a:spLocks noGrp="1"/>
          </p:cNvSpPr>
          <p:nvPr/>
        </p:nvSpPr>
        <p:spPr>
          <a:xfrm>
            <a:off x="714497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7" name="Rounded Rectangle 46">
            <a:extLst>
              <a:ext uri="{FF2B5EF4-FFF2-40B4-BE49-F238E27FC236}">
                <a16:creationId xmlns:a16="http://schemas.microsoft.com/office/drawing/2014/main" id="{CBAC4BE9-2B7D-C3F2-F4AC-4257B18E080C}"/>
              </a:ext>
            </a:extLst>
          </p:cNvPr>
          <p:cNvSpPr>
            <a:spLocks noGrp="1"/>
          </p:cNvSpPr>
          <p:nvPr/>
        </p:nvSpPr>
        <p:spPr>
          <a:xfrm>
            <a:off x="755552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8" name="Rounded Rectangle 47">
            <a:extLst>
              <a:ext uri="{FF2B5EF4-FFF2-40B4-BE49-F238E27FC236}">
                <a16:creationId xmlns:a16="http://schemas.microsoft.com/office/drawing/2014/main" id="{0190E5ED-97BD-C9B2-C595-E55E2BD5D5FE}"/>
              </a:ext>
            </a:extLst>
          </p:cNvPr>
          <p:cNvSpPr>
            <a:spLocks noGrp="1"/>
          </p:cNvSpPr>
          <p:nvPr/>
        </p:nvSpPr>
        <p:spPr>
          <a:xfrm>
            <a:off x="7958840"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49" name="Rounded Rectangle 48">
            <a:extLst>
              <a:ext uri="{FF2B5EF4-FFF2-40B4-BE49-F238E27FC236}">
                <a16:creationId xmlns:a16="http://schemas.microsoft.com/office/drawing/2014/main" id="{1849B8F9-EE00-F4E8-0B70-637854CD110E}"/>
              </a:ext>
            </a:extLst>
          </p:cNvPr>
          <p:cNvSpPr>
            <a:spLocks noGrp="1"/>
          </p:cNvSpPr>
          <p:nvPr/>
        </p:nvSpPr>
        <p:spPr>
          <a:xfrm>
            <a:off x="1197428" y="4495745"/>
            <a:ext cx="360000" cy="360000"/>
          </a:xfrm>
          <a:prstGeom prst="roundRect">
            <a:avLst>
              <a:gd name="adj" fmla="val 11290"/>
            </a:avLst>
          </a:prstGeom>
          <a:solidFill>
            <a:srgbClr val="A50908"/>
          </a:solidFill>
          <a:ln w="0">
            <a:noFill/>
          </a:ln>
        </p:spPr>
        <p:txBody>
          <a:bodyPr/>
          <a:lstStyle/>
          <a:p>
            <a:endParaRPr lang="en-US"/>
          </a:p>
        </p:txBody>
      </p:sp>
      <p:sp>
        <p:nvSpPr>
          <p:cNvPr id="50" name="Rounded Rectangle 49">
            <a:extLst>
              <a:ext uri="{FF2B5EF4-FFF2-40B4-BE49-F238E27FC236}">
                <a16:creationId xmlns:a16="http://schemas.microsoft.com/office/drawing/2014/main" id="{6849ADEF-E988-0452-AE16-FB1BFCB5A117}"/>
              </a:ext>
            </a:extLst>
          </p:cNvPr>
          <p:cNvSpPr>
            <a:spLocks noGrp="1"/>
          </p:cNvSpPr>
          <p:nvPr/>
        </p:nvSpPr>
        <p:spPr>
          <a:xfrm>
            <a:off x="1607978"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1" name="Rounded Rectangle 50">
            <a:extLst>
              <a:ext uri="{FF2B5EF4-FFF2-40B4-BE49-F238E27FC236}">
                <a16:creationId xmlns:a16="http://schemas.microsoft.com/office/drawing/2014/main" id="{8E353845-121D-00B8-DD30-A356ED84514F}"/>
              </a:ext>
            </a:extLst>
          </p:cNvPr>
          <p:cNvSpPr>
            <a:spLocks noGrp="1"/>
          </p:cNvSpPr>
          <p:nvPr/>
        </p:nvSpPr>
        <p:spPr>
          <a:xfrm>
            <a:off x="201852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2" name="Rounded Rectangle 51">
            <a:extLst>
              <a:ext uri="{FF2B5EF4-FFF2-40B4-BE49-F238E27FC236}">
                <a16:creationId xmlns:a16="http://schemas.microsoft.com/office/drawing/2014/main" id="{3466449F-E466-A18A-5001-E62233F1DEA3}"/>
              </a:ext>
            </a:extLst>
          </p:cNvPr>
          <p:cNvSpPr>
            <a:spLocks noGrp="1"/>
          </p:cNvSpPr>
          <p:nvPr/>
        </p:nvSpPr>
        <p:spPr>
          <a:xfrm>
            <a:off x="2421839" y="4495745"/>
            <a:ext cx="360000" cy="360000"/>
          </a:xfrm>
          <a:prstGeom prst="roundRect">
            <a:avLst>
              <a:gd name="adj" fmla="val 11290"/>
            </a:avLst>
          </a:prstGeom>
          <a:solidFill>
            <a:srgbClr val="A50908"/>
          </a:solidFill>
          <a:ln w="0">
            <a:noFill/>
          </a:ln>
        </p:spPr>
        <p:txBody>
          <a:bodyPr/>
          <a:lstStyle/>
          <a:p>
            <a:endParaRPr lang="en-US"/>
          </a:p>
        </p:txBody>
      </p:sp>
      <p:sp>
        <p:nvSpPr>
          <p:cNvPr id="53" name="Rounded Rectangle 52">
            <a:extLst>
              <a:ext uri="{FF2B5EF4-FFF2-40B4-BE49-F238E27FC236}">
                <a16:creationId xmlns:a16="http://schemas.microsoft.com/office/drawing/2014/main" id="{4114C96F-956B-78A8-512C-17C4138C5D80}"/>
              </a:ext>
            </a:extLst>
          </p:cNvPr>
          <p:cNvSpPr>
            <a:spLocks noGrp="1"/>
          </p:cNvSpPr>
          <p:nvPr/>
        </p:nvSpPr>
        <p:spPr>
          <a:xfrm>
            <a:off x="3046253" y="4494948"/>
            <a:ext cx="360000" cy="360000"/>
          </a:xfrm>
          <a:prstGeom prst="roundRect">
            <a:avLst>
              <a:gd name="adj" fmla="val 11290"/>
            </a:avLst>
          </a:prstGeom>
          <a:solidFill>
            <a:srgbClr val="A50908"/>
          </a:solidFill>
          <a:ln w="0">
            <a:noFill/>
          </a:ln>
        </p:spPr>
        <p:txBody>
          <a:bodyPr/>
          <a:lstStyle/>
          <a:p>
            <a:endParaRPr lang="en-US"/>
          </a:p>
        </p:txBody>
      </p:sp>
      <p:sp>
        <p:nvSpPr>
          <p:cNvPr id="54" name="Rounded Rectangle 53">
            <a:extLst>
              <a:ext uri="{FF2B5EF4-FFF2-40B4-BE49-F238E27FC236}">
                <a16:creationId xmlns:a16="http://schemas.microsoft.com/office/drawing/2014/main" id="{F4EEEC9B-3475-D284-B2BE-F41D89F01409}"/>
              </a:ext>
            </a:extLst>
          </p:cNvPr>
          <p:cNvSpPr>
            <a:spLocks noGrp="1"/>
          </p:cNvSpPr>
          <p:nvPr/>
        </p:nvSpPr>
        <p:spPr>
          <a:xfrm>
            <a:off x="345680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5" name="Rounded Rectangle 54">
            <a:extLst>
              <a:ext uri="{FF2B5EF4-FFF2-40B4-BE49-F238E27FC236}">
                <a16:creationId xmlns:a16="http://schemas.microsoft.com/office/drawing/2014/main" id="{57037F48-766E-7B33-A737-60FEFEBDF20C}"/>
              </a:ext>
            </a:extLst>
          </p:cNvPr>
          <p:cNvSpPr>
            <a:spLocks noGrp="1"/>
          </p:cNvSpPr>
          <p:nvPr/>
        </p:nvSpPr>
        <p:spPr>
          <a:xfrm>
            <a:off x="386735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EB7DBE05-60BB-92C0-745C-BB574B7A55E1}"/>
              </a:ext>
            </a:extLst>
          </p:cNvPr>
          <p:cNvSpPr>
            <a:spLocks noGrp="1"/>
          </p:cNvSpPr>
          <p:nvPr/>
        </p:nvSpPr>
        <p:spPr>
          <a:xfrm>
            <a:off x="4270664" y="4494948"/>
            <a:ext cx="360000" cy="360000"/>
          </a:xfrm>
          <a:prstGeom prst="roundRect">
            <a:avLst>
              <a:gd name="adj" fmla="val 11290"/>
            </a:avLst>
          </a:prstGeom>
          <a:solidFill>
            <a:srgbClr val="A50908"/>
          </a:solidFill>
          <a:ln w="0">
            <a:noFill/>
          </a:ln>
        </p:spPr>
        <p:txBody>
          <a:bodyPr/>
          <a:lstStyle/>
          <a:p>
            <a:endParaRPr lang="en-US"/>
          </a:p>
        </p:txBody>
      </p:sp>
      <p:sp>
        <p:nvSpPr>
          <p:cNvPr id="57" name="Rounded Rectangle 56">
            <a:extLst>
              <a:ext uri="{FF2B5EF4-FFF2-40B4-BE49-F238E27FC236}">
                <a16:creationId xmlns:a16="http://schemas.microsoft.com/office/drawing/2014/main" id="{F70F9DFD-3973-D684-876F-C41C16C5CE20}"/>
              </a:ext>
            </a:extLst>
          </p:cNvPr>
          <p:cNvSpPr>
            <a:spLocks noGrp="1"/>
          </p:cNvSpPr>
          <p:nvPr/>
        </p:nvSpPr>
        <p:spPr>
          <a:xfrm>
            <a:off x="4885604" y="4495745"/>
            <a:ext cx="360000" cy="360000"/>
          </a:xfrm>
          <a:prstGeom prst="roundRect">
            <a:avLst>
              <a:gd name="adj" fmla="val 11290"/>
            </a:avLst>
          </a:prstGeom>
          <a:solidFill>
            <a:srgbClr val="A50908"/>
          </a:solidFill>
          <a:ln w="0">
            <a:noFill/>
          </a:ln>
        </p:spPr>
        <p:txBody>
          <a:bodyPr/>
          <a:lstStyle/>
          <a:p>
            <a:endParaRPr lang="en-US"/>
          </a:p>
        </p:txBody>
      </p:sp>
      <p:sp>
        <p:nvSpPr>
          <p:cNvPr id="58" name="Rounded Rectangle 57">
            <a:extLst>
              <a:ext uri="{FF2B5EF4-FFF2-40B4-BE49-F238E27FC236}">
                <a16:creationId xmlns:a16="http://schemas.microsoft.com/office/drawing/2014/main" id="{03EF1D90-43DF-F746-4E27-225743967666}"/>
              </a:ext>
            </a:extLst>
          </p:cNvPr>
          <p:cNvSpPr>
            <a:spLocks noGrp="1"/>
          </p:cNvSpPr>
          <p:nvPr/>
        </p:nvSpPr>
        <p:spPr>
          <a:xfrm>
            <a:off x="5296154"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9" name="Rounded Rectangle 58">
            <a:extLst>
              <a:ext uri="{FF2B5EF4-FFF2-40B4-BE49-F238E27FC236}">
                <a16:creationId xmlns:a16="http://schemas.microsoft.com/office/drawing/2014/main" id="{53BD3F84-D9EC-8522-76AF-73F0A81A9691}"/>
              </a:ext>
            </a:extLst>
          </p:cNvPr>
          <p:cNvSpPr>
            <a:spLocks noGrp="1"/>
          </p:cNvSpPr>
          <p:nvPr/>
        </p:nvSpPr>
        <p:spPr>
          <a:xfrm>
            <a:off x="5706704"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0" name="Rounded Rectangle 59">
            <a:extLst>
              <a:ext uri="{FF2B5EF4-FFF2-40B4-BE49-F238E27FC236}">
                <a16:creationId xmlns:a16="http://schemas.microsoft.com/office/drawing/2014/main" id="{4C18BC88-9F93-96ED-D826-6805195E54D4}"/>
              </a:ext>
            </a:extLst>
          </p:cNvPr>
          <p:cNvSpPr>
            <a:spLocks noGrp="1"/>
          </p:cNvSpPr>
          <p:nvPr/>
        </p:nvSpPr>
        <p:spPr>
          <a:xfrm>
            <a:off x="6110015" y="4495745"/>
            <a:ext cx="360000" cy="360000"/>
          </a:xfrm>
          <a:prstGeom prst="roundRect">
            <a:avLst>
              <a:gd name="adj" fmla="val 11290"/>
            </a:avLst>
          </a:prstGeom>
          <a:solidFill>
            <a:srgbClr val="A50908"/>
          </a:solidFill>
          <a:ln w="0">
            <a:noFill/>
          </a:ln>
        </p:spPr>
        <p:txBody>
          <a:bodyPr/>
          <a:lstStyle/>
          <a:p>
            <a:endParaRPr lang="en-US"/>
          </a:p>
        </p:txBody>
      </p:sp>
      <p:sp>
        <p:nvSpPr>
          <p:cNvPr id="61" name="Rounded Rectangle 60">
            <a:extLst>
              <a:ext uri="{FF2B5EF4-FFF2-40B4-BE49-F238E27FC236}">
                <a16:creationId xmlns:a16="http://schemas.microsoft.com/office/drawing/2014/main" id="{3285E474-548E-FBAA-60DE-91974A174462}"/>
              </a:ext>
            </a:extLst>
          </p:cNvPr>
          <p:cNvSpPr>
            <a:spLocks noGrp="1"/>
          </p:cNvSpPr>
          <p:nvPr/>
        </p:nvSpPr>
        <p:spPr>
          <a:xfrm>
            <a:off x="6734429" y="4494948"/>
            <a:ext cx="360000" cy="360000"/>
          </a:xfrm>
          <a:prstGeom prst="roundRect">
            <a:avLst>
              <a:gd name="adj" fmla="val 11290"/>
            </a:avLst>
          </a:prstGeom>
          <a:solidFill>
            <a:srgbClr val="A50908"/>
          </a:solidFill>
          <a:ln w="0">
            <a:noFill/>
          </a:ln>
        </p:spPr>
        <p:txBody>
          <a:bodyPr/>
          <a:lstStyle/>
          <a:p>
            <a:endParaRPr lang="en-US"/>
          </a:p>
        </p:txBody>
      </p:sp>
      <p:sp>
        <p:nvSpPr>
          <p:cNvPr id="62" name="Rounded Rectangle 61">
            <a:extLst>
              <a:ext uri="{FF2B5EF4-FFF2-40B4-BE49-F238E27FC236}">
                <a16:creationId xmlns:a16="http://schemas.microsoft.com/office/drawing/2014/main" id="{F1C6D514-FD85-DB98-BFD7-6EA3CC50C926}"/>
              </a:ext>
            </a:extLst>
          </p:cNvPr>
          <p:cNvSpPr>
            <a:spLocks noGrp="1"/>
          </p:cNvSpPr>
          <p:nvPr/>
        </p:nvSpPr>
        <p:spPr>
          <a:xfrm>
            <a:off x="714497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3" name="Rounded Rectangle 62">
            <a:extLst>
              <a:ext uri="{FF2B5EF4-FFF2-40B4-BE49-F238E27FC236}">
                <a16:creationId xmlns:a16="http://schemas.microsoft.com/office/drawing/2014/main" id="{681589FF-CF4E-CC3E-6E47-5757CB509066}"/>
              </a:ext>
            </a:extLst>
          </p:cNvPr>
          <p:cNvSpPr>
            <a:spLocks noGrp="1"/>
          </p:cNvSpPr>
          <p:nvPr/>
        </p:nvSpPr>
        <p:spPr>
          <a:xfrm>
            <a:off x="755552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4" name="Rounded Rectangle 63">
            <a:extLst>
              <a:ext uri="{FF2B5EF4-FFF2-40B4-BE49-F238E27FC236}">
                <a16:creationId xmlns:a16="http://schemas.microsoft.com/office/drawing/2014/main" id="{3470F183-1773-BA3D-2489-D5606F89FC4D}"/>
              </a:ext>
            </a:extLst>
          </p:cNvPr>
          <p:cNvSpPr>
            <a:spLocks noGrp="1"/>
          </p:cNvSpPr>
          <p:nvPr/>
        </p:nvSpPr>
        <p:spPr>
          <a:xfrm>
            <a:off x="7958840" y="4494948"/>
            <a:ext cx="360000" cy="360000"/>
          </a:xfrm>
          <a:prstGeom prst="roundRect">
            <a:avLst>
              <a:gd name="adj" fmla="val 11290"/>
            </a:avLst>
          </a:prstGeom>
          <a:solidFill>
            <a:srgbClr val="A50908"/>
          </a:solidFill>
          <a:ln w="0">
            <a:noFill/>
          </a:ln>
        </p:spPr>
        <p:txBody>
          <a:bodyPr/>
          <a:lstStyle/>
          <a:p>
            <a:endParaRPr lang="en-US"/>
          </a:p>
        </p:txBody>
      </p:sp>
      <p:sp>
        <p:nvSpPr>
          <p:cNvPr id="69" name="Text 0">
            <a:extLst>
              <a:ext uri="{FF2B5EF4-FFF2-40B4-BE49-F238E27FC236}">
                <a16:creationId xmlns:a16="http://schemas.microsoft.com/office/drawing/2014/main" id="{B3E9FAAF-ADC9-CF0A-0AD5-F314DB5E4FCC}"/>
              </a:ext>
            </a:extLst>
          </p:cNvPr>
          <p:cNvSpPr/>
          <p:nvPr/>
        </p:nvSpPr>
        <p:spPr>
          <a:xfrm>
            <a:off x="497145" y="1732651"/>
            <a:ext cx="2959658" cy="411480"/>
          </a:xfrm>
          <a:prstGeom prst="rect">
            <a:avLst/>
          </a:prstGeom>
          <a:noFill/>
          <a:ln/>
        </p:spPr>
        <p:txBody>
          <a:bodyPr wrap="square" lIns="0" tIns="0" rIns="0" bIns="0" rtlCol="0" anchor="ctr">
            <a:normAutofit/>
          </a:bodyPr>
          <a:lstStyle/>
          <a:p>
            <a:r>
              <a:rPr lang="en-GB" sz="2400" b="1" dirty="0"/>
              <a:t>Same Trigger Context</a:t>
            </a:r>
            <a:endParaRPr lang="en-US" sz="2400" b="1" dirty="0">
              <a:solidFill>
                <a:srgbClr val="C00000"/>
              </a:solidFill>
            </a:endParaRPr>
          </a:p>
        </p:txBody>
      </p:sp>
      <p:sp>
        <p:nvSpPr>
          <p:cNvPr id="70" name="Text 0">
            <a:extLst>
              <a:ext uri="{FF2B5EF4-FFF2-40B4-BE49-F238E27FC236}">
                <a16:creationId xmlns:a16="http://schemas.microsoft.com/office/drawing/2014/main" id="{462B3B5F-41A8-6288-C860-D76DBE15536D}"/>
              </a:ext>
            </a:extLst>
          </p:cNvPr>
          <p:cNvSpPr/>
          <p:nvPr/>
        </p:nvSpPr>
        <p:spPr>
          <a:xfrm>
            <a:off x="1197428" y="2298219"/>
            <a:ext cx="2503959" cy="447665"/>
          </a:xfrm>
          <a:prstGeom prst="rect">
            <a:avLst/>
          </a:prstGeom>
          <a:noFill/>
          <a:ln/>
        </p:spPr>
        <p:txBody>
          <a:bodyPr wrap="square" lIns="0" tIns="0" rIns="0" bIns="0" rtlCol="0" anchor="ctr">
            <a:normAutofit/>
          </a:bodyPr>
          <a:lstStyle/>
          <a:p>
            <a:r>
              <a:rPr lang="en-GB" sz="2400" b="1" dirty="0"/>
              <a:t>Stored Pattern</a:t>
            </a:r>
            <a:endParaRPr lang="en-US" sz="2400" b="1" dirty="0">
              <a:solidFill>
                <a:srgbClr val="C00000"/>
              </a:solidFill>
            </a:endParaRPr>
          </a:p>
        </p:txBody>
      </p:sp>
      <p:sp>
        <p:nvSpPr>
          <p:cNvPr id="71" name="Text 0">
            <a:extLst>
              <a:ext uri="{FF2B5EF4-FFF2-40B4-BE49-F238E27FC236}">
                <a16:creationId xmlns:a16="http://schemas.microsoft.com/office/drawing/2014/main" id="{3A824573-A3EB-24E8-5E64-C16C2FC6583E}"/>
              </a:ext>
            </a:extLst>
          </p:cNvPr>
          <p:cNvSpPr/>
          <p:nvPr/>
        </p:nvSpPr>
        <p:spPr>
          <a:xfrm>
            <a:off x="1197428" y="4004316"/>
            <a:ext cx="2503959" cy="447665"/>
          </a:xfrm>
          <a:prstGeom prst="rect">
            <a:avLst/>
          </a:prstGeom>
          <a:noFill/>
          <a:ln/>
        </p:spPr>
        <p:txBody>
          <a:bodyPr wrap="square" lIns="0" tIns="0" rIns="0" bIns="0" rtlCol="0" anchor="ctr">
            <a:normAutofit/>
          </a:bodyPr>
          <a:lstStyle/>
          <a:p>
            <a:r>
              <a:rPr lang="en-GB" sz="2400" b="1" dirty="0">
                <a:solidFill>
                  <a:srgbClr val="A50908"/>
                </a:solidFill>
              </a:rPr>
              <a:t>New Observation</a:t>
            </a:r>
            <a:endParaRPr lang="en-US" sz="2400" b="1" dirty="0">
              <a:solidFill>
                <a:srgbClr val="A50908"/>
              </a:solidFill>
            </a:endParaRPr>
          </a:p>
        </p:txBody>
      </p:sp>
      <p:sp>
        <p:nvSpPr>
          <p:cNvPr id="5" name="Text 0">
            <a:extLst>
              <a:ext uri="{FF2B5EF4-FFF2-40B4-BE49-F238E27FC236}">
                <a16:creationId xmlns:a16="http://schemas.microsoft.com/office/drawing/2014/main" id="{6FF53E8F-8085-5DBC-4FE1-10276FBACC63}"/>
              </a:ext>
            </a:extLst>
          </p:cNvPr>
          <p:cNvSpPr/>
          <p:nvPr/>
        </p:nvSpPr>
        <p:spPr>
          <a:xfrm>
            <a:off x="9922739" y="3543344"/>
            <a:ext cx="2959658" cy="411480"/>
          </a:xfrm>
          <a:prstGeom prst="rect">
            <a:avLst/>
          </a:prstGeom>
          <a:noFill/>
          <a:ln/>
        </p:spPr>
        <p:txBody>
          <a:bodyPr wrap="square" lIns="0" tIns="0" rIns="0" bIns="0" rtlCol="0" anchor="ctr">
            <a:noAutofit/>
          </a:bodyPr>
          <a:lstStyle/>
          <a:p>
            <a:r>
              <a:rPr lang="en-GB" sz="3200" b="1" dirty="0"/>
              <a:t>Replace?</a:t>
            </a:r>
            <a:endParaRPr lang="en-US" sz="3200" b="1" dirty="0">
              <a:solidFill>
                <a:srgbClr val="C00000"/>
              </a:solidFill>
            </a:endParaRPr>
          </a:p>
        </p:txBody>
      </p:sp>
      <p:sp>
        <p:nvSpPr>
          <p:cNvPr id="7" name="Curved Left Arrow 6">
            <a:extLst>
              <a:ext uri="{FF2B5EF4-FFF2-40B4-BE49-F238E27FC236}">
                <a16:creationId xmlns:a16="http://schemas.microsoft.com/office/drawing/2014/main" id="{ACA6D520-080E-7A80-23AE-60B78F5B45FF}"/>
              </a:ext>
            </a:extLst>
          </p:cNvPr>
          <p:cNvSpPr/>
          <p:nvPr/>
        </p:nvSpPr>
        <p:spPr>
          <a:xfrm flipV="1">
            <a:off x="8847185" y="3099651"/>
            <a:ext cx="913502" cy="1328512"/>
          </a:xfrm>
          <a:prstGeom prst="curvedLeftArrow">
            <a:avLst>
              <a:gd name="adj1" fmla="val 34923"/>
              <a:gd name="adj2" fmla="val 59164"/>
              <a:gd name="adj3" fmla="val 25000"/>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Footer Placeholder 1">
            <a:extLst>
              <a:ext uri="{FF2B5EF4-FFF2-40B4-BE49-F238E27FC236}">
                <a16:creationId xmlns:a16="http://schemas.microsoft.com/office/drawing/2014/main" id="{53779119-F441-6DAC-CED7-797D8B38A168}"/>
              </a:ext>
            </a:extLst>
          </p:cNvPr>
          <p:cNvSpPr>
            <a:spLocks noGrp="1"/>
          </p:cNvSpPr>
          <p:nvPr>
            <p:ph type="ftr" sz="quarter" idx="11"/>
          </p:nvPr>
        </p:nvSpPr>
        <p:spPr/>
        <p:txBody>
          <a:bodyPr/>
          <a:lstStyle/>
          <a:p>
            <a:r>
              <a:rPr lang="en-US"/>
              <a:t>yh653@cam.ac.uk</a:t>
            </a:r>
            <a:endParaRPr lang="en-GB" sz="1600" dirty="0"/>
          </a:p>
        </p:txBody>
      </p:sp>
      <p:sp>
        <p:nvSpPr>
          <p:cNvPr id="9" name="Slide Number Placeholder 8">
            <a:extLst>
              <a:ext uri="{FF2B5EF4-FFF2-40B4-BE49-F238E27FC236}">
                <a16:creationId xmlns:a16="http://schemas.microsoft.com/office/drawing/2014/main" id="{32559673-B31B-BE19-EF50-74820B6FCFC1}"/>
              </a:ext>
            </a:extLst>
          </p:cNvPr>
          <p:cNvSpPr>
            <a:spLocks noGrp="1"/>
          </p:cNvSpPr>
          <p:nvPr>
            <p:ph type="sldNum" sz="quarter" idx="10"/>
          </p:nvPr>
        </p:nvSpPr>
        <p:spPr/>
        <p:txBody>
          <a:bodyPr/>
          <a:lstStyle/>
          <a:p>
            <a:fld id="{A04C8923-7248-483A-ACCB-0382A1F5224A}" type="slidenum">
              <a:rPr lang="en-GB" smtClean="0"/>
              <a:t>8</a:t>
            </a:fld>
            <a:endParaRPr lang="en-GB"/>
          </a:p>
        </p:txBody>
      </p:sp>
      <p:sp>
        <p:nvSpPr>
          <p:cNvPr id="11" name="Text 0">
            <a:extLst>
              <a:ext uri="{FF2B5EF4-FFF2-40B4-BE49-F238E27FC236}">
                <a16:creationId xmlns:a16="http://schemas.microsoft.com/office/drawing/2014/main" id="{25D04452-5C30-A7B0-FAB3-A2ACCAF77CCE}"/>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Tree>
    <p:extLst>
      <p:ext uri="{BB962C8B-B14F-4D97-AF65-F5344CB8AC3E}">
        <p14:creationId xmlns:p14="http://schemas.microsoft.com/office/powerpoint/2010/main" val="2111401758"/>
      </p:ext>
    </p:extLst>
  </p:cSld>
  <p:clrMapOvr>
    <a:masterClrMapping/>
  </p:clrMapOvr>
  <p:transition spd="med"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1000"/>
                                        <p:tgtEl>
                                          <p:spTgt spid="6"/>
                                        </p:tgtEl>
                                      </p:cBhvr>
                                    </p:animEffect>
                                    <p:set>
                                      <p:cBhvr>
                                        <p:cTn id="7" dur="1" fill="hold">
                                          <p:stCondLst>
                                            <p:cond delay="999"/>
                                          </p:stCondLst>
                                        </p:cTn>
                                        <p:tgtEl>
                                          <p:spTgt spid="6"/>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1000"/>
                                        <p:tgtEl>
                                          <p:spTgt spid="8"/>
                                        </p:tgtEl>
                                      </p:cBhvr>
                                    </p:animEffect>
                                    <p:set>
                                      <p:cBhvr>
                                        <p:cTn id="10" dur="1" fill="hold">
                                          <p:stCondLst>
                                            <p:cond delay="999"/>
                                          </p:stCondLst>
                                        </p:cTn>
                                        <p:tgtEl>
                                          <p:spTgt spid="8"/>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1000"/>
                                        <p:tgtEl>
                                          <p:spTgt spid="34"/>
                                        </p:tgtEl>
                                      </p:cBhvr>
                                    </p:animEffect>
                                    <p:set>
                                      <p:cBhvr>
                                        <p:cTn id="13" dur="1" fill="hold">
                                          <p:stCondLst>
                                            <p:cond delay="999"/>
                                          </p:stCondLst>
                                        </p:cTn>
                                        <p:tgtEl>
                                          <p:spTgt spid="34"/>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1000"/>
                                        <p:tgtEl>
                                          <p:spTgt spid="35"/>
                                        </p:tgtEl>
                                      </p:cBhvr>
                                    </p:animEffect>
                                    <p:set>
                                      <p:cBhvr>
                                        <p:cTn id="16" dur="1" fill="hold">
                                          <p:stCondLst>
                                            <p:cond delay="999"/>
                                          </p:stCondLst>
                                        </p:cTn>
                                        <p:tgtEl>
                                          <p:spTgt spid="35"/>
                                        </p:tgtEl>
                                        <p:attrNameLst>
                                          <p:attrName>style.visibility</p:attrName>
                                        </p:attrNameLst>
                                      </p:cBhvr>
                                      <p:to>
                                        <p:strVal val="hidden"/>
                                      </p:to>
                                    </p:set>
                                  </p:childTnLst>
                                </p:cTn>
                              </p:par>
                              <p:par>
                                <p:cTn id="17" presetID="22" presetClass="exit" presetSubtype="4" fill="hold" grpId="0" nodeType="withEffect">
                                  <p:stCondLst>
                                    <p:cond delay="0"/>
                                  </p:stCondLst>
                                  <p:childTnLst>
                                    <p:animEffect transition="out" filter="wipe(down)">
                                      <p:cBhvr>
                                        <p:cTn id="18" dur="1000"/>
                                        <p:tgtEl>
                                          <p:spTgt spid="37"/>
                                        </p:tgtEl>
                                      </p:cBhvr>
                                    </p:animEffect>
                                    <p:set>
                                      <p:cBhvr>
                                        <p:cTn id="19" dur="1" fill="hold">
                                          <p:stCondLst>
                                            <p:cond delay="999"/>
                                          </p:stCondLst>
                                        </p:cTn>
                                        <p:tgtEl>
                                          <p:spTgt spid="37"/>
                                        </p:tgtEl>
                                        <p:attrNameLst>
                                          <p:attrName>style.visibility</p:attrName>
                                        </p:attrNameLst>
                                      </p:cBhvr>
                                      <p:to>
                                        <p:strVal val="hidden"/>
                                      </p:to>
                                    </p:set>
                                  </p:childTnLst>
                                </p:cTn>
                              </p:par>
                              <p:par>
                                <p:cTn id="20" presetID="22" presetClass="exit" presetSubtype="4" fill="hold" grpId="0" nodeType="withEffect">
                                  <p:stCondLst>
                                    <p:cond delay="0"/>
                                  </p:stCondLst>
                                  <p:childTnLst>
                                    <p:animEffect transition="out" filter="wipe(down)">
                                      <p:cBhvr>
                                        <p:cTn id="21" dur="1000"/>
                                        <p:tgtEl>
                                          <p:spTgt spid="38"/>
                                        </p:tgtEl>
                                      </p:cBhvr>
                                    </p:animEffect>
                                    <p:set>
                                      <p:cBhvr>
                                        <p:cTn id="22" dur="1" fill="hold">
                                          <p:stCondLst>
                                            <p:cond delay="999"/>
                                          </p:stCondLst>
                                        </p:cTn>
                                        <p:tgtEl>
                                          <p:spTgt spid="38"/>
                                        </p:tgtEl>
                                        <p:attrNameLst>
                                          <p:attrName>style.visibility</p:attrName>
                                        </p:attrNameLst>
                                      </p:cBhvr>
                                      <p:to>
                                        <p:strVal val="hidden"/>
                                      </p:to>
                                    </p:set>
                                  </p:childTnLst>
                                </p:cTn>
                              </p:par>
                              <p:par>
                                <p:cTn id="23" presetID="22" presetClass="exit" presetSubtype="4" fill="hold" grpId="0" nodeType="withEffect">
                                  <p:stCondLst>
                                    <p:cond delay="0"/>
                                  </p:stCondLst>
                                  <p:childTnLst>
                                    <p:animEffect transition="out" filter="wipe(down)">
                                      <p:cBhvr>
                                        <p:cTn id="24" dur="1000"/>
                                        <p:tgtEl>
                                          <p:spTgt spid="39"/>
                                        </p:tgtEl>
                                      </p:cBhvr>
                                    </p:animEffect>
                                    <p:set>
                                      <p:cBhvr>
                                        <p:cTn id="25" dur="1" fill="hold">
                                          <p:stCondLst>
                                            <p:cond delay="999"/>
                                          </p:stCondLst>
                                        </p:cTn>
                                        <p:tgtEl>
                                          <p:spTgt spid="39"/>
                                        </p:tgtEl>
                                        <p:attrNameLst>
                                          <p:attrName>style.visibility</p:attrName>
                                        </p:attrNameLst>
                                      </p:cBhvr>
                                      <p:to>
                                        <p:strVal val="hidden"/>
                                      </p:to>
                                    </p:set>
                                  </p:childTnLst>
                                </p:cTn>
                              </p:par>
                              <p:par>
                                <p:cTn id="26" presetID="22" presetClass="exit" presetSubtype="4" fill="hold" grpId="0" nodeType="withEffect">
                                  <p:stCondLst>
                                    <p:cond delay="0"/>
                                  </p:stCondLst>
                                  <p:childTnLst>
                                    <p:animEffect transition="out" filter="wipe(down)">
                                      <p:cBhvr>
                                        <p:cTn id="27" dur="1000"/>
                                        <p:tgtEl>
                                          <p:spTgt spid="40"/>
                                        </p:tgtEl>
                                      </p:cBhvr>
                                    </p:animEffect>
                                    <p:set>
                                      <p:cBhvr>
                                        <p:cTn id="28" dur="1" fill="hold">
                                          <p:stCondLst>
                                            <p:cond delay="999"/>
                                          </p:stCondLst>
                                        </p:cTn>
                                        <p:tgtEl>
                                          <p:spTgt spid="40"/>
                                        </p:tgtEl>
                                        <p:attrNameLst>
                                          <p:attrName>style.visibility</p:attrName>
                                        </p:attrNameLst>
                                      </p:cBhvr>
                                      <p:to>
                                        <p:strVal val="hidden"/>
                                      </p:to>
                                    </p:set>
                                  </p:childTnLst>
                                </p:cTn>
                              </p:par>
                              <p:par>
                                <p:cTn id="29" presetID="22" presetClass="exit" presetSubtype="4" fill="hold" grpId="0" nodeType="withEffect">
                                  <p:stCondLst>
                                    <p:cond delay="0"/>
                                  </p:stCondLst>
                                  <p:childTnLst>
                                    <p:animEffect transition="out" filter="wipe(down)">
                                      <p:cBhvr>
                                        <p:cTn id="30" dur="1000"/>
                                        <p:tgtEl>
                                          <p:spTgt spid="41"/>
                                        </p:tgtEl>
                                      </p:cBhvr>
                                    </p:animEffect>
                                    <p:set>
                                      <p:cBhvr>
                                        <p:cTn id="31" dur="1" fill="hold">
                                          <p:stCondLst>
                                            <p:cond delay="999"/>
                                          </p:stCondLst>
                                        </p:cTn>
                                        <p:tgtEl>
                                          <p:spTgt spid="41"/>
                                        </p:tgtEl>
                                        <p:attrNameLst>
                                          <p:attrName>style.visibility</p:attrName>
                                        </p:attrNameLst>
                                      </p:cBhvr>
                                      <p:to>
                                        <p:strVal val="hidden"/>
                                      </p:to>
                                    </p:set>
                                  </p:childTnLst>
                                </p:cTn>
                              </p:par>
                              <p:par>
                                <p:cTn id="32" presetID="22" presetClass="exit" presetSubtype="4" fill="hold" grpId="0" nodeType="withEffect">
                                  <p:stCondLst>
                                    <p:cond delay="0"/>
                                  </p:stCondLst>
                                  <p:childTnLst>
                                    <p:animEffect transition="out" filter="wipe(down)">
                                      <p:cBhvr>
                                        <p:cTn id="33" dur="1000"/>
                                        <p:tgtEl>
                                          <p:spTgt spid="42"/>
                                        </p:tgtEl>
                                      </p:cBhvr>
                                    </p:animEffect>
                                    <p:set>
                                      <p:cBhvr>
                                        <p:cTn id="34" dur="1" fill="hold">
                                          <p:stCondLst>
                                            <p:cond delay="999"/>
                                          </p:stCondLst>
                                        </p:cTn>
                                        <p:tgtEl>
                                          <p:spTgt spid="42"/>
                                        </p:tgtEl>
                                        <p:attrNameLst>
                                          <p:attrName>style.visibility</p:attrName>
                                        </p:attrNameLst>
                                      </p:cBhvr>
                                      <p:to>
                                        <p:strVal val="hidden"/>
                                      </p:to>
                                    </p:set>
                                  </p:childTnLst>
                                </p:cTn>
                              </p:par>
                              <p:par>
                                <p:cTn id="35" presetID="22" presetClass="exit" presetSubtype="4" fill="hold" grpId="0" nodeType="withEffect">
                                  <p:stCondLst>
                                    <p:cond delay="0"/>
                                  </p:stCondLst>
                                  <p:childTnLst>
                                    <p:animEffect transition="out" filter="wipe(down)">
                                      <p:cBhvr>
                                        <p:cTn id="36" dur="1000"/>
                                        <p:tgtEl>
                                          <p:spTgt spid="43"/>
                                        </p:tgtEl>
                                      </p:cBhvr>
                                    </p:animEffect>
                                    <p:set>
                                      <p:cBhvr>
                                        <p:cTn id="37" dur="1" fill="hold">
                                          <p:stCondLst>
                                            <p:cond delay="999"/>
                                          </p:stCondLst>
                                        </p:cTn>
                                        <p:tgtEl>
                                          <p:spTgt spid="43"/>
                                        </p:tgtEl>
                                        <p:attrNameLst>
                                          <p:attrName>style.visibility</p:attrName>
                                        </p:attrNameLst>
                                      </p:cBhvr>
                                      <p:to>
                                        <p:strVal val="hidden"/>
                                      </p:to>
                                    </p:set>
                                  </p:childTnLst>
                                </p:cTn>
                              </p:par>
                              <p:par>
                                <p:cTn id="38" presetID="22" presetClass="exit" presetSubtype="4" fill="hold" grpId="0" nodeType="withEffect">
                                  <p:stCondLst>
                                    <p:cond delay="0"/>
                                  </p:stCondLst>
                                  <p:childTnLst>
                                    <p:animEffect transition="out" filter="wipe(down)">
                                      <p:cBhvr>
                                        <p:cTn id="39" dur="1000"/>
                                        <p:tgtEl>
                                          <p:spTgt spid="44"/>
                                        </p:tgtEl>
                                      </p:cBhvr>
                                    </p:animEffect>
                                    <p:set>
                                      <p:cBhvr>
                                        <p:cTn id="40" dur="1" fill="hold">
                                          <p:stCondLst>
                                            <p:cond delay="999"/>
                                          </p:stCondLst>
                                        </p:cTn>
                                        <p:tgtEl>
                                          <p:spTgt spid="44"/>
                                        </p:tgtEl>
                                        <p:attrNameLst>
                                          <p:attrName>style.visibility</p:attrName>
                                        </p:attrNameLst>
                                      </p:cBhvr>
                                      <p:to>
                                        <p:strVal val="hidden"/>
                                      </p:to>
                                    </p:set>
                                  </p:childTnLst>
                                </p:cTn>
                              </p:par>
                              <p:par>
                                <p:cTn id="41" presetID="22" presetClass="exit" presetSubtype="4" fill="hold" grpId="0" nodeType="withEffect">
                                  <p:stCondLst>
                                    <p:cond delay="0"/>
                                  </p:stCondLst>
                                  <p:childTnLst>
                                    <p:animEffect transition="out" filter="wipe(down)">
                                      <p:cBhvr>
                                        <p:cTn id="42" dur="1000"/>
                                        <p:tgtEl>
                                          <p:spTgt spid="45"/>
                                        </p:tgtEl>
                                      </p:cBhvr>
                                    </p:animEffect>
                                    <p:set>
                                      <p:cBhvr>
                                        <p:cTn id="43" dur="1" fill="hold">
                                          <p:stCondLst>
                                            <p:cond delay="999"/>
                                          </p:stCondLst>
                                        </p:cTn>
                                        <p:tgtEl>
                                          <p:spTgt spid="45"/>
                                        </p:tgtEl>
                                        <p:attrNameLst>
                                          <p:attrName>style.visibility</p:attrName>
                                        </p:attrNameLst>
                                      </p:cBhvr>
                                      <p:to>
                                        <p:strVal val="hidden"/>
                                      </p:to>
                                    </p:set>
                                  </p:childTnLst>
                                </p:cTn>
                              </p:par>
                              <p:par>
                                <p:cTn id="44" presetID="22" presetClass="exit" presetSubtype="4" fill="hold" grpId="0" nodeType="withEffect">
                                  <p:stCondLst>
                                    <p:cond delay="0"/>
                                  </p:stCondLst>
                                  <p:childTnLst>
                                    <p:animEffect transition="out" filter="wipe(down)">
                                      <p:cBhvr>
                                        <p:cTn id="45" dur="1000"/>
                                        <p:tgtEl>
                                          <p:spTgt spid="46"/>
                                        </p:tgtEl>
                                      </p:cBhvr>
                                    </p:animEffect>
                                    <p:set>
                                      <p:cBhvr>
                                        <p:cTn id="46" dur="1" fill="hold">
                                          <p:stCondLst>
                                            <p:cond delay="999"/>
                                          </p:stCondLst>
                                        </p:cTn>
                                        <p:tgtEl>
                                          <p:spTgt spid="46"/>
                                        </p:tgtEl>
                                        <p:attrNameLst>
                                          <p:attrName>style.visibility</p:attrName>
                                        </p:attrNameLst>
                                      </p:cBhvr>
                                      <p:to>
                                        <p:strVal val="hidden"/>
                                      </p:to>
                                    </p:set>
                                  </p:childTnLst>
                                </p:cTn>
                              </p:par>
                              <p:par>
                                <p:cTn id="47" presetID="22" presetClass="exit" presetSubtype="4" fill="hold" grpId="0" nodeType="withEffect">
                                  <p:stCondLst>
                                    <p:cond delay="0"/>
                                  </p:stCondLst>
                                  <p:childTnLst>
                                    <p:animEffect transition="out" filter="wipe(down)">
                                      <p:cBhvr>
                                        <p:cTn id="48" dur="1000"/>
                                        <p:tgtEl>
                                          <p:spTgt spid="47"/>
                                        </p:tgtEl>
                                      </p:cBhvr>
                                    </p:animEffect>
                                    <p:set>
                                      <p:cBhvr>
                                        <p:cTn id="49" dur="1" fill="hold">
                                          <p:stCondLst>
                                            <p:cond delay="999"/>
                                          </p:stCondLst>
                                        </p:cTn>
                                        <p:tgtEl>
                                          <p:spTgt spid="47"/>
                                        </p:tgtEl>
                                        <p:attrNameLst>
                                          <p:attrName>style.visibility</p:attrName>
                                        </p:attrNameLst>
                                      </p:cBhvr>
                                      <p:to>
                                        <p:strVal val="hidden"/>
                                      </p:to>
                                    </p:set>
                                  </p:childTnLst>
                                </p:cTn>
                              </p:par>
                              <p:par>
                                <p:cTn id="50" presetID="22" presetClass="exit" presetSubtype="4" fill="hold" grpId="0" nodeType="withEffect">
                                  <p:stCondLst>
                                    <p:cond delay="0"/>
                                  </p:stCondLst>
                                  <p:childTnLst>
                                    <p:animEffect transition="out" filter="wipe(down)">
                                      <p:cBhvr>
                                        <p:cTn id="51" dur="1000"/>
                                        <p:tgtEl>
                                          <p:spTgt spid="48"/>
                                        </p:tgtEl>
                                      </p:cBhvr>
                                    </p:animEffect>
                                    <p:set>
                                      <p:cBhvr>
                                        <p:cTn id="52" dur="1" fill="hold">
                                          <p:stCondLst>
                                            <p:cond delay="999"/>
                                          </p:stCondLst>
                                        </p:cTn>
                                        <p:tgtEl>
                                          <p:spTgt spid="48"/>
                                        </p:tgtEl>
                                        <p:attrNameLst>
                                          <p:attrName>style.visibility</p:attrName>
                                        </p:attrNameLst>
                                      </p:cBhvr>
                                      <p:to>
                                        <p:strVal val="hidden"/>
                                      </p:to>
                                    </p:set>
                                  </p:childTnLst>
                                </p:cTn>
                              </p:par>
                              <p:par>
                                <p:cTn id="53" presetID="64" presetClass="path" presetSubtype="0" accel="50000" decel="50000" fill="hold" grpId="0" nodeType="withEffect">
                                  <p:stCondLst>
                                    <p:cond delay="0"/>
                                  </p:stCondLst>
                                  <p:childTnLst>
                                    <p:animMotion origin="layout" path="M -6.25E-7 -2.96296E-6 L -6.25E-7 -0.25 " pathEditMode="relative" rAng="0" ptsTypes="AA">
                                      <p:cBhvr>
                                        <p:cTn id="54" dur="2000" fill="hold"/>
                                        <p:tgtEl>
                                          <p:spTgt spid="49"/>
                                        </p:tgtEl>
                                        <p:attrNameLst>
                                          <p:attrName>ppt_x</p:attrName>
                                          <p:attrName>ppt_y</p:attrName>
                                        </p:attrNameLst>
                                      </p:cBhvr>
                                      <p:rCtr x="0" y="-12500"/>
                                    </p:animMotion>
                                  </p:childTnLst>
                                </p:cTn>
                              </p:par>
                              <p:par>
                                <p:cTn id="55" presetID="64" presetClass="path" presetSubtype="0" accel="50000" decel="50000" fill="hold" grpId="0" nodeType="withEffect">
                                  <p:stCondLst>
                                    <p:cond delay="0"/>
                                  </p:stCondLst>
                                  <p:childTnLst>
                                    <p:animMotion origin="layout" path="M -4.58333E-6 -2.96296E-6 L -4.58333E-6 -0.25 " pathEditMode="relative" rAng="0" ptsTypes="AA">
                                      <p:cBhvr>
                                        <p:cTn id="56" dur="2000" fill="hold"/>
                                        <p:tgtEl>
                                          <p:spTgt spid="50"/>
                                        </p:tgtEl>
                                        <p:attrNameLst>
                                          <p:attrName>ppt_x</p:attrName>
                                          <p:attrName>ppt_y</p:attrName>
                                        </p:attrNameLst>
                                      </p:cBhvr>
                                      <p:rCtr x="0" y="-12500"/>
                                    </p:animMotion>
                                  </p:childTnLst>
                                </p:cTn>
                              </p:par>
                              <p:par>
                                <p:cTn id="57" presetID="64" presetClass="path" presetSubtype="0" accel="50000" decel="50000" fill="hold" grpId="0" nodeType="withEffect">
                                  <p:stCondLst>
                                    <p:cond delay="0"/>
                                  </p:stCondLst>
                                  <p:childTnLst>
                                    <p:animMotion origin="layout" path="M 1.45833E-6 -2.96296E-6 L 1.45833E-6 -0.25 " pathEditMode="relative" rAng="0" ptsTypes="AA">
                                      <p:cBhvr>
                                        <p:cTn id="58" dur="2000" fill="hold"/>
                                        <p:tgtEl>
                                          <p:spTgt spid="51"/>
                                        </p:tgtEl>
                                        <p:attrNameLst>
                                          <p:attrName>ppt_x</p:attrName>
                                          <p:attrName>ppt_y</p:attrName>
                                        </p:attrNameLst>
                                      </p:cBhvr>
                                      <p:rCtr x="0" y="-12500"/>
                                    </p:animMotion>
                                  </p:childTnLst>
                                </p:cTn>
                              </p:par>
                              <p:par>
                                <p:cTn id="59" presetID="64" presetClass="path" presetSubtype="0" accel="50000" decel="50000" fill="hold" grpId="0" nodeType="withEffect">
                                  <p:stCondLst>
                                    <p:cond delay="0"/>
                                  </p:stCondLst>
                                  <p:childTnLst>
                                    <p:animMotion origin="layout" path="M -1.45833E-6 -2.96296E-6 L -1.45833E-6 -0.25 " pathEditMode="relative" rAng="0" ptsTypes="AA">
                                      <p:cBhvr>
                                        <p:cTn id="60" dur="2000" fill="hold"/>
                                        <p:tgtEl>
                                          <p:spTgt spid="52"/>
                                        </p:tgtEl>
                                        <p:attrNameLst>
                                          <p:attrName>ppt_x</p:attrName>
                                          <p:attrName>ppt_y</p:attrName>
                                        </p:attrNameLst>
                                      </p:cBhvr>
                                      <p:rCtr x="0" y="-12500"/>
                                    </p:animMotion>
                                  </p:childTnLst>
                                </p:cTn>
                              </p:par>
                              <p:par>
                                <p:cTn id="61" presetID="64" presetClass="path" presetSubtype="0" accel="50000" decel="50000" fill="hold" grpId="0" nodeType="withEffect">
                                  <p:stCondLst>
                                    <p:cond delay="0"/>
                                  </p:stCondLst>
                                  <p:childTnLst>
                                    <p:animMotion origin="layout" path="M -3.33333E-6 -1.48148E-6 L -3.33333E-6 -0.25 " pathEditMode="relative" rAng="0" ptsTypes="AA">
                                      <p:cBhvr>
                                        <p:cTn id="62" dur="2000" fill="hold"/>
                                        <p:tgtEl>
                                          <p:spTgt spid="53"/>
                                        </p:tgtEl>
                                        <p:attrNameLst>
                                          <p:attrName>ppt_x</p:attrName>
                                          <p:attrName>ppt_y</p:attrName>
                                        </p:attrNameLst>
                                      </p:cBhvr>
                                      <p:rCtr x="0" y="-12500"/>
                                    </p:animMotion>
                                  </p:childTnLst>
                                </p:cTn>
                              </p:par>
                              <p:par>
                                <p:cTn id="63" presetID="64" presetClass="path" presetSubtype="0" accel="50000" decel="50000" fill="hold" grpId="0" nodeType="withEffect">
                                  <p:stCondLst>
                                    <p:cond delay="0"/>
                                  </p:stCondLst>
                                  <p:childTnLst>
                                    <p:animMotion origin="layout" path="M 2.70833E-6 -1.48148E-6 L 2.70833E-6 -0.25 " pathEditMode="relative" rAng="0" ptsTypes="AA">
                                      <p:cBhvr>
                                        <p:cTn id="64" dur="2000" fill="hold"/>
                                        <p:tgtEl>
                                          <p:spTgt spid="54"/>
                                        </p:tgtEl>
                                        <p:attrNameLst>
                                          <p:attrName>ppt_x</p:attrName>
                                          <p:attrName>ppt_y</p:attrName>
                                        </p:attrNameLst>
                                      </p:cBhvr>
                                      <p:rCtr x="0" y="-12500"/>
                                    </p:animMotion>
                                  </p:childTnLst>
                                </p:cTn>
                              </p:par>
                              <p:par>
                                <p:cTn id="65" presetID="64" presetClass="path" presetSubtype="0" accel="50000" decel="50000" fill="hold" grpId="0" nodeType="withEffect">
                                  <p:stCondLst>
                                    <p:cond delay="0"/>
                                  </p:stCondLst>
                                  <p:childTnLst>
                                    <p:animMotion origin="layout" path="M -1.04167E-6 -1.48148E-6 L -1.04167E-6 -0.25 " pathEditMode="relative" rAng="0" ptsTypes="AA">
                                      <p:cBhvr>
                                        <p:cTn id="66" dur="2000" fill="hold"/>
                                        <p:tgtEl>
                                          <p:spTgt spid="55"/>
                                        </p:tgtEl>
                                        <p:attrNameLst>
                                          <p:attrName>ppt_x</p:attrName>
                                          <p:attrName>ppt_y</p:attrName>
                                        </p:attrNameLst>
                                      </p:cBhvr>
                                      <p:rCtr x="0" y="-12500"/>
                                    </p:animMotion>
                                  </p:childTnLst>
                                </p:cTn>
                              </p:par>
                              <p:par>
                                <p:cTn id="67" presetID="64" presetClass="path" presetSubtype="0" accel="50000" decel="50000" fill="hold" grpId="0" nodeType="withEffect">
                                  <p:stCondLst>
                                    <p:cond delay="0"/>
                                  </p:stCondLst>
                                  <p:childTnLst>
                                    <p:animMotion origin="layout" path="M -3.95833E-6 -1.48148E-6 L -3.95833E-6 -0.25 " pathEditMode="relative" rAng="0" ptsTypes="AA">
                                      <p:cBhvr>
                                        <p:cTn id="68" dur="2000" fill="hold"/>
                                        <p:tgtEl>
                                          <p:spTgt spid="56"/>
                                        </p:tgtEl>
                                        <p:attrNameLst>
                                          <p:attrName>ppt_x</p:attrName>
                                          <p:attrName>ppt_y</p:attrName>
                                        </p:attrNameLst>
                                      </p:cBhvr>
                                      <p:rCtr x="0" y="-12500"/>
                                    </p:animMotion>
                                  </p:childTnLst>
                                </p:cTn>
                              </p:par>
                              <p:par>
                                <p:cTn id="69" presetID="64" presetClass="path" presetSubtype="0" accel="50000" decel="50000" fill="hold" grpId="0" nodeType="withEffect">
                                  <p:stCondLst>
                                    <p:cond delay="0"/>
                                  </p:stCondLst>
                                  <p:childTnLst>
                                    <p:animMotion origin="layout" path="M -4.79167E-6 -2.96296E-6 L -4.79167E-6 -0.25 " pathEditMode="relative" rAng="0" ptsTypes="AA">
                                      <p:cBhvr>
                                        <p:cTn id="70" dur="2000" fill="hold"/>
                                        <p:tgtEl>
                                          <p:spTgt spid="57"/>
                                        </p:tgtEl>
                                        <p:attrNameLst>
                                          <p:attrName>ppt_x</p:attrName>
                                          <p:attrName>ppt_y</p:attrName>
                                        </p:attrNameLst>
                                      </p:cBhvr>
                                      <p:rCtr x="0" y="-12500"/>
                                    </p:animMotion>
                                  </p:childTnLst>
                                </p:cTn>
                              </p:par>
                              <p:par>
                                <p:cTn id="71" presetID="64" presetClass="path" presetSubtype="0" accel="50000" decel="50000" fill="hold" grpId="0" nodeType="withEffect">
                                  <p:stCondLst>
                                    <p:cond delay="0"/>
                                  </p:stCondLst>
                                  <p:childTnLst>
                                    <p:animMotion origin="layout" path="M 1.45833E-6 -2.96296E-6 L 1.45833E-6 -0.25 " pathEditMode="relative" rAng="0" ptsTypes="AA">
                                      <p:cBhvr>
                                        <p:cTn id="72" dur="2000" fill="hold"/>
                                        <p:tgtEl>
                                          <p:spTgt spid="58"/>
                                        </p:tgtEl>
                                        <p:attrNameLst>
                                          <p:attrName>ppt_x</p:attrName>
                                          <p:attrName>ppt_y</p:attrName>
                                        </p:attrNameLst>
                                      </p:cBhvr>
                                      <p:rCtr x="0" y="-12500"/>
                                    </p:animMotion>
                                  </p:childTnLst>
                                </p:cTn>
                              </p:par>
                              <p:par>
                                <p:cTn id="73" presetID="64" presetClass="path" presetSubtype="0" accel="50000" decel="50000" fill="hold" grpId="0" nodeType="withEffect">
                                  <p:stCondLst>
                                    <p:cond delay="0"/>
                                  </p:stCondLst>
                                  <p:childTnLst>
                                    <p:animMotion origin="layout" path="M -2.5E-6 -2.96296E-6 L -2.5E-6 -0.25 " pathEditMode="relative" rAng="0" ptsTypes="AA">
                                      <p:cBhvr>
                                        <p:cTn id="74" dur="2000" fill="hold"/>
                                        <p:tgtEl>
                                          <p:spTgt spid="59"/>
                                        </p:tgtEl>
                                        <p:attrNameLst>
                                          <p:attrName>ppt_x</p:attrName>
                                          <p:attrName>ppt_y</p:attrName>
                                        </p:attrNameLst>
                                      </p:cBhvr>
                                      <p:rCtr x="0" y="-12500"/>
                                    </p:animMotion>
                                  </p:childTnLst>
                                </p:cTn>
                              </p:par>
                              <p:par>
                                <p:cTn id="75" presetID="64" presetClass="path" presetSubtype="0" accel="50000" decel="50000" fill="hold" grpId="0" nodeType="withEffect">
                                  <p:stCondLst>
                                    <p:cond delay="0"/>
                                  </p:stCondLst>
                                  <p:childTnLst>
                                    <p:animMotion origin="layout" path="M 4.58333E-6 -2.96296E-6 L 4.58333E-6 -0.25 " pathEditMode="relative" rAng="0" ptsTypes="AA">
                                      <p:cBhvr>
                                        <p:cTn id="76" dur="2000" fill="hold"/>
                                        <p:tgtEl>
                                          <p:spTgt spid="60"/>
                                        </p:tgtEl>
                                        <p:attrNameLst>
                                          <p:attrName>ppt_x</p:attrName>
                                          <p:attrName>ppt_y</p:attrName>
                                        </p:attrNameLst>
                                      </p:cBhvr>
                                      <p:rCtr x="0" y="-12500"/>
                                    </p:animMotion>
                                  </p:childTnLst>
                                </p:cTn>
                              </p:par>
                              <p:par>
                                <p:cTn id="77" presetID="64" presetClass="path" presetSubtype="0" accel="50000" decel="50000" fill="hold" grpId="0" nodeType="withEffect">
                                  <p:stCondLst>
                                    <p:cond delay="0"/>
                                  </p:stCondLst>
                                  <p:childTnLst>
                                    <p:animMotion origin="layout" path="M 2.70833E-6 -1.48148E-6 L 2.70833E-6 -0.25 " pathEditMode="relative" rAng="0" ptsTypes="AA">
                                      <p:cBhvr>
                                        <p:cTn id="78" dur="2000" fill="hold"/>
                                        <p:tgtEl>
                                          <p:spTgt spid="61"/>
                                        </p:tgtEl>
                                        <p:attrNameLst>
                                          <p:attrName>ppt_x</p:attrName>
                                          <p:attrName>ppt_y</p:attrName>
                                        </p:attrNameLst>
                                      </p:cBhvr>
                                      <p:rCtr x="0" y="-12500"/>
                                    </p:animMotion>
                                  </p:childTnLst>
                                </p:cTn>
                              </p:par>
                              <p:par>
                                <p:cTn id="79" presetID="64" presetClass="path" presetSubtype="0" accel="50000" decel="50000" fill="hold" grpId="0" nodeType="withEffect">
                                  <p:stCondLst>
                                    <p:cond delay="0"/>
                                  </p:stCondLst>
                                  <p:childTnLst>
                                    <p:animMotion origin="layout" path="M -1.25E-6 -1.48148E-6 L -1.25E-6 -0.25 " pathEditMode="relative" rAng="0" ptsTypes="AA">
                                      <p:cBhvr>
                                        <p:cTn id="80" dur="2000" fill="hold"/>
                                        <p:tgtEl>
                                          <p:spTgt spid="62"/>
                                        </p:tgtEl>
                                        <p:attrNameLst>
                                          <p:attrName>ppt_x</p:attrName>
                                          <p:attrName>ppt_y</p:attrName>
                                        </p:attrNameLst>
                                      </p:cBhvr>
                                      <p:rCtr x="0" y="-12500"/>
                                    </p:animMotion>
                                  </p:childTnLst>
                                </p:cTn>
                              </p:par>
                              <p:par>
                                <p:cTn id="81" presetID="64" presetClass="path" presetSubtype="0" accel="50000" decel="50000" fill="hold" grpId="0" nodeType="withEffect">
                                  <p:stCondLst>
                                    <p:cond delay="0"/>
                                  </p:stCondLst>
                                  <p:childTnLst>
                                    <p:animMotion origin="layout" path="M 5E-6 -1.48148E-6 L 5E-6 -0.25 " pathEditMode="relative" rAng="0" ptsTypes="AA">
                                      <p:cBhvr>
                                        <p:cTn id="82" dur="2000" fill="hold"/>
                                        <p:tgtEl>
                                          <p:spTgt spid="63"/>
                                        </p:tgtEl>
                                        <p:attrNameLst>
                                          <p:attrName>ppt_x</p:attrName>
                                          <p:attrName>ppt_y</p:attrName>
                                        </p:attrNameLst>
                                      </p:cBhvr>
                                      <p:rCtr x="0" y="-12500"/>
                                    </p:animMotion>
                                  </p:childTnLst>
                                </p:cTn>
                              </p:par>
                              <p:par>
                                <p:cTn id="83" presetID="64" presetClass="path" presetSubtype="0" accel="50000" decel="50000" fill="hold" grpId="0" nodeType="withEffect">
                                  <p:stCondLst>
                                    <p:cond delay="0"/>
                                  </p:stCondLst>
                                  <p:childTnLst>
                                    <p:animMotion origin="layout" path="M 2.08333E-6 -1.48148E-6 L 2.08333E-6 -0.25 " pathEditMode="relative" rAng="0" ptsTypes="AA">
                                      <p:cBhvr>
                                        <p:cTn id="84" dur="2000" fill="hold"/>
                                        <p:tgtEl>
                                          <p:spTgt spid="6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72D95-B87B-F848-1305-6C8E87C5B752}"/>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9048CF42-A79C-5E68-BBAA-CBFAE9CE06FF}"/>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sp>
        <p:nvSpPr>
          <p:cNvPr id="6" name="Rounded Rectangle 5">
            <a:extLst>
              <a:ext uri="{FF2B5EF4-FFF2-40B4-BE49-F238E27FC236}">
                <a16:creationId xmlns:a16="http://schemas.microsoft.com/office/drawing/2014/main" id="{7B764E55-A8CF-47CE-1DEC-E5F7D89D6D3E}"/>
              </a:ext>
            </a:extLst>
          </p:cNvPr>
          <p:cNvSpPr>
            <a:spLocks noGrp="1"/>
          </p:cNvSpPr>
          <p:nvPr/>
        </p:nvSpPr>
        <p:spPr>
          <a:xfrm>
            <a:off x="119742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8" name="Rounded Rectangle 7">
            <a:extLst>
              <a:ext uri="{FF2B5EF4-FFF2-40B4-BE49-F238E27FC236}">
                <a16:creationId xmlns:a16="http://schemas.microsoft.com/office/drawing/2014/main" id="{79BF14D4-8E28-E3E9-3439-D54989397897}"/>
              </a:ext>
            </a:extLst>
          </p:cNvPr>
          <p:cNvSpPr>
            <a:spLocks noGrp="1"/>
          </p:cNvSpPr>
          <p:nvPr/>
        </p:nvSpPr>
        <p:spPr>
          <a:xfrm>
            <a:off x="1607978"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EFC5C888-218E-2FF7-85D6-CA7C0B83286F}"/>
              </a:ext>
            </a:extLst>
          </p:cNvPr>
          <p:cNvSpPr>
            <a:spLocks noGrp="1"/>
          </p:cNvSpPr>
          <p:nvPr/>
        </p:nvSpPr>
        <p:spPr>
          <a:xfrm>
            <a:off x="2018528" y="2791379"/>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5" name="Rounded Rectangle 34">
            <a:extLst>
              <a:ext uri="{FF2B5EF4-FFF2-40B4-BE49-F238E27FC236}">
                <a16:creationId xmlns:a16="http://schemas.microsoft.com/office/drawing/2014/main" id="{DF0ECDC4-C694-0CD1-A951-B7C1FCFD851D}"/>
              </a:ext>
            </a:extLst>
          </p:cNvPr>
          <p:cNvSpPr>
            <a:spLocks noGrp="1"/>
          </p:cNvSpPr>
          <p:nvPr/>
        </p:nvSpPr>
        <p:spPr>
          <a:xfrm>
            <a:off x="2421839"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75000"/>
                </a:schemeClr>
              </a:solidFill>
            </a:endParaRPr>
          </a:p>
        </p:txBody>
      </p:sp>
      <p:sp>
        <p:nvSpPr>
          <p:cNvPr id="37" name="Rounded Rectangle 36">
            <a:extLst>
              <a:ext uri="{FF2B5EF4-FFF2-40B4-BE49-F238E27FC236}">
                <a16:creationId xmlns:a16="http://schemas.microsoft.com/office/drawing/2014/main" id="{7FB356BC-C84E-FCBD-EA8F-22067A01A327}"/>
              </a:ext>
            </a:extLst>
          </p:cNvPr>
          <p:cNvSpPr>
            <a:spLocks noGrp="1"/>
          </p:cNvSpPr>
          <p:nvPr/>
        </p:nvSpPr>
        <p:spPr>
          <a:xfrm>
            <a:off x="30462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38" name="Rounded Rectangle 37">
            <a:extLst>
              <a:ext uri="{FF2B5EF4-FFF2-40B4-BE49-F238E27FC236}">
                <a16:creationId xmlns:a16="http://schemas.microsoft.com/office/drawing/2014/main" id="{265DBF86-6FCD-6A39-E0E4-43C811EE1994}"/>
              </a:ext>
            </a:extLst>
          </p:cNvPr>
          <p:cNvSpPr>
            <a:spLocks noGrp="1"/>
          </p:cNvSpPr>
          <p:nvPr/>
        </p:nvSpPr>
        <p:spPr>
          <a:xfrm>
            <a:off x="345680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32805574-FE86-EBCA-9A89-58E489E5001C}"/>
              </a:ext>
            </a:extLst>
          </p:cNvPr>
          <p:cNvSpPr>
            <a:spLocks noGrp="1"/>
          </p:cNvSpPr>
          <p:nvPr/>
        </p:nvSpPr>
        <p:spPr>
          <a:xfrm>
            <a:off x="38673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0" name="Rounded Rectangle 39">
            <a:extLst>
              <a:ext uri="{FF2B5EF4-FFF2-40B4-BE49-F238E27FC236}">
                <a16:creationId xmlns:a16="http://schemas.microsoft.com/office/drawing/2014/main" id="{5585F61B-8C64-98B7-8E72-97BCB2F176C6}"/>
              </a:ext>
            </a:extLst>
          </p:cNvPr>
          <p:cNvSpPr>
            <a:spLocks noGrp="1"/>
          </p:cNvSpPr>
          <p:nvPr/>
        </p:nvSpPr>
        <p:spPr>
          <a:xfrm>
            <a:off x="4270664"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1" name="Rounded Rectangle 40">
            <a:extLst>
              <a:ext uri="{FF2B5EF4-FFF2-40B4-BE49-F238E27FC236}">
                <a16:creationId xmlns:a16="http://schemas.microsoft.com/office/drawing/2014/main" id="{234A3FE1-9B9A-D91B-3B8C-F89156934EF7}"/>
              </a:ext>
            </a:extLst>
          </p:cNvPr>
          <p:cNvSpPr>
            <a:spLocks noGrp="1"/>
          </p:cNvSpPr>
          <p:nvPr/>
        </p:nvSpPr>
        <p:spPr>
          <a:xfrm>
            <a:off x="48856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2" name="Rounded Rectangle 41">
            <a:extLst>
              <a:ext uri="{FF2B5EF4-FFF2-40B4-BE49-F238E27FC236}">
                <a16:creationId xmlns:a16="http://schemas.microsoft.com/office/drawing/2014/main" id="{1D0B54D4-F8C3-2F8E-A4E9-218796707907}"/>
              </a:ext>
            </a:extLst>
          </p:cNvPr>
          <p:cNvSpPr>
            <a:spLocks noGrp="1"/>
          </p:cNvSpPr>
          <p:nvPr/>
        </p:nvSpPr>
        <p:spPr>
          <a:xfrm>
            <a:off x="5296154"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3" name="Rounded Rectangle 42">
            <a:extLst>
              <a:ext uri="{FF2B5EF4-FFF2-40B4-BE49-F238E27FC236}">
                <a16:creationId xmlns:a16="http://schemas.microsoft.com/office/drawing/2014/main" id="{33DB605E-AE1D-7D56-07C3-272C57E3EB1D}"/>
              </a:ext>
            </a:extLst>
          </p:cNvPr>
          <p:cNvSpPr>
            <a:spLocks noGrp="1"/>
          </p:cNvSpPr>
          <p:nvPr/>
        </p:nvSpPr>
        <p:spPr>
          <a:xfrm>
            <a:off x="57067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39AC00A0-C815-F5BB-9CB2-8D455AF60F1F}"/>
              </a:ext>
            </a:extLst>
          </p:cNvPr>
          <p:cNvSpPr>
            <a:spLocks noGrp="1"/>
          </p:cNvSpPr>
          <p:nvPr/>
        </p:nvSpPr>
        <p:spPr>
          <a:xfrm>
            <a:off x="6110015"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5" name="Rounded Rectangle 44">
            <a:extLst>
              <a:ext uri="{FF2B5EF4-FFF2-40B4-BE49-F238E27FC236}">
                <a16:creationId xmlns:a16="http://schemas.microsoft.com/office/drawing/2014/main" id="{699D393C-7E12-32D4-B220-899237CF9D85}"/>
              </a:ext>
            </a:extLst>
          </p:cNvPr>
          <p:cNvSpPr>
            <a:spLocks noGrp="1"/>
          </p:cNvSpPr>
          <p:nvPr/>
        </p:nvSpPr>
        <p:spPr>
          <a:xfrm>
            <a:off x="6734429"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6" name="Rounded Rectangle 45">
            <a:extLst>
              <a:ext uri="{FF2B5EF4-FFF2-40B4-BE49-F238E27FC236}">
                <a16:creationId xmlns:a16="http://schemas.microsoft.com/office/drawing/2014/main" id="{E82597AF-90EC-191F-D957-8EC3C9E500CF}"/>
              </a:ext>
            </a:extLst>
          </p:cNvPr>
          <p:cNvSpPr>
            <a:spLocks noGrp="1"/>
          </p:cNvSpPr>
          <p:nvPr/>
        </p:nvSpPr>
        <p:spPr>
          <a:xfrm>
            <a:off x="714497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7" name="Rounded Rectangle 46">
            <a:extLst>
              <a:ext uri="{FF2B5EF4-FFF2-40B4-BE49-F238E27FC236}">
                <a16:creationId xmlns:a16="http://schemas.microsoft.com/office/drawing/2014/main" id="{AAEFEDEB-4A7D-ED57-6071-FB7EAFF91561}"/>
              </a:ext>
            </a:extLst>
          </p:cNvPr>
          <p:cNvSpPr>
            <a:spLocks noGrp="1"/>
          </p:cNvSpPr>
          <p:nvPr/>
        </p:nvSpPr>
        <p:spPr>
          <a:xfrm>
            <a:off x="755552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8" name="Rounded Rectangle 47">
            <a:extLst>
              <a:ext uri="{FF2B5EF4-FFF2-40B4-BE49-F238E27FC236}">
                <a16:creationId xmlns:a16="http://schemas.microsoft.com/office/drawing/2014/main" id="{EE346152-35B2-4AD3-4936-EDA0CB49B25A}"/>
              </a:ext>
            </a:extLst>
          </p:cNvPr>
          <p:cNvSpPr>
            <a:spLocks noGrp="1"/>
          </p:cNvSpPr>
          <p:nvPr/>
        </p:nvSpPr>
        <p:spPr>
          <a:xfrm>
            <a:off x="7958840"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9" name="Rounded Rectangle 48">
            <a:extLst>
              <a:ext uri="{FF2B5EF4-FFF2-40B4-BE49-F238E27FC236}">
                <a16:creationId xmlns:a16="http://schemas.microsoft.com/office/drawing/2014/main" id="{08E2D205-099D-66DB-7C28-DB7777BAC086}"/>
              </a:ext>
            </a:extLst>
          </p:cNvPr>
          <p:cNvSpPr>
            <a:spLocks noGrp="1"/>
          </p:cNvSpPr>
          <p:nvPr/>
        </p:nvSpPr>
        <p:spPr>
          <a:xfrm>
            <a:off x="1197428" y="4495745"/>
            <a:ext cx="360000" cy="360000"/>
          </a:xfrm>
          <a:prstGeom prst="roundRect">
            <a:avLst>
              <a:gd name="adj" fmla="val 11290"/>
            </a:avLst>
          </a:prstGeom>
          <a:solidFill>
            <a:srgbClr val="A50908"/>
          </a:solidFill>
          <a:ln w="0">
            <a:noFill/>
          </a:ln>
        </p:spPr>
        <p:txBody>
          <a:bodyPr/>
          <a:lstStyle/>
          <a:p>
            <a:endParaRPr lang="en-US"/>
          </a:p>
        </p:txBody>
      </p:sp>
      <p:sp>
        <p:nvSpPr>
          <p:cNvPr id="50" name="Rounded Rectangle 49">
            <a:extLst>
              <a:ext uri="{FF2B5EF4-FFF2-40B4-BE49-F238E27FC236}">
                <a16:creationId xmlns:a16="http://schemas.microsoft.com/office/drawing/2014/main" id="{45B6FF06-91A2-0373-2EE2-F589F53919BA}"/>
              </a:ext>
            </a:extLst>
          </p:cNvPr>
          <p:cNvSpPr>
            <a:spLocks noGrp="1"/>
          </p:cNvSpPr>
          <p:nvPr/>
        </p:nvSpPr>
        <p:spPr>
          <a:xfrm>
            <a:off x="160797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1" name="Rounded Rectangle 50">
            <a:extLst>
              <a:ext uri="{FF2B5EF4-FFF2-40B4-BE49-F238E27FC236}">
                <a16:creationId xmlns:a16="http://schemas.microsoft.com/office/drawing/2014/main" id="{499DF7B1-C8AF-590A-7E40-8665B3C74BEE}"/>
              </a:ext>
            </a:extLst>
          </p:cNvPr>
          <p:cNvSpPr>
            <a:spLocks noGrp="1"/>
          </p:cNvSpPr>
          <p:nvPr/>
        </p:nvSpPr>
        <p:spPr>
          <a:xfrm>
            <a:off x="201852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2" name="Rounded Rectangle 51">
            <a:extLst>
              <a:ext uri="{FF2B5EF4-FFF2-40B4-BE49-F238E27FC236}">
                <a16:creationId xmlns:a16="http://schemas.microsoft.com/office/drawing/2014/main" id="{3D823450-41D5-6D7D-F294-8F91D13EDAE0}"/>
              </a:ext>
            </a:extLst>
          </p:cNvPr>
          <p:cNvSpPr>
            <a:spLocks noGrp="1"/>
          </p:cNvSpPr>
          <p:nvPr/>
        </p:nvSpPr>
        <p:spPr>
          <a:xfrm>
            <a:off x="2421839" y="449574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3" name="Rounded Rectangle 52">
            <a:extLst>
              <a:ext uri="{FF2B5EF4-FFF2-40B4-BE49-F238E27FC236}">
                <a16:creationId xmlns:a16="http://schemas.microsoft.com/office/drawing/2014/main" id="{F14DFD11-CE7C-369D-84C9-ADA2801F03C2}"/>
              </a:ext>
            </a:extLst>
          </p:cNvPr>
          <p:cNvSpPr>
            <a:spLocks noGrp="1"/>
          </p:cNvSpPr>
          <p:nvPr/>
        </p:nvSpPr>
        <p:spPr>
          <a:xfrm>
            <a:off x="3046253" y="4494948"/>
            <a:ext cx="360000" cy="360000"/>
          </a:xfrm>
          <a:prstGeom prst="roundRect">
            <a:avLst>
              <a:gd name="adj" fmla="val 11290"/>
            </a:avLst>
          </a:prstGeom>
          <a:solidFill>
            <a:srgbClr val="A50908"/>
          </a:solidFill>
          <a:ln w="0">
            <a:noFill/>
          </a:ln>
        </p:spPr>
        <p:txBody>
          <a:bodyPr/>
          <a:lstStyle/>
          <a:p>
            <a:endParaRPr lang="en-US"/>
          </a:p>
        </p:txBody>
      </p:sp>
      <p:sp>
        <p:nvSpPr>
          <p:cNvPr id="54" name="Rounded Rectangle 53">
            <a:extLst>
              <a:ext uri="{FF2B5EF4-FFF2-40B4-BE49-F238E27FC236}">
                <a16:creationId xmlns:a16="http://schemas.microsoft.com/office/drawing/2014/main" id="{52CC5F09-3907-DD9A-DE67-6F18B5A25403}"/>
              </a:ext>
            </a:extLst>
          </p:cNvPr>
          <p:cNvSpPr>
            <a:spLocks noGrp="1"/>
          </p:cNvSpPr>
          <p:nvPr/>
        </p:nvSpPr>
        <p:spPr>
          <a:xfrm>
            <a:off x="345680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5" name="Rounded Rectangle 54">
            <a:extLst>
              <a:ext uri="{FF2B5EF4-FFF2-40B4-BE49-F238E27FC236}">
                <a16:creationId xmlns:a16="http://schemas.microsoft.com/office/drawing/2014/main" id="{6F748499-954D-E875-71C4-37B8FB04989D}"/>
              </a:ext>
            </a:extLst>
          </p:cNvPr>
          <p:cNvSpPr>
            <a:spLocks noGrp="1"/>
          </p:cNvSpPr>
          <p:nvPr/>
        </p:nvSpPr>
        <p:spPr>
          <a:xfrm>
            <a:off x="3867353"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055C0C98-88BA-9909-4567-FDBB4585ABA9}"/>
              </a:ext>
            </a:extLst>
          </p:cNvPr>
          <p:cNvSpPr>
            <a:spLocks noGrp="1"/>
          </p:cNvSpPr>
          <p:nvPr/>
        </p:nvSpPr>
        <p:spPr>
          <a:xfrm>
            <a:off x="4270664" y="4494948"/>
            <a:ext cx="360000" cy="360000"/>
          </a:xfrm>
          <a:prstGeom prst="roundRect">
            <a:avLst>
              <a:gd name="adj" fmla="val 11290"/>
            </a:avLst>
          </a:prstGeom>
          <a:solidFill>
            <a:srgbClr val="A50908"/>
          </a:solidFill>
          <a:ln w="0">
            <a:noFill/>
          </a:ln>
        </p:spPr>
        <p:txBody>
          <a:bodyPr/>
          <a:lstStyle/>
          <a:p>
            <a:endParaRPr lang="en-US"/>
          </a:p>
        </p:txBody>
      </p:sp>
      <p:sp>
        <p:nvSpPr>
          <p:cNvPr id="57" name="Rounded Rectangle 56">
            <a:extLst>
              <a:ext uri="{FF2B5EF4-FFF2-40B4-BE49-F238E27FC236}">
                <a16:creationId xmlns:a16="http://schemas.microsoft.com/office/drawing/2014/main" id="{C34D655D-448F-85FA-8CA0-88A44A73FBAA}"/>
              </a:ext>
            </a:extLst>
          </p:cNvPr>
          <p:cNvSpPr>
            <a:spLocks noGrp="1"/>
          </p:cNvSpPr>
          <p:nvPr/>
        </p:nvSpPr>
        <p:spPr>
          <a:xfrm>
            <a:off x="4885604" y="4495745"/>
            <a:ext cx="360000" cy="360000"/>
          </a:xfrm>
          <a:prstGeom prst="roundRect">
            <a:avLst>
              <a:gd name="adj" fmla="val 11290"/>
            </a:avLst>
          </a:prstGeom>
          <a:solidFill>
            <a:srgbClr val="A50908"/>
          </a:solidFill>
          <a:ln w="0">
            <a:noFill/>
          </a:ln>
        </p:spPr>
        <p:txBody>
          <a:bodyPr/>
          <a:lstStyle/>
          <a:p>
            <a:endParaRPr lang="en-US"/>
          </a:p>
        </p:txBody>
      </p:sp>
      <p:sp>
        <p:nvSpPr>
          <p:cNvPr id="58" name="Rounded Rectangle 57">
            <a:extLst>
              <a:ext uri="{FF2B5EF4-FFF2-40B4-BE49-F238E27FC236}">
                <a16:creationId xmlns:a16="http://schemas.microsoft.com/office/drawing/2014/main" id="{9A53763A-5D23-7906-3E51-922D9885685B}"/>
              </a:ext>
            </a:extLst>
          </p:cNvPr>
          <p:cNvSpPr>
            <a:spLocks noGrp="1"/>
          </p:cNvSpPr>
          <p:nvPr/>
        </p:nvSpPr>
        <p:spPr>
          <a:xfrm>
            <a:off x="5296154"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9" name="Rounded Rectangle 58">
            <a:extLst>
              <a:ext uri="{FF2B5EF4-FFF2-40B4-BE49-F238E27FC236}">
                <a16:creationId xmlns:a16="http://schemas.microsoft.com/office/drawing/2014/main" id="{E53DDE72-2C05-4412-BDED-DBEF2C9CB6B8}"/>
              </a:ext>
            </a:extLst>
          </p:cNvPr>
          <p:cNvSpPr>
            <a:spLocks noGrp="1"/>
          </p:cNvSpPr>
          <p:nvPr/>
        </p:nvSpPr>
        <p:spPr>
          <a:xfrm>
            <a:off x="5706704"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0" name="Rounded Rectangle 59">
            <a:extLst>
              <a:ext uri="{FF2B5EF4-FFF2-40B4-BE49-F238E27FC236}">
                <a16:creationId xmlns:a16="http://schemas.microsoft.com/office/drawing/2014/main" id="{D4A3640E-AE93-6EF2-E1BF-C46F189F16C0}"/>
              </a:ext>
            </a:extLst>
          </p:cNvPr>
          <p:cNvSpPr>
            <a:spLocks noGrp="1"/>
          </p:cNvSpPr>
          <p:nvPr/>
        </p:nvSpPr>
        <p:spPr>
          <a:xfrm>
            <a:off x="6110015" y="4495745"/>
            <a:ext cx="360000" cy="360000"/>
          </a:xfrm>
          <a:prstGeom prst="roundRect">
            <a:avLst>
              <a:gd name="adj" fmla="val 11290"/>
            </a:avLst>
          </a:prstGeom>
          <a:solidFill>
            <a:srgbClr val="A50908"/>
          </a:solidFill>
          <a:ln w="0">
            <a:noFill/>
          </a:ln>
        </p:spPr>
        <p:txBody>
          <a:bodyPr/>
          <a:lstStyle/>
          <a:p>
            <a:endParaRPr lang="en-US"/>
          </a:p>
        </p:txBody>
      </p:sp>
      <p:sp>
        <p:nvSpPr>
          <p:cNvPr id="61" name="Rounded Rectangle 60">
            <a:extLst>
              <a:ext uri="{FF2B5EF4-FFF2-40B4-BE49-F238E27FC236}">
                <a16:creationId xmlns:a16="http://schemas.microsoft.com/office/drawing/2014/main" id="{6B938F31-7E02-5DA8-D285-610C034298E7}"/>
              </a:ext>
            </a:extLst>
          </p:cNvPr>
          <p:cNvSpPr>
            <a:spLocks noGrp="1"/>
          </p:cNvSpPr>
          <p:nvPr/>
        </p:nvSpPr>
        <p:spPr>
          <a:xfrm>
            <a:off x="6734429" y="44949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62" name="Rounded Rectangle 61">
            <a:extLst>
              <a:ext uri="{FF2B5EF4-FFF2-40B4-BE49-F238E27FC236}">
                <a16:creationId xmlns:a16="http://schemas.microsoft.com/office/drawing/2014/main" id="{52C75C07-7370-C4B5-A55A-860995F828DF}"/>
              </a:ext>
            </a:extLst>
          </p:cNvPr>
          <p:cNvSpPr>
            <a:spLocks noGrp="1"/>
          </p:cNvSpPr>
          <p:nvPr/>
        </p:nvSpPr>
        <p:spPr>
          <a:xfrm>
            <a:off x="714497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3" name="Rounded Rectangle 62">
            <a:extLst>
              <a:ext uri="{FF2B5EF4-FFF2-40B4-BE49-F238E27FC236}">
                <a16:creationId xmlns:a16="http://schemas.microsoft.com/office/drawing/2014/main" id="{63CDC3DA-DD39-64F4-8F3B-F875BC4A887B}"/>
              </a:ext>
            </a:extLst>
          </p:cNvPr>
          <p:cNvSpPr>
            <a:spLocks noGrp="1"/>
          </p:cNvSpPr>
          <p:nvPr/>
        </p:nvSpPr>
        <p:spPr>
          <a:xfrm>
            <a:off x="7555529"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4" name="Rounded Rectangle 63">
            <a:extLst>
              <a:ext uri="{FF2B5EF4-FFF2-40B4-BE49-F238E27FC236}">
                <a16:creationId xmlns:a16="http://schemas.microsoft.com/office/drawing/2014/main" id="{9290D16F-42DE-7D53-DCCC-E61B0E05D2C6}"/>
              </a:ext>
            </a:extLst>
          </p:cNvPr>
          <p:cNvSpPr>
            <a:spLocks noGrp="1"/>
          </p:cNvSpPr>
          <p:nvPr/>
        </p:nvSpPr>
        <p:spPr>
          <a:xfrm>
            <a:off x="7958840" y="4494948"/>
            <a:ext cx="360000" cy="360000"/>
          </a:xfrm>
          <a:prstGeom prst="roundRect">
            <a:avLst>
              <a:gd name="adj" fmla="val 11290"/>
            </a:avLst>
          </a:prstGeom>
          <a:solidFill>
            <a:srgbClr val="A50908"/>
          </a:solidFill>
          <a:ln w="0">
            <a:noFill/>
          </a:ln>
        </p:spPr>
        <p:txBody>
          <a:bodyPr/>
          <a:lstStyle/>
          <a:p>
            <a:endParaRPr lang="en-US"/>
          </a:p>
        </p:txBody>
      </p:sp>
      <p:sp>
        <p:nvSpPr>
          <p:cNvPr id="69" name="Text 0">
            <a:extLst>
              <a:ext uri="{FF2B5EF4-FFF2-40B4-BE49-F238E27FC236}">
                <a16:creationId xmlns:a16="http://schemas.microsoft.com/office/drawing/2014/main" id="{E94C1CDF-9404-A916-FD2B-7B89C3A0529A}"/>
              </a:ext>
            </a:extLst>
          </p:cNvPr>
          <p:cNvSpPr/>
          <p:nvPr/>
        </p:nvSpPr>
        <p:spPr>
          <a:xfrm>
            <a:off x="497145" y="1732651"/>
            <a:ext cx="2959658" cy="411480"/>
          </a:xfrm>
          <a:prstGeom prst="rect">
            <a:avLst/>
          </a:prstGeom>
          <a:noFill/>
          <a:ln/>
        </p:spPr>
        <p:txBody>
          <a:bodyPr wrap="square" lIns="0" tIns="0" rIns="0" bIns="0" rtlCol="0" anchor="ctr">
            <a:normAutofit/>
          </a:bodyPr>
          <a:lstStyle/>
          <a:p>
            <a:r>
              <a:rPr lang="en-GB" sz="2400" b="1" dirty="0"/>
              <a:t>Same Trigger Context</a:t>
            </a:r>
            <a:endParaRPr lang="en-US" sz="2400" b="1" dirty="0">
              <a:solidFill>
                <a:srgbClr val="C00000"/>
              </a:solidFill>
            </a:endParaRPr>
          </a:p>
        </p:txBody>
      </p:sp>
      <p:sp>
        <p:nvSpPr>
          <p:cNvPr id="70" name="Text 0">
            <a:extLst>
              <a:ext uri="{FF2B5EF4-FFF2-40B4-BE49-F238E27FC236}">
                <a16:creationId xmlns:a16="http://schemas.microsoft.com/office/drawing/2014/main" id="{63DB9208-56C9-3B24-3A2D-16C95CCBE5F2}"/>
              </a:ext>
            </a:extLst>
          </p:cNvPr>
          <p:cNvSpPr/>
          <p:nvPr/>
        </p:nvSpPr>
        <p:spPr>
          <a:xfrm>
            <a:off x="1197428" y="2298219"/>
            <a:ext cx="2503959" cy="447665"/>
          </a:xfrm>
          <a:prstGeom prst="rect">
            <a:avLst/>
          </a:prstGeom>
          <a:noFill/>
          <a:ln/>
        </p:spPr>
        <p:txBody>
          <a:bodyPr wrap="square" lIns="0" tIns="0" rIns="0" bIns="0" rtlCol="0" anchor="ctr">
            <a:normAutofit/>
          </a:bodyPr>
          <a:lstStyle/>
          <a:p>
            <a:r>
              <a:rPr lang="en-GB" sz="2400" b="1" dirty="0"/>
              <a:t>Stored Pattern</a:t>
            </a:r>
            <a:endParaRPr lang="en-US" sz="2400" b="1" dirty="0">
              <a:solidFill>
                <a:srgbClr val="C00000"/>
              </a:solidFill>
            </a:endParaRPr>
          </a:p>
        </p:txBody>
      </p:sp>
      <p:sp>
        <p:nvSpPr>
          <p:cNvPr id="71" name="Text 0">
            <a:extLst>
              <a:ext uri="{FF2B5EF4-FFF2-40B4-BE49-F238E27FC236}">
                <a16:creationId xmlns:a16="http://schemas.microsoft.com/office/drawing/2014/main" id="{93FB7B37-6417-2197-77AA-A81A0A4E2229}"/>
              </a:ext>
            </a:extLst>
          </p:cNvPr>
          <p:cNvSpPr/>
          <p:nvPr/>
        </p:nvSpPr>
        <p:spPr>
          <a:xfrm>
            <a:off x="1197428" y="4004316"/>
            <a:ext cx="2503959" cy="447665"/>
          </a:xfrm>
          <a:prstGeom prst="rect">
            <a:avLst/>
          </a:prstGeom>
          <a:noFill/>
          <a:ln/>
        </p:spPr>
        <p:txBody>
          <a:bodyPr wrap="square" lIns="0" tIns="0" rIns="0" bIns="0" rtlCol="0" anchor="ctr">
            <a:normAutofit/>
          </a:bodyPr>
          <a:lstStyle/>
          <a:p>
            <a:r>
              <a:rPr lang="en-GB" sz="2400" b="1" dirty="0">
                <a:solidFill>
                  <a:srgbClr val="A50908"/>
                </a:solidFill>
              </a:rPr>
              <a:t>New Observation</a:t>
            </a:r>
            <a:endParaRPr lang="en-US" sz="2400" b="1" dirty="0">
              <a:solidFill>
                <a:srgbClr val="A50908"/>
              </a:solidFill>
            </a:endParaRPr>
          </a:p>
        </p:txBody>
      </p:sp>
      <p:sp>
        <p:nvSpPr>
          <p:cNvPr id="7" name="Text 0">
            <a:extLst>
              <a:ext uri="{FF2B5EF4-FFF2-40B4-BE49-F238E27FC236}">
                <a16:creationId xmlns:a16="http://schemas.microsoft.com/office/drawing/2014/main" id="{C3FC20AA-4622-6531-91A6-2462F75F75FB}"/>
              </a:ext>
            </a:extLst>
          </p:cNvPr>
          <p:cNvSpPr/>
          <p:nvPr/>
        </p:nvSpPr>
        <p:spPr>
          <a:xfrm>
            <a:off x="9922739" y="3543344"/>
            <a:ext cx="2959658" cy="411480"/>
          </a:xfrm>
          <a:prstGeom prst="rect">
            <a:avLst/>
          </a:prstGeom>
          <a:noFill/>
          <a:ln/>
        </p:spPr>
        <p:txBody>
          <a:bodyPr wrap="square" lIns="0" tIns="0" rIns="0" bIns="0" rtlCol="0" anchor="ctr">
            <a:noAutofit/>
          </a:bodyPr>
          <a:lstStyle/>
          <a:p>
            <a:r>
              <a:rPr lang="en-GB" sz="3200" b="1" dirty="0"/>
              <a:t>Replace?</a:t>
            </a:r>
            <a:endParaRPr lang="en-US" sz="3200" b="1" dirty="0">
              <a:solidFill>
                <a:srgbClr val="C00000"/>
              </a:solidFill>
            </a:endParaRPr>
          </a:p>
        </p:txBody>
      </p:sp>
      <p:sp>
        <p:nvSpPr>
          <p:cNvPr id="9" name="Curved Left Arrow 8">
            <a:extLst>
              <a:ext uri="{FF2B5EF4-FFF2-40B4-BE49-F238E27FC236}">
                <a16:creationId xmlns:a16="http://schemas.microsoft.com/office/drawing/2014/main" id="{B9D84FFB-CFAF-F8BB-22E9-514CE17F3773}"/>
              </a:ext>
            </a:extLst>
          </p:cNvPr>
          <p:cNvSpPr/>
          <p:nvPr/>
        </p:nvSpPr>
        <p:spPr>
          <a:xfrm flipV="1">
            <a:off x="8847185" y="3099651"/>
            <a:ext cx="913502" cy="1328512"/>
          </a:xfrm>
          <a:prstGeom prst="curvedLeftArrow">
            <a:avLst>
              <a:gd name="adj1" fmla="val 34923"/>
              <a:gd name="adj2" fmla="val 59164"/>
              <a:gd name="adj3" fmla="val 25000"/>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Footer Placeholder 1">
            <a:extLst>
              <a:ext uri="{FF2B5EF4-FFF2-40B4-BE49-F238E27FC236}">
                <a16:creationId xmlns:a16="http://schemas.microsoft.com/office/drawing/2014/main" id="{87B10EA8-8CA7-9CFE-C0DA-59C79D9747A1}"/>
              </a:ext>
            </a:extLst>
          </p:cNvPr>
          <p:cNvSpPr>
            <a:spLocks noGrp="1"/>
          </p:cNvSpPr>
          <p:nvPr>
            <p:ph type="ftr" sz="quarter" idx="11"/>
          </p:nvPr>
        </p:nvSpPr>
        <p:spPr/>
        <p:txBody>
          <a:bodyPr/>
          <a:lstStyle/>
          <a:p>
            <a:r>
              <a:rPr lang="en-US"/>
              <a:t>yh653@cam.ac.uk</a:t>
            </a:r>
            <a:endParaRPr lang="en-GB" sz="1600" dirty="0"/>
          </a:p>
        </p:txBody>
      </p:sp>
      <p:sp>
        <p:nvSpPr>
          <p:cNvPr id="5" name="Slide Number Placeholder 4">
            <a:extLst>
              <a:ext uri="{FF2B5EF4-FFF2-40B4-BE49-F238E27FC236}">
                <a16:creationId xmlns:a16="http://schemas.microsoft.com/office/drawing/2014/main" id="{85E65FF2-7B12-860D-8DF9-04BA728781CC}"/>
              </a:ext>
            </a:extLst>
          </p:cNvPr>
          <p:cNvSpPr>
            <a:spLocks noGrp="1"/>
          </p:cNvSpPr>
          <p:nvPr>
            <p:ph type="sldNum" sz="quarter" idx="10"/>
          </p:nvPr>
        </p:nvSpPr>
        <p:spPr/>
        <p:txBody>
          <a:bodyPr/>
          <a:lstStyle/>
          <a:p>
            <a:fld id="{A04C8923-7248-483A-ACCB-0382A1F5224A}" type="slidenum">
              <a:rPr lang="en-GB" smtClean="0"/>
              <a:t>9</a:t>
            </a:fld>
            <a:endParaRPr lang="en-GB"/>
          </a:p>
        </p:txBody>
      </p:sp>
      <p:sp>
        <p:nvSpPr>
          <p:cNvPr id="11" name="Text 0">
            <a:extLst>
              <a:ext uri="{FF2B5EF4-FFF2-40B4-BE49-F238E27FC236}">
                <a16:creationId xmlns:a16="http://schemas.microsoft.com/office/drawing/2014/main" id="{BE4E3158-C30C-3358-2C52-3C8B3C5B2E95}"/>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Tree>
    <p:extLst>
      <p:ext uri="{BB962C8B-B14F-4D97-AF65-F5344CB8AC3E}">
        <p14:creationId xmlns:p14="http://schemas.microsoft.com/office/powerpoint/2010/main" val="2277316674"/>
      </p:ext>
    </p:extLst>
  </p:cSld>
  <p:clrMapOvr>
    <a:masterClrMapping/>
  </p:clrMapOvr>
  <p:transition spd="med" advClick="0" advTm="2000">
    <p:randomBa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4" fill="hold" grpId="0" nodeType="withEffect">
                                  <p:stCondLst>
                                    <p:cond delay="500"/>
                                  </p:stCondLst>
                                  <p:childTnLst>
                                    <p:animEffect transition="out" filter="wipe(down)">
                                      <p:cBhvr>
                                        <p:cTn id="6" dur="1000"/>
                                        <p:tgtEl>
                                          <p:spTgt spid="6"/>
                                        </p:tgtEl>
                                      </p:cBhvr>
                                    </p:animEffect>
                                    <p:set>
                                      <p:cBhvr>
                                        <p:cTn id="7" dur="1" fill="hold">
                                          <p:stCondLst>
                                            <p:cond delay="999"/>
                                          </p:stCondLst>
                                        </p:cTn>
                                        <p:tgtEl>
                                          <p:spTgt spid="6"/>
                                        </p:tgtEl>
                                        <p:attrNameLst>
                                          <p:attrName>style.visibility</p:attrName>
                                        </p:attrNameLst>
                                      </p:cBhvr>
                                      <p:to>
                                        <p:strVal val="hidden"/>
                                      </p:to>
                                    </p:set>
                                  </p:childTnLst>
                                </p:cTn>
                              </p:par>
                              <p:par>
                                <p:cTn id="8" presetID="22" presetClass="exit" presetSubtype="4" fill="hold" grpId="0" nodeType="withEffect">
                                  <p:stCondLst>
                                    <p:cond delay="500"/>
                                  </p:stCondLst>
                                  <p:childTnLst>
                                    <p:animEffect transition="out" filter="wipe(down)">
                                      <p:cBhvr>
                                        <p:cTn id="9" dur="1000"/>
                                        <p:tgtEl>
                                          <p:spTgt spid="8"/>
                                        </p:tgtEl>
                                      </p:cBhvr>
                                    </p:animEffect>
                                    <p:set>
                                      <p:cBhvr>
                                        <p:cTn id="10" dur="1" fill="hold">
                                          <p:stCondLst>
                                            <p:cond delay="999"/>
                                          </p:stCondLst>
                                        </p:cTn>
                                        <p:tgtEl>
                                          <p:spTgt spid="8"/>
                                        </p:tgtEl>
                                        <p:attrNameLst>
                                          <p:attrName>style.visibility</p:attrName>
                                        </p:attrNameLst>
                                      </p:cBhvr>
                                      <p:to>
                                        <p:strVal val="hidden"/>
                                      </p:to>
                                    </p:set>
                                  </p:childTnLst>
                                </p:cTn>
                              </p:par>
                              <p:par>
                                <p:cTn id="11" presetID="22" presetClass="exit" presetSubtype="4" fill="hold" grpId="0" nodeType="withEffect">
                                  <p:stCondLst>
                                    <p:cond delay="500"/>
                                  </p:stCondLst>
                                  <p:childTnLst>
                                    <p:animEffect transition="out" filter="wipe(down)">
                                      <p:cBhvr>
                                        <p:cTn id="12" dur="1000"/>
                                        <p:tgtEl>
                                          <p:spTgt spid="34"/>
                                        </p:tgtEl>
                                      </p:cBhvr>
                                    </p:animEffect>
                                    <p:set>
                                      <p:cBhvr>
                                        <p:cTn id="13" dur="1" fill="hold">
                                          <p:stCondLst>
                                            <p:cond delay="999"/>
                                          </p:stCondLst>
                                        </p:cTn>
                                        <p:tgtEl>
                                          <p:spTgt spid="34"/>
                                        </p:tgtEl>
                                        <p:attrNameLst>
                                          <p:attrName>style.visibility</p:attrName>
                                        </p:attrNameLst>
                                      </p:cBhvr>
                                      <p:to>
                                        <p:strVal val="hidden"/>
                                      </p:to>
                                    </p:set>
                                  </p:childTnLst>
                                </p:cTn>
                              </p:par>
                              <p:par>
                                <p:cTn id="14" presetID="22" presetClass="exit" presetSubtype="4" fill="hold" grpId="0" nodeType="withEffect">
                                  <p:stCondLst>
                                    <p:cond delay="500"/>
                                  </p:stCondLst>
                                  <p:childTnLst>
                                    <p:animEffect transition="out" filter="wipe(down)">
                                      <p:cBhvr>
                                        <p:cTn id="15" dur="1000"/>
                                        <p:tgtEl>
                                          <p:spTgt spid="35"/>
                                        </p:tgtEl>
                                      </p:cBhvr>
                                    </p:animEffect>
                                    <p:set>
                                      <p:cBhvr>
                                        <p:cTn id="16" dur="1" fill="hold">
                                          <p:stCondLst>
                                            <p:cond delay="999"/>
                                          </p:stCondLst>
                                        </p:cTn>
                                        <p:tgtEl>
                                          <p:spTgt spid="35"/>
                                        </p:tgtEl>
                                        <p:attrNameLst>
                                          <p:attrName>style.visibility</p:attrName>
                                        </p:attrNameLst>
                                      </p:cBhvr>
                                      <p:to>
                                        <p:strVal val="hidden"/>
                                      </p:to>
                                    </p:set>
                                  </p:childTnLst>
                                </p:cTn>
                              </p:par>
                              <p:par>
                                <p:cTn id="17" presetID="22" presetClass="exit" presetSubtype="4" fill="hold" grpId="0" nodeType="withEffect">
                                  <p:stCondLst>
                                    <p:cond delay="500"/>
                                  </p:stCondLst>
                                  <p:childTnLst>
                                    <p:animEffect transition="out" filter="wipe(down)">
                                      <p:cBhvr>
                                        <p:cTn id="18" dur="1000"/>
                                        <p:tgtEl>
                                          <p:spTgt spid="37"/>
                                        </p:tgtEl>
                                      </p:cBhvr>
                                    </p:animEffect>
                                    <p:set>
                                      <p:cBhvr>
                                        <p:cTn id="19" dur="1" fill="hold">
                                          <p:stCondLst>
                                            <p:cond delay="999"/>
                                          </p:stCondLst>
                                        </p:cTn>
                                        <p:tgtEl>
                                          <p:spTgt spid="37"/>
                                        </p:tgtEl>
                                        <p:attrNameLst>
                                          <p:attrName>style.visibility</p:attrName>
                                        </p:attrNameLst>
                                      </p:cBhvr>
                                      <p:to>
                                        <p:strVal val="hidden"/>
                                      </p:to>
                                    </p:set>
                                  </p:childTnLst>
                                </p:cTn>
                              </p:par>
                              <p:par>
                                <p:cTn id="20" presetID="22" presetClass="exit" presetSubtype="4" fill="hold" grpId="0" nodeType="withEffect">
                                  <p:stCondLst>
                                    <p:cond delay="500"/>
                                  </p:stCondLst>
                                  <p:childTnLst>
                                    <p:animEffect transition="out" filter="wipe(down)">
                                      <p:cBhvr>
                                        <p:cTn id="21" dur="1000"/>
                                        <p:tgtEl>
                                          <p:spTgt spid="38"/>
                                        </p:tgtEl>
                                      </p:cBhvr>
                                    </p:animEffect>
                                    <p:set>
                                      <p:cBhvr>
                                        <p:cTn id="22" dur="1" fill="hold">
                                          <p:stCondLst>
                                            <p:cond delay="999"/>
                                          </p:stCondLst>
                                        </p:cTn>
                                        <p:tgtEl>
                                          <p:spTgt spid="38"/>
                                        </p:tgtEl>
                                        <p:attrNameLst>
                                          <p:attrName>style.visibility</p:attrName>
                                        </p:attrNameLst>
                                      </p:cBhvr>
                                      <p:to>
                                        <p:strVal val="hidden"/>
                                      </p:to>
                                    </p:set>
                                  </p:childTnLst>
                                </p:cTn>
                              </p:par>
                              <p:par>
                                <p:cTn id="23" presetID="22" presetClass="exit" presetSubtype="4" fill="hold" grpId="0" nodeType="withEffect">
                                  <p:stCondLst>
                                    <p:cond delay="500"/>
                                  </p:stCondLst>
                                  <p:childTnLst>
                                    <p:animEffect transition="out" filter="wipe(down)">
                                      <p:cBhvr>
                                        <p:cTn id="24" dur="1000"/>
                                        <p:tgtEl>
                                          <p:spTgt spid="39"/>
                                        </p:tgtEl>
                                      </p:cBhvr>
                                    </p:animEffect>
                                    <p:set>
                                      <p:cBhvr>
                                        <p:cTn id="25" dur="1" fill="hold">
                                          <p:stCondLst>
                                            <p:cond delay="999"/>
                                          </p:stCondLst>
                                        </p:cTn>
                                        <p:tgtEl>
                                          <p:spTgt spid="39"/>
                                        </p:tgtEl>
                                        <p:attrNameLst>
                                          <p:attrName>style.visibility</p:attrName>
                                        </p:attrNameLst>
                                      </p:cBhvr>
                                      <p:to>
                                        <p:strVal val="hidden"/>
                                      </p:to>
                                    </p:set>
                                  </p:childTnLst>
                                </p:cTn>
                              </p:par>
                              <p:par>
                                <p:cTn id="26" presetID="22" presetClass="exit" presetSubtype="4" fill="hold" grpId="0" nodeType="withEffect">
                                  <p:stCondLst>
                                    <p:cond delay="500"/>
                                  </p:stCondLst>
                                  <p:childTnLst>
                                    <p:animEffect transition="out" filter="wipe(down)">
                                      <p:cBhvr>
                                        <p:cTn id="27" dur="1000"/>
                                        <p:tgtEl>
                                          <p:spTgt spid="40"/>
                                        </p:tgtEl>
                                      </p:cBhvr>
                                    </p:animEffect>
                                    <p:set>
                                      <p:cBhvr>
                                        <p:cTn id="28" dur="1" fill="hold">
                                          <p:stCondLst>
                                            <p:cond delay="999"/>
                                          </p:stCondLst>
                                        </p:cTn>
                                        <p:tgtEl>
                                          <p:spTgt spid="40"/>
                                        </p:tgtEl>
                                        <p:attrNameLst>
                                          <p:attrName>style.visibility</p:attrName>
                                        </p:attrNameLst>
                                      </p:cBhvr>
                                      <p:to>
                                        <p:strVal val="hidden"/>
                                      </p:to>
                                    </p:set>
                                  </p:childTnLst>
                                </p:cTn>
                              </p:par>
                              <p:par>
                                <p:cTn id="29" presetID="22" presetClass="exit" presetSubtype="4" fill="hold" grpId="0" nodeType="withEffect">
                                  <p:stCondLst>
                                    <p:cond delay="500"/>
                                  </p:stCondLst>
                                  <p:childTnLst>
                                    <p:animEffect transition="out" filter="wipe(down)">
                                      <p:cBhvr>
                                        <p:cTn id="30" dur="1000"/>
                                        <p:tgtEl>
                                          <p:spTgt spid="41"/>
                                        </p:tgtEl>
                                      </p:cBhvr>
                                    </p:animEffect>
                                    <p:set>
                                      <p:cBhvr>
                                        <p:cTn id="31" dur="1" fill="hold">
                                          <p:stCondLst>
                                            <p:cond delay="999"/>
                                          </p:stCondLst>
                                        </p:cTn>
                                        <p:tgtEl>
                                          <p:spTgt spid="41"/>
                                        </p:tgtEl>
                                        <p:attrNameLst>
                                          <p:attrName>style.visibility</p:attrName>
                                        </p:attrNameLst>
                                      </p:cBhvr>
                                      <p:to>
                                        <p:strVal val="hidden"/>
                                      </p:to>
                                    </p:set>
                                  </p:childTnLst>
                                </p:cTn>
                              </p:par>
                              <p:par>
                                <p:cTn id="32" presetID="22" presetClass="exit" presetSubtype="4" fill="hold" grpId="0" nodeType="withEffect">
                                  <p:stCondLst>
                                    <p:cond delay="500"/>
                                  </p:stCondLst>
                                  <p:childTnLst>
                                    <p:animEffect transition="out" filter="wipe(down)">
                                      <p:cBhvr>
                                        <p:cTn id="33" dur="1000"/>
                                        <p:tgtEl>
                                          <p:spTgt spid="42"/>
                                        </p:tgtEl>
                                      </p:cBhvr>
                                    </p:animEffect>
                                    <p:set>
                                      <p:cBhvr>
                                        <p:cTn id="34" dur="1" fill="hold">
                                          <p:stCondLst>
                                            <p:cond delay="999"/>
                                          </p:stCondLst>
                                        </p:cTn>
                                        <p:tgtEl>
                                          <p:spTgt spid="42"/>
                                        </p:tgtEl>
                                        <p:attrNameLst>
                                          <p:attrName>style.visibility</p:attrName>
                                        </p:attrNameLst>
                                      </p:cBhvr>
                                      <p:to>
                                        <p:strVal val="hidden"/>
                                      </p:to>
                                    </p:set>
                                  </p:childTnLst>
                                </p:cTn>
                              </p:par>
                              <p:par>
                                <p:cTn id="35" presetID="22" presetClass="exit" presetSubtype="4" fill="hold" grpId="0" nodeType="withEffect">
                                  <p:stCondLst>
                                    <p:cond delay="500"/>
                                  </p:stCondLst>
                                  <p:childTnLst>
                                    <p:animEffect transition="out" filter="wipe(down)">
                                      <p:cBhvr>
                                        <p:cTn id="36" dur="1000"/>
                                        <p:tgtEl>
                                          <p:spTgt spid="43"/>
                                        </p:tgtEl>
                                      </p:cBhvr>
                                    </p:animEffect>
                                    <p:set>
                                      <p:cBhvr>
                                        <p:cTn id="37" dur="1" fill="hold">
                                          <p:stCondLst>
                                            <p:cond delay="999"/>
                                          </p:stCondLst>
                                        </p:cTn>
                                        <p:tgtEl>
                                          <p:spTgt spid="43"/>
                                        </p:tgtEl>
                                        <p:attrNameLst>
                                          <p:attrName>style.visibility</p:attrName>
                                        </p:attrNameLst>
                                      </p:cBhvr>
                                      <p:to>
                                        <p:strVal val="hidden"/>
                                      </p:to>
                                    </p:set>
                                  </p:childTnLst>
                                </p:cTn>
                              </p:par>
                              <p:par>
                                <p:cTn id="38" presetID="22" presetClass="exit" presetSubtype="4" fill="hold" grpId="0" nodeType="withEffect">
                                  <p:stCondLst>
                                    <p:cond delay="500"/>
                                  </p:stCondLst>
                                  <p:childTnLst>
                                    <p:animEffect transition="out" filter="wipe(down)">
                                      <p:cBhvr>
                                        <p:cTn id="39" dur="1000"/>
                                        <p:tgtEl>
                                          <p:spTgt spid="44"/>
                                        </p:tgtEl>
                                      </p:cBhvr>
                                    </p:animEffect>
                                    <p:set>
                                      <p:cBhvr>
                                        <p:cTn id="40" dur="1" fill="hold">
                                          <p:stCondLst>
                                            <p:cond delay="999"/>
                                          </p:stCondLst>
                                        </p:cTn>
                                        <p:tgtEl>
                                          <p:spTgt spid="44"/>
                                        </p:tgtEl>
                                        <p:attrNameLst>
                                          <p:attrName>style.visibility</p:attrName>
                                        </p:attrNameLst>
                                      </p:cBhvr>
                                      <p:to>
                                        <p:strVal val="hidden"/>
                                      </p:to>
                                    </p:set>
                                  </p:childTnLst>
                                </p:cTn>
                              </p:par>
                              <p:par>
                                <p:cTn id="41" presetID="22" presetClass="exit" presetSubtype="4" fill="hold" grpId="0" nodeType="withEffect">
                                  <p:stCondLst>
                                    <p:cond delay="500"/>
                                  </p:stCondLst>
                                  <p:childTnLst>
                                    <p:animEffect transition="out" filter="wipe(down)">
                                      <p:cBhvr>
                                        <p:cTn id="42" dur="1000"/>
                                        <p:tgtEl>
                                          <p:spTgt spid="45"/>
                                        </p:tgtEl>
                                      </p:cBhvr>
                                    </p:animEffect>
                                    <p:set>
                                      <p:cBhvr>
                                        <p:cTn id="43" dur="1" fill="hold">
                                          <p:stCondLst>
                                            <p:cond delay="999"/>
                                          </p:stCondLst>
                                        </p:cTn>
                                        <p:tgtEl>
                                          <p:spTgt spid="45"/>
                                        </p:tgtEl>
                                        <p:attrNameLst>
                                          <p:attrName>style.visibility</p:attrName>
                                        </p:attrNameLst>
                                      </p:cBhvr>
                                      <p:to>
                                        <p:strVal val="hidden"/>
                                      </p:to>
                                    </p:set>
                                  </p:childTnLst>
                                </p:cTn>
                              </p:par>
                              <p:par>
                                <p:cTn id="44" presetID="22" presetClass="exit" presetSubtype="4" fill="hold" grpId="0" nodeType="withEffect">
                                  <p:stCondLst>
                                    <p:cond delay="500"/>
                                  </p:stCondLst>
                                  <p:childTnLst>
                                    <p:animEffect transition="out" filter="wipe(down)">
                                      <p:cBhvr>
                                        <p:cTn id="45" dur="1000"/>
                                        <p:tgtEl>
                                          <p:spTgt spid="46"/>
                                        </p:tgtEl>
                                      </p:cBhvr>
                                    </p:animEffect>
                                    <p:set>
                                      <p:cBhvr>
                                        <p:cTn id="46" dur="1" fill="hold">
                                          <p:stCondLst>
                                            <p:cond delay="999"/>
                                          </p:stCondLst>
                                        </p:cTn>
                                        <p:tgtEl>
                                          <p:spTgt spid="46"/>
                                        </p:tgtEl>
                                        <p:attrNameLst>
                                          <p:attrName>style.visibility</p:attrName>
                                        </p:attrNameLst>
                                      </p:cBhvr>
                                      <p:to>
                                        <p:strVal val="hidden"/>
                                      </p:to>
                                    </p:set>
                                  </p:childTnLst>
                                </p:cTn>
                              </p:par>
                              <p:par>
                                <p:cTn id="47" presetID="22" presetClass="exit" presetSubtype="4" fill="hold" grpId="0" nodeType="withEffect">
                                  <p:stCondLst>
                                    <p:cond delay="500"/>
                                  </p:stCondLst>
                                  <p:childTnLst>
                                    <p:animEffect transition="out" filter="wipe(down)">
                                      <p:cBhvr>
                                        <p:cTn id="48" dur="1000"/>
                                        <p:tgtEl>
                                          <p:spTgt spid="47"/>
                                        </p:tgtEl>
                                      </p:cBhvr>
                                    </p:animEffect>
                                    <p:set>
                                      <p:cBhvr>
                                        <p:cTn id="49" dur="1" fill="hold">
                                          <p:stCondLst>
                                            <p:cond delay="999"/>
                                          </p:stCondLst>
                                        </p:cTn>
                                        <p:tgtEl>
                                          <p:spTgt spid="47"/>
                                        </p:tgtEl>
                                        <p:attrNameLst>
                                          <p:attrName>style.visibility</p:attrName>
                                        </p:attrNameLst>
                                      </p:cBhvr>
                                      <p:to>
                                        <p:strVal val="hidden"/>
                                      </p:to>
                                    </p:set>
                                  </p:childTnLst>
                                </p:cTn>
                              </p:par>
                              <p:par>
                                <p:cTn id="50" presetID="22" presetClass="exit" presetSubtype="4" fill="hold" grpId="0" nodeType="withEffect">
                                  <p:stCondLst>
                                    <p:cond delay="500"/>
                                  </p:stCondLst>
                                  <p:childTnLst>
                                    <p:animEffect transition="out" filter="wipe(down)">
                                      <p:cBhvr>
                                        <p:cTn id="51" dur="1000"/>
                                        <p:tgtEl>
                                          <p:spTgt spid="48"/>
                                        </p:tgtEl>
                                      </p:cBhvr>
                                    </p:animEffect>
                                    <p:set>
                                      <p:cBhvr>
                                        <p:cTn id="52" dur="1" fill="hold">
                                          <p:stCondLst>
                                            <p:cond delay="999"/>
                                          </p:stCondLst>
                                        </p:cTn>
                                        <p:tgtEl>
                                          <p:spTgt spid="48"/>
                                        </p:tgtEl>
                                        <p:attrNameLst>
                                          <p:attrName>style.visibility</p:attrName>
                                        </p:attrNameLst>
                                      </p:cBhvr>
                                      <p:to>
                                        <p:strVal val="hidden"/>
                                      </p:to>
                                    </p:set>
                                  </p:childTnLst>
                                </p:cTn>
                              </p:par>
                              <p:par>
                                <p:cTn id="53" presetID="64" presetClass="path" presetSubtype="0" accel="50000" decel="50000" fill="hold" grpId="0" nodeType="withEffect">
                                  <p:stCondLst>
                                    <p:cond delay="500"/>
                                  </p:stCondLst>
                                  <p:childTnLst>
                                    <p:animMotion origin="layout" path="M -6.25E-7 -2.96296E-6 L -6.25E-7 -0.25 " pathEditMode="relative" rAng="0" ptsTypes="AA">
                                      <p:cBhvr>
                                        <p:cTn id="54" dur="2000" fill="hold"/>
                                        <p:tgtEl>
                                          <p:spTgt spid="49"/>
                                        </p:tgtEl>
                                        <p:attrNameLst>
                                          <p:attrName>ppt_x</p:attrName>
                                          <p:attrName>ppt_y</p:attrName>
                                        </p:attrNameLst>
                                      </p:cBhvr>
                                      <p:rCtr x="0" y="-12500"/>
                                    </p:animMotion>
                                  </p:childTnLst>
                                </p:cTn>
                              </p:par>
                              <p:par>
                                <p:cTn id="55" presetID="64" presetClass="path" presetSubtype="0" accel="50000" decel="50000" fill="hold" grpId="0" nodeType="withEffect">
                                  <p:stCondLst>
                                    <p:cond delay="500"/>
                                  </p:stCondLst>
                                  <p:childTnLst>
                                    <p:animMotion origin="layout" path="M -4.58333E-6 -2.96296E-6 L -4.58333E-6 -0.25 " pathEditMode="relative" rAng="0" ptsTypes="AA">
                                      <p:cBhvr>
                                        <p:cTn id="56" dur="2000" fill="hold"/>
                                        <p:tgtEl>
                                          <p:spTgt spid="50"/>
                                        </p:tgtEl>
                                        <p:attrNameLst>
                                          <p:attrName>ppt_x</p:attrName>
                                          <p:attrName>ppt_y</p:attrName>
                                        </p:attrNameLst>
                                      </p:cBhvr>
                                      <p:rCtr x="0" y="-12500"/>
                                    </p:animMotion>
                                  </p:childTnLst>
                                </p:cTn>
                              </p:par>
                              <p:par>
                                <p:cTn id="57" presetID="64" presetClass="path" presetSubtype="0" accel="50000" decel="50000" fill="hold" grpId="0" nodeType="withEffect">
                                  <p:stCondLst>
                                    <p:cond delay="500"/>
                                  </p:stCondLst>
                                  <p:childTnLst>
                                    <p:animMotion origin="layout" path="M 1.45833E-6 -2.96296E-6 L 1.45833E-6 -0.25 " pathEditMode="relative" rAng="0" ptsTypes="AA">
                                      <p:cBhvr>
                                        <p:cTn id="58" dur="2000" fill="hold"/>
                                        <p:tgtEl>
                                          <p:spTgt spid="51"/>
                                        </p:tgtEl>
                                        <p:attrNameLst>
                                          <p:attrName>ppt_x</p:attrName>
                                          <p:attrName>ppt_y</p:attrName>
                                        </p:attrNameLst>
                                      </p:cBhvr>
                                      <p:rCtr x="0" y="-12500"/>
                                    </p:animMotion>
                                  </p:childTnLst>
                                </p:cTn>
                              </p:par>
                              <p:par>
                                <p:cTn id="59" presetID="64" presetClass="path" presetSubtype="0" accel="50000" decel="50000" fill="hold" grpId="0" nodeType="withEffect">
                                  <p:stCondLst>
                                    <p:cond delay="500"/>
                                  </p:stCondLst>
                                  <p:childTnLst>
                                    <p:animMotion origin="layout" path="M -1.45833E-6 -2.96296E-6 L -1.45833E-6 -0.25 " pathEditMode="relative" rAng="0" ptsTypes="AA">
                                      <p:cBhvr>
                                        <p:cTn id="60" dur="2000" fill="hold"/>
                                        <p:tgtEl>
                                          <p:spTgt spid="52"/>
                                        </p:tgtEl>
                                        <p:attrNameLst>
                                          <p:attrName>ppt_x</p:attrName>
                                          <p:attrName>ppt_y</p:attrName>
                                        </p:attrNameLst>
                                      </p:cBhvr>
                                      <p:rCtr x="0" y="-12500"/>
                                    </p:animMotion>
                                  </p:childTnLst>
                                </p:cTn>
                              </p:par>
                              <p:par>
                                <p:cTn id="61" presetID="64" presetClass="path" presetSubtype="0" accel="50000" decel="50000" fill="hold" grpId="0" nodeType="withEffect">
                                  <p:stCondLst>
                                    <p:cond delay="500"/>
                                  </p:stCondLst>
                                  <p:childTnLst>
                                    <p:animMotion origin="layout" path="M -3.33333E-6 -1.48148E-6 L -3.33333E-6 -0.25 " pathEditMode="relative" rAng="0" ptsTypes="AA">
                                      <p:cBhvr>
                                        <p:cTn id="62" dur="2000" fill="hold"/>
                                        <p:tgtEl>
                                          <p:spTgt spid="53"/>
                                        </p:tgtEl>
                                        <p:attrNameLst>
                                          <p:attrName>ppt_x</p:attrName>
                                          <p:attrName>ppt_y</p:attrName>
                                        </p:attrNameLst>
                                      </p:cBhvr>
                                      <p:rCtr x="0" y="-12500"/>
                                    </p:animMotion>
                                  </p:childTnLst>
                                </p:cTn>
                              </p:par>
                              <p:par>
                                <p:cTn id="63" presetID="64" presetClass="path" presetSubtype="0" accel="50000" decel="50000" fill="hold" grpId="0" nodeType="withEffect">
                                  <p:stCondLst>
                                    <p:cond delay="500"/>
                                  </p:stCondLst>
                                  <p:childTnLst>
                                    <p:animMotion origin="layout" path="M 2.70833E-6 -1.48148E-6 L 2.70833E-6 -0.25 " pathEditMode="relative" rAng="0" ptsTypes="AA">
                                      <p:cBhvr>
                                        <p:cTn id="64" dur="2000" fill="hold"/>
                                        <p:tgtEl>
                                          <p:spTgt spid="54"/>
                                        </p:tgtEl>
                                        <p:attrNameLst>
                                          <p:attrName>ppt_x</p:attrName>
                                          <p:attrName>ppt_y</p:attrName>
                                        </p:attrNameLst>
                                      </p:cBhvr>
                                      <p:rCtr x="0" y="-12500"/>
                                    </p:animMotion>
                                  </p:childTnLst>
                                </p:cTn>
                              </p:par>
                              <p:par>
                                <p:cTn id="65" presetID="64" presetClass="path" presetSubtype="0" accel="50000" decel="50000" fill="hold" grpId="0" nodeType="withEffect">
                                  <p:stCondLst>
                                    <p:cond delay="500"/>
                                  </p:stCondLst>
                                  <p:childTnLst>
                                    <p:animMotion origin="layout" path="M -1.04167E-6 -1.48148E-6 L -1.04167E-6 -0.25 " pathEditMode="relative" rAng="0" ptsTypes="AA">
                                      <p:cBhvr>
                                        <p:cTn id="66" dur="2000" fill="hold"/>
                                        <p:tgtEl>
                                          <p:spTgt spid="55"/>
                                        </p:tgtEl>
                                        <p:attrNameLst>
                                          <p:attrName>ppt_x</p:attrName>
                                          <p:attrName>ppt_y</p:attrName>
                                        </p:attrNameLst>
                                      </p:cBhvr>
                                      <p:rCtr x="0" y="-12500"/>
                                    </p:animMotion>
                                  </p:childTnLst>
                                </p:cTn>
                              </p:par>
                              <p:par>
                                <p:cTn id="67" presetID="64" presetClass="path" presetSubtype="0" accel="50000" decel="50000" fill="hold" grpId="0" nodeType="withEffect">
                                  <p:stCondLst>
                                    <p:cond delay="500"/>
                                  </p:stCondLst>
                                  <p:childTnLst>
                                    <p:animMotion origin="layout" path="M -3.95833E-6 -1.48148E-6 L -3.95833E-6 -0.25 " pathEditMode="relative" rAng="0" ptsTypes="AA">
                                      <p:cBhvr>
                                        <p:cTn id="68" dur="2000" fill="hold"/>
                                        <p:tgtEl>
                                          <p:spTgt spid="56"/>
                                        </p:tgtEl>
                                        <p:attrNameLst>
                                          <p:attrName>ppt_x</p:attrName>
                                          <p:attrName>ppt_y</p:attrName>
                                        </p:attrNameLst>
                                      </p:cBhvr>
                                      <p:rCtr x="0" y="-12500"/>
                                    </p:animMotion>
                                  </p:childTnLst>
                                </p:cTn>
                              </p:par>
                              <p:par>
                                <p:cTn id="69" presetID="64" presetClass="path" presetSubtype="0" accel="50000" decel="50000" fill="hold" grpId="0" nodeType="withEffect">
                                  <p:stCondLst>
                                    <p:cond delay="500"/>
                                  </p:stCondLst>
                                  <p:childTnLst>
                                    <p:animMotion origin="layout" path="M -4.79167E-6 -2.96296E-6 L -4.79167E-6 -0.25 " pathEditMode="relative" rAng="0" ptsTypes="AA">
                                      <p:cBhvr>
                                        <p:cTn id="70" dur="2000" fill="hold"/>
                                        <p:tgtEl>
                                          <p:spTgt spid="57"/>
                                        </p:tgtEl>
                                        <p:attrNameLst>
                                          <p:attrName>ppt_x</p:attrName>
                                          <p:attrName>ppt_y</p:attrName>
                                        </p:attrNameLst>
                                      </p:cBhvr>
                                      <p:rCtr x="0" y="-12500"/>
                                    </p:animMotion>
                                  </p:childTnLst>
                                </p:cTn>
                              </p:par>
                              <p:par>
                                <p:cTn id="71" presetID="64" presetClass="path" presetSubtype="0" accel="50000" decel="50000" fill="hold" grpId="0" nodeType="withEffect">
                                  <p:stCondLst>
                                    <p:cond delay="500"/>
                                  </p:stCondLst>
                                  <p:childTnLst>
                                    <p:animMotion origin="layout" path="M 1.45833E-6 -2.96296E-6 L 1.45833E-6 -0.25 " pathEditMode="relative" rAng="0" ptsTypes="AA">
                                      <p:cBhvr>
                                        <p:cTn id="72" dur="2000" fill="hold"/>
                                        <p:tgtEl>
                                          <p:spTgt spid="58"/>
                                        </p:tgtEl>
                                        <p:attrNameLst>
                                          <p:attrName>ppt_x</p:attrName>
                                          <p:attrName>ppt_y</p:attrName>
                                        </p:attrNameLst>
                                      </p:cBhvr>
                                      <p:rCtr x="0" y="-12500"/>
                                    </p:animMotion>
                                  </p:childTnLst>
                                </p:cTn>
                              </p:par>
                              <p:par>
                                <p:cTn id="73" presetID="64" presetClass="path" presetSubtype="0" accel="50000" decel="50000" fill="hold" grpId="0" nodeType="withEffect">
                                  <p:stCondLst>
                                    <p:cond delay="500"/>
                                  </p:stCondLst>
                                  <p:childTnLst>
                                    <p:animMotion origin="layout" path="M -2.5E-6 -2.96296E-6 L -2.5E-6 -0.25 " pathEditMode="relative" rAng="0" ptsTypes="AA">
                                      <p:cBhvr>
                                        <p:cTn id="74" dur="2000" fill="hold"/>
                                        <p:tgtEl>
                                          <p:spTgt spid="59"/>
                                        </p:tgtEl>
                                        <p:attrNameLst>
                                          <p:attrName>ppt_x</p:attrName>
                                          <p:attrName>ppt_y</p:attrName>
                                        </p:attrNameLst>
                                      </p:cBhvr>
                                      <p:rCtr x="0" y="-12500"/>
                                    </p:animMotion>
                                  </p:childTnLst>
                                </p:cTn>
                              </p:par>
                              <p:par>
                                <p:cTn id="75" presetID="64" presetClass="path" presetSubtype="0" accel="50000" decel="50000" fill="hold" grpId="0" nodeType="withEffect">
                                  <p:stCondLst>
                                    <p:cond delay="500"/>
                                  </p:stCondLst>
                                  <p:childTnLst>
                                    <p:animMotion origin="layout" path="M 4.58333E-6 -2.96296E-6 L 4.58333E-6 -0.25 " pathEditMode="relative" rAng="0" ptsTypes="AA">
                                      <p:cBhvr>
                                        <p:cTn id="76" dur="2000" fill="hold"/>
                                        <p:tgtEl>
                                          <p:spTgt spid="60"/>
                                        </p:tgtEl>
                                        <p:attrNameLst>
                                          <p:attrName>ppt_x</p:attrName>
                                          <p:attrName>ppt_y</p:attrName>
                                        </p:attrNameLst>
                                      </p:cBhvr>
                                      <p:rCtr x="0" y="-12500"/>
                                    </p:animMotion>
                                  </p:childTnLst>
                                </p:cTn>
                              </p:par>
                              <p:par>
                                <p:cTn id="77" presetID="64" presetClass="path" presetSubtype="0" accel="50000" decel="50000" fill="hold" grpId="0" nodeType="withEffect">
                                  <p:stCondLst>
                                    <p:cond delay="500"/>
                                  </p:stCondLst>
                                  <p:childTnLst>
                                    <p:animMotion origin="layout" path="M 2.70833E-6 -1.48148E-6 L 2.70833E-6 -0.25 " pathEditMode="relative" rAng="0" ptsTypes="AA">
                                      <p:cBhvr>
                                        <p:cTn id="78" dur="2000" fill="hold"/>
                                        <p:tgtEl>
                                          <p:spTgt spid="61"/>
                                        </p:tgtEl>
                                        <p:attrNameLst>
                                          <p:attrName>ppt_x</p:attrName>
                                          <p:attrName>ppt_y</p:attrName>
                                        </p:attrNameLst>
                                      </p:cBhvr>
                                      <p:rCtr x="0" y="-12500"/>
                                    </p:animMotion>
                                  </p:childTnLst>
                                </p:cTn>
                              </p:par>
                              <p:par>
                                <p:cTn id="79" presetID="64" presetClass="path" presetSubtype="0" accel="50000" decel="50000" fill="hold" grpId="0" nodeType="withEffect">
                                  <p:stCondLst>
                                    <p:cond delay="500"/>
                                  </p:stCondLst>
                                  <p:childTnLst>
                                    <p:animMotion origin="layout" path="M -1.25E-6 -1.48148E-6 L -1.25E-6 -0.25 " pathEditMode="relative" rAng="0" ptsTypes="AA">
                                      <p:cBhvr>
                                        <p:cTn id="80" dur="2000" fill="hold"/>
                                        <p:tgtEl>
                                          <p:spTgt spid="62"/>
                                        </p:tgtEl>
                                        <p:attrNameLst>
                                          <p:attrName>ppt_x</p:attrName>
                                          <p:attrName>ppt_y</p:attrName>
                                        </p:attrNameLst>
                                      </p:cBhvr>
                                      <p:rCtr x="0" y="-12500"/>
                                    </p:animMotion>
                                  </p:childTnLst>
                                </p:cTn>
                              </p:par>
                              <p:par>
                                <p:cTn id="81" presetID="64" presetClass="path" presetSubtype="0" accel="50000" decel="50000" fill="hold" grpId="0" nodeType="withEffect">
                                  <p:stCondLst>
                                    <p:cond delay="500"/>
                                  </p:stCondLst>
                                  <p:childTnLst>
                                    <p:animMotion origin="layout" path="M 5E-6 -1.48148E-6 L 5E-6 -0.25 " pathEditMode="relative" rAng="0" ptsTypes="AA">
                                      <p:cBhvr>
                                        <p:cTn id="82" dur="2000" fill="hold"/>
                                        <p:tgtEl>
                                          <p:spTgt spid="63"/>
                                        </p:tgtEl>
                                        <p:attrNameLst>
                                          <p:attrName>ppt_x</p:attrName>
                                          <p:attrName>ppt_y</p:attrName>
                                        </p:attrNameLst>
                                      </p:cBhvr>
                                      <p:rCtr x="0" y="-12500"/>
                                    </p:animMotion>
                                  </p:childTnLst>
                                </p:cTn>
                              </p:par>
                              <p:par>
                                <p:cTn id="83" presetID="64" presetClass="path" presetSubtype="0" accel="50000" decel="50000" fill="hold" grpId="0" nodeType="withEffect">
                                  <p:stCondLst>
                                    <p:cond delay="500"/>
                                  </p:stCondLst>
                                  <p:childTnLst>
                                    <p:animMotion origin="layout" path="M 2.08333E-6 -1.48148E-6 L 2.08333E-6 -0.25 " pathEditMode="relative" rAng="0" ptsTypes="AA">
                                      <p:cBhvr>
                                        <p:cTn id="84" dur="2000" fill="hold"/>
                                        <p:tgtEl>
                                          <p:spTgt spid="6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D5A90-DD63-FB88-90BF-C44A12D4284F}"/>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65DC7762-96F1-508E-005D-3775614C62C6}"/>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sp>
        <p:nvSpPr>
          <p:cNvPr id="6" name="Rounded Rectangle 5">
            <a:extLst>
              <a:ext uri="{FF2B5EF4-FFF2-40B4-BE49-F238E27FC236}">
                <a16:creationId xmlns:a16="http://schemas.microsoft.com/office/drawing/2014/main" id="{E7C66C65-0AFB-9945-0EEB-8E74CA74DFFD}"/>
              </a:ext>
            </a:extLst>
          </p:cNvPr>
          <p:cNvSpPr>
            <a:spLocks noGrp="1"/>
          </p:cNvSpPr>
          <p:nvPr/>
        </p:nvSpPr>
        <p:spPr>
          <a:xfrm>
            <a:off x="119742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8" name="Rounded Rectangle 7">
            <a:extLst>
              <a:ext uri="{FF2B5EF4-FFF2-40B4-BE49-F238E27FC236}">
                <a16:creationId xmlns:a16="http://schemas.microsoft.com/office/drawing/2014/main" id="{1D74C2FF-C3F7-6B71-0D52-406AD0420FD1}"/>
              </a:ext>
            </a:extLst>
          </p:cNvPr>
          <p:cNvSpPr>
            <a:spLocks noGrp="1"/>
          </p:cNvSpPr>
          <p:nvPr/>
        </p:nvSpPr>
        <p:spPr>
          <a:xfrm>
            <a:off x="160797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F43AA252-8499-B312-9684-28B090BE9505}"/>
              </a:ext>
            </a:extLst>
          </p:cNvPr>
          <p:cNvSpPr>
            <a:spLocks noGrp="1"/>
          </p:cNvSpPr>
          <p:nvPr/>
        </p:nvSpPr>
        <p:spPr>
          <a:xfrm>
            <a:off x="2018528" y="2791379"/>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5" name="Rounded Rectangle 34">
            <a:extLst>
              <a:ext uri="{FF2B5EF4-FFF2-40B4-BE49-F238E27FC236}">
                <a16:creationId xmlns:a16="http://schemas.microsoft.com/office/drawing/2014/main" id="{7B3C46A2-FEBE-BEBC-E2FC-61B23FE01499}"/>
              </a:ext>
            </a:extLst>
          </p:cNvPr>
          <p:cNvSpPr>
            <a:spLocks noGrp="1"/>
          </p:cNvSpPr>
          <p:nvPr/>
        </p:nvSpPr>
        <p:spPr>
          <a:xfrm>
            <a:off x="2421839"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75000"/>
                </a:schemeClr>
              </a:solidFill>
            </a:endParaRPr>
          </a:p>
        </p:txBody>
      </p:sp>
      <p:sp>
        <p:nvSpPr>
          <p:cNvPr id="37" name="Rounded Rectangle 36">
            <a:extLst>
              <a:ext uri="{FF2B5EF4-FFF2-40B4-BE49-F238E27FC236}">
                <a16:creationId xmlns:a16="http://schemas.microsoft.com/office/drawing/2014/main" id="{FC47F6B2-DF70-BF36-D2E6-1F21D58F7826}"/>
              </a:ext>
            </a:extLst>
          </p:cNvPr>
          <p:cNvSpPr>
            <a:spLocks noGrp="1"/>
          </p:cNvSpPr>
          <p:nvPr/>
        </p:nvSpPr>
        <p:spPr>
          <a:xfrm>
            <a:off x="30462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38" name="Rounded Rectangle 37">
            <a:extLst>
              <a:ext uri="{FF2B5EF4-FFF2-40B4-BE49-F238E27FC236}">
                <a16:creationId xmlns:a16="http://schemas.microsoft.com/office/drawing/2014/main" id="{74A098BB-8A56-7892-09AF-AE8F16E8A68C}"/>
              </a:ext>
            </a:extLst>
          </p:cNvPr>
          <p:cNvSpPr>
            <a:spLocks noGrp="1"/>
          </p:cNvSpPr>
          <p:nvPr/>
        </p:nvSpPr>
        <p:spPr>
          <a:xfrm>
            <a:off x="345680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71FDBBFC-A0C6-F6E3-A42B-B1E2EA938CAA}"/>
              </a:ext>
            </a:extLst>
          </p:cNvPr>
          <p:cNvSpPr>
            <a:spLocks noGrp="1"/>
          </p:cNvSpPr>
          <p:nvPr/>
        </p:nvSpPr>
        <p:spPr>
          <a:xfrm>
            <a:off x="3867353"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0" name="Rounded Rectangle 39">
            <a:extLst>
              <a:ext uri="{FF2B5EF4-FFF2-40B4-BE49-F238E27FC236}">
                <a16:creationId xmlns:a16="http://schemas.microsoft.com/office/drawing/2014/main" id="{747C3589-BF40-F28D-0256-484350DF2F32}"/>
              </a:ext>
            </a:extLst>
          </p:cNvPr>
          <p:cNvSpPr>
            <a:spLocks noGrp="1"/>
          </p:cNvSpPr>
          <p:nvPr/>
        </p:nvSpPr>
        <p:spPr>
          <a:xfrm>
            <a:off x="4270664"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1" name="Rounded Rectangle 40">
            <a:extLst>
              <a:ext uri="{FF2B5EF4-FFF2-40B4-BE49-F238E27FC236}">
                <a16:creationId xmlns:a16="http://schemas.microsoft.com/office/drawing/2014/main" id="{8DB9A5DB-2B56-86C5-E6AC-D58ADDECD73A}"/>
              </a:ext>
            </a:extLst>
          </p:cNvPr>
          <p:cNvSpPr>
            <a:spLocks noGrp="1"/>
          </p:cNvSpPr>
          <p:nvPr/>
        </p:nvSpPr>
        <p:spPr>
          <a:xfrm>
            <a:off x="48856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2" name="Rounded Rectangle 41">
            <a:extLst>
              <a:ext uri="{FF2B5EF4-FFF2-40B4-BE49-F238E27FC236}">
                <a16:creationId xmlns:a16="http://schemas.microsoft.com/office/drawing/2014/main" id="{89024FB1-CEF9-82CA-15B2-9DA588766115}"/>
              </a:ext>
            </a:extLst>
          </p:cNvPr>
          <p:cNvSpPr>
            <a:spLocks noGrp="1"/>
          </p:cNvSpPr>
          <p:nvPr/>
        </p:nvSpPr>
        <p:spPr>
          <a:xfrm>
            <a:off x="5296154"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3" name="Rounded Rectangle 42">
            <a:extLst>
              <a:ext uri="{FF2B5EF4-FFF2-40B4-BE49-F238E27FC236}">
                <a16:creationId xmlns:a16="http://schemas.microsoft.com/office/drawing/2014/main" id="{EB00FBC6-DC01-3CB2-8D21-A27C378F7964}"/>
              </a:ext>
            </a:extLst>
          </p:cNvPr>
          <p:cNvSpPr>
            <a:spLocks noGrp="1"/>
          </p:cNvSpPr>
          <p:nvPr/>
        </p:nvSpPr>
        <p:spPr>
          <a:xfrm>
            <a:off x="57067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A826C684-D331-E05A-662C-4158D2554789}"/>
              </a:ext>
            </a:extLst>
          </p:cNvPr>
          <p:cNvSpPr>
            <a:spLocks noGrp="1"/>
          </p:cNvSpPr>
          <p:nvPr/>
        </p:nvSpPr>
        <p:spPr>
          <a:xfrm>
            <a:off x="6110015"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5" name="Rounded Rectangle 44">
            <a:extLst>
              <a:ext uri="{FF2B5EF4-FFF2-40B4-BE49-F238E27FC236}">
                <a16:creationId xmlns:a16="http://schemas.microsoft.com/office/drawing/2014/main" id="{730DF148-1E90-0F97-25A8-B3CC3A57423C}"/>
              </a:ext>
            </a:extLst>
          </p:cNvPr>
          <p:cNvSpPr>
            <a:spLocks noGrp="1"/>
          </p:cNvSpPr>
          <p:nvPr/>
        </p:nvSpPr>
        <p:spPr>
          <a:xfrm>
            <a:off x="673442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46" name="Rounded Rectangle 45">
            <a:extLst>
              <a:ext uri="{FF2B5EF4-FFF2-40B4-BE49-F238E27FC236}">
                <a16:creationId xmlns:a16="http://schemas.microsoft.com/office/drawing/2014/main" id="{C6AE0EC7-1F29-E759-FBD9-E20834E3A822}"/>
              </a:ext>
            </a:extLst>
          </p:cNvPr>
          <p:cNvSpPr>
            <a:spLocks noGrp="1"/>
          </p:cNvSpPr>
          <p:nvPr/>
        </p:nvSpPr>
        <p:spPr>
          <a:xfrm>
            <a:off x="714497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7" name="Rounded Rectangle 46">
            <a:extLst>
              <a:ext uri="{FF2B5EF4-FFF2-40B4-BE49-F238E27FC236}">
                <a16:creationId xmlns:a16="http://schemas.microsoft.com/office/drawing/2014/main" id="{5C12D0D0-AA0D-D067-A0C7-BBCED363F3FB}"/>
              </a:ext>
            </a:extLst>
          </p:cNvPr>
          <p:cNvSpPr>
            <a:spLocks noGrp="1"/>
          </p:cNvSpPr>
          <p:nvPr/>
        </p:nvSpPr>
        <p:spPr>
          <a:xfrm>
            <a:off x="7555529"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8" name="Rounded Rectangle 47">
            <a:extLst>
              <a:ext uri="{FF2B5EF4-FFF2-40B4-BE49-F238E27FC236}">
                <a16:creationId xmlns:a16="http://schemas.microsoft.com/office/drawing/2014/main" id="{F94A797D-81A3-3D9F-3034-E0FFA6F53EEE}"/>
              </a:ext>
            </a:extLst>
          </p:cNvPr>
          <p:cNvSpPr>
            <a:spLocks noGrp="1"/>
          </p:cNvSpPr>
          <p:nvPr/>
        </p:nvSpPr>
        <p:spPr>
          <a:xfrm>
            <a:off x="7958840"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9" name="Rounded Rectangle 48">
            <a:extLst>
              <a:ext uri="{FF2B5EF4-FFF2-40B4-BE49-F238E27FC236}">
                <a16:creationId xmlns:a16="http://schemas.microsoft.com/office/drawing/2014/main" id="{5D70FD02-F2B9-CA01-D3E8-87F0B5247ABB}"/>
              </a:ext>
            </a:extLst>
          </p:cNvPr>
          <p:cNvSpPr>
            <a:spLocks noGrp="1"/>
          </p:cNvSpPr>
          <p:nvPr/>
        </p:nvSpPr>
        <p:spPr>
          <a:xfrm>
            <a:off x="1197428" y="4495745"/>
            <a:ext cx="360000" cy="360000"/>
          </a:xfrm>
          <a:prstGeom prst="roundRect">
            <a:avLst>
              <a:gd name="adj" fmla="val 11290"/>
            </a:avLst>
          </a:prstGeom>
          <a:solidFill>
            <a:srgbClr val="A50908"/>
          </a:solidFill>
          <a:ln w="0">
            <a:noFill/>
          </a:ln>
        </p:spPr>
        <p:txBody>
          <a:bodyPr/>
          <a:lstStyle/>
          <a:p>
            <a:endParaRPr lang="en-US"/>
          </a:p>
        </p:txBody>
      </p:sp>
      <p:sp>
        <p:nvSpPr>
          <p:cNvPr id="50" name="Rounded Rectangle 49">
            <a:extLst>
              <a:ext uri="{FF2B5EF4-FFF2-40B4-BE49-F238E27FC236}">
                <a16:creationId xmlns:a16="http://schemas.microsoft.com/office/drawing/2014/main" id="{DFF89918-9637-BA91-2FE2-1FF663C61FCB}"/>
              </a:ext>
            </a:extLst>
          </p:cNvPr>
          <p:cNvSpPr>
            <a:spLocks noGrp="1"/>
          </p:cNvSpPr>
          <p:nvPr/>
        </p:nvSpPr>
        <p:spPr>
          <a:xfrm>
            <a:off x="1607978"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1" name="Rounded Rectangle 50">
            <a:extLst>
              <a:ext uri="{FF2B5EF4-FFF2-40B4-BE49-F238E27FC236}">
                <a16:creationId xmlns:a16="http://schemas.microsoft.com/office/drawing/2014/main" id="{D7DF107E-A960-75D0-83D3-824F0C0AD133}"/>
              </a:ext>
            </a:extLst>
          </p:cNvPr>
          <p:cNvSpPr>
            <a:spLocks noGrp="1"/>
          </p:cNvSpPr>
          <p:nvPr/>
        </p:nvSpPr>
        <p:spPr>
          <a:xfrm>
            <a:off x="201852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2" name="Rounded Rectangle 51">
            <a:extLst>
              <a:ext uri="{FF2B5EF4-FFF2-40B4-BE49-F238E27FC236}">
                <a16:creationId xmlns:a16="http://schemas.microsoft.com/office/drawing/2014/main" id="{B1753364-1632-4144-E420-3D6220569A56}"/>
              </a:ext>
            </a:extLst>
          </p:cNvPr>
          <p:cNvSpPr>
            <a:spLocks noGrp="1"/>
          </p:cNvSpPr>
          <p:nvPr/>
        </p:nvSpPr>
        <p:spPr>
          <a:xfrm>
            <a:off x="2421839" y="4495745"/>
            <a:ext cx="360000" cy="360000"/>
          </a:xfrm>
          <a:prstGeom prst="roundRect">
            <a:avLst>
              <a:gd name="adj" fmla="val 11290"/>
            </a:avLst>
          </a:prstGeom>
          <a:solidFill>
            <a:srgbClr val="A50908"/>
          </a:solidFill>
          <a:ln w="0">
            <a:noFill/>
          </a:ln>
        </p:spPr>
        <p:txBody>
          <a:bodyPr/>
          <a:lstStyle/>
          <a:p>
            <a:endParaRPr lang="en-US"/>
          </a:p>
        </p:txBody>
      </p:sp>
      <p:sp>
        <p:nvSpPr>
          <p:cNvPr id="53" name="Rounded Rectangle 52">
            <a:extLst>
              <a:ext uri="{FF2B5EF4-FFF2-40B4-BE49-F238E27FC236}">
                <a16:creationId xmlns:a16="http://schemas.microsoft.com/office/drawing/2014/main" id="{72A16376-1C44-3DF6-8D36-F11F735B075E}"/>
              </a:ext>
            </a:extLst>
          </p:cNvPr>
          <p:cNvSpPr>
            <a:spLocks noGrp="1"/>
          </p:cNvSpPr>
          <p:nvPr/>
        </p:nvSpPr>
        <p:spPr>
          <a:xfrm>
            <a:off x="3046253" y="4494948"/>
            <a:ext cx="360000" cy="360000"/>
          </a:xfrm>
          <a:prstGeom prst="roundRect">
            <a:avLst>
              <a:gd name="adj" fmla="val 11290"/>
            </a:avLst>
          </a:prstGeom>
          <a:solidFill>
            <a:srgbClr val="A50908"/>
          </a:solidFill>
          <a:ln w="0">
            <a:noFill/>
          </a:ln>
        </p:spPr>
        <p:txBody>
          <a:bodyPr/>
          <a:lstStyle/>
          <a:p>
            <a:endParaRPr lang="en-US"/>
          </a:p>
        </p:txBody>
      </p:sp>
      <p:sp>
        <p:nvSpPr>
          <p:cNvPr id="54" name="Rounded Rectangle 53">
            <a:extLst>
              <a:ext uri="{FF2B5EF4-FFF2-40B4-BE49-F238E27FC236}">
                <a16:creationId xmlns:a16="http://schemas.microsoft.com/office/drawing/2014/main" id="{7D5ED677-4FF3-3C93-6901-F42DC1E0DF4C}"/>
              </a:ext>
            </a:extLst>
          </p:cNvPr>
          <p:cNvSpPr>
            <a:spLocks noGrp="1"/>
          </p:cNvSpPr>
          <p:nvPr/>
        </p:nvSpPr>
        <p:spPr>
          <a:xfrm>
            <a:off x="345680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5" name="Rounded Rectangle 54">
            <a:extLst>
              <a:ext uri="{FF2B5EF4-FFF2-40B4-BE49-F238E27FC236}">
                <a16:creationId xmlns:a16="http://schemas.microsoft.com/office/drawing/2014/main" id="{7B3D12AC-8293-DE88-2F66-9B4A08BBC1C7}"/>
              </a:ext>
            </a:extLst>
          </p:cNvPr>
          <p:cNvSpPr>
            <a:spLocks noGrp="1"/>
          </p:cNvSpPr>
          <p:nvPr/>
        </p:nvSpPr>
        <p:spPr>
          <a:xfrm>
            <a:off x="3867353"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9FE8B1A1-4F21-E295-EF16-FA85140C3152}"/>
              </a:ext>
            </a:extLst>
          </p:cNvPr>
          <p:cNvSpPr>
            <a:spLocks noGrp="1"/>
          </p:cNvSpPr>
          <p:nvPr/>
        </p:nvSpPr>
        <p:spPr>
          <a:xfrm>
            <a:off x="4270664" y="4494948"/>
            <a:ext cx="360000" cy="360000"/>
          </a:xfrm>
          <a:prstGeom prst="roundRect">
            <a:avLst>
              <a:gd name="adj" fmla="val 11290"/>
            </a:avLst>
          </a:prstGeom>
          <a:solidFill>
            <a:srgbClr val="A50908"/>
          </a:solidFill>
          <a:ln w="0">
            <a:noFill/>
          </a:ln>
        </p:spPr>
        <p:txBody>
          <a:bodyPr/>
          <a:lstStyle/>
          <a:p>
            <a:endParaRPr lang="en-US"/>
          </a:p>
        </p:txBody>
      </p:sp>
      <p:sp>
        <p:nvSpPr>
          <p:cNvPr id="57" name="Rounded Rectangle 56">
            <a:extLst>
              <a:ext uri="{FF2B5EF4-FFF2-40B4-BE49-F238E27FC236}">
                <a16:creationId xmlns:a16="http://schemas.microsoft.com/office/drawing/2014/main" id="{3CB8E3EA-F817-599E-9B26-8BD5770C97A1}"/>
              </a:ext>
            </a:extLst>
          </p:cNvPr>
          <p:cNvSpPr>
            <a:spLocks noGrp="1"/>
          </p:cNvSpPr>
          <p:nvPr/>
        </p:nvSpPr>
        <p:spPr>
          <a:xfrm>
            <a:off x="4885604" y="4495745"/>
            <a:ext cx="360000" cy="360000"/>
          </a:xfrm>
          <a:prstGeom prst="roundRect">
            <a:avLst>
              <a:gd name="adj" fmla="val 11290"/>
            </a:avLst>
          </a:prstGeom>
          <a:solidFill>
            <a:srgbClr val="A50908"/>
          </a:solidFill>
          <a:ln w="0">
            <a:noFill/>
          </a:ln>
        </p:spPr>
        <p:txBody>
          <a:bodyPr/>
          <a:lstStyle/>
          <a:p>
            <a:endParaRPr lang="en-US"/>
          </a:p>
        </p:txBody>
      </p:sp>
      <p:sp>
        <p:nvSpPr>
          <p:cNvPr id="58" name="Rounded Rectangle 57">
            <a:extLst>
              <a:ext uri="{FF2B5EF4-FFF2-40B4-BE49-F238E27FC236}">
                <a16:creationId xmlns:a16="http://schemas.microsoft.com/office/drawing/2014/main" id="{F02618F7-2828-6729-0F17-D4F58728F31E}"/>
              </a:ext>
            </a:extLst>
          </p:cNvPr>
          <p:cNvSpPr>
            <a:spLocks noGrp="1"/>
          </p:cNvSpPr>
          <p:nvPr/>
        </p:nvSpPr>
        <p:spPr>
          <a:xfrm>
            <a:off x="5296154"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9" name="Rounded Rectangle 58">
            <a:extLst>
              <a:ext uri="{FF2B5EF4-FFF2-40B4-BE49-F238E27FC236}">
                <a16:creationId xmlns:a16="http://schemas.microsoft.com/office/drawing/2014/main" id="{E2C24BB0-3929-2DE6-36D9-36C2BC07559B}"/>
              </a:ext>
            </a:extLst>
          </p:cNvPr>
          <p:cNvSpPr>
            <a:spLocks noGrp="1"/>
          </p:cNvSpPr>
          <p:nvPr/>
        </p:nvSpPr>
        <p:spPr>
          <a:xfrm>
            <a:off x="5706704"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0" name="Rounded Rectangle 59">
            <a:extLst>
              <a:ext uri="{FF2B5EF4-FFF2-40B4-BE49-F238E27FC236}">
                <a16:creationId xmlns:a16="http://schemas.microsoft.com/office/drawing/2014/main" id="{A2084DC0-4718-5D30-54D3-7C370BF58D0D}"/>
              </a:ext>
            </a:extLst>
          </p:cNvPr>
          <p:cNvSpPr>
            <a:spLocks noGrp="1"/>
          </p:cNvSpPr>
          <p:nvPr/>
        </p:nvSpPr>
        <p:spPr>
          <a:xfrm>
            <a:off x="6110015" y="4495745"/>
            <a:ext cx="360000" cy="360000"/>
          </a:xfrm>
          <a:prstGeom prst="roundRect">
            <a:avLst>
              <a:gd name="adj" fmla="val 11290"/>
            </a:avLst>
          </a:prstGeom>
          <a:solidFill>
            <a:srgbClr val="A50908"/>
          </a:solidFill>
          <a:ln w="0">
            <a:noFill/>
          </a:ln>
        </p:spPr>
        <p:txBody>
          <a:bodyPr/>
          <a:lstStyle/>
          <a:p>
            <a:endParaRPr lang="en-US"/>
          </a:p>
        </p:txBody>
      </p:sp>
      <p:sp>
        <p:nvSpPr>
          <p:cNvPr id="61" name="Rounded Rectangle 60">
            <a:extLst>
              <a:ext uri="{FF2B5EF4-FFF2-40B4-BE49-F238E27FC236}">
                <a16:creationId xmlns:a16="http://schemas.microsoft.com/office/drawing/2014/main" id="{32B96935-51B0-F141-98F6-B61A09FA6A2B}"/>
              </a:ext>
            </a:extLst>
          </p:cNvPr>
          <p:cNvSpPr>
            <a:spLocks noGrp="1"/>
          </p:cNvSpPr>
          <p:nvPr/>
        </p:nvSpPr>
        <p:spPr>
          <a:xfrm>
            <a:off x="6734429" y="4494948"/>
            <a:ext cx="360000" cy="360000"/>
          </a:xfrm>
          <a:prstGeom prst="roundRect">
            <a:avLst>
              <a:gd name="adj" fmla="val 11290"/>
            </a:avLst>
          </a:prstGeom>
          <a:solidFill>
            <a:srgbClr val="A50908"/>
          </a:solidFill>
          <a:ln w="0">
            <a:noFill/>
          </a:ln>
        </p:spPr>
        <p:txBody>
          <a:bodyPr/>
          <a:lstStyle/>
          <a:p>
            <a:endParaRPr lang="en-US"/>
          </a:p>
        </p:txBody>
      </p:sp>
      <p:sp>
        <p:nvSpPr>
          <p:cNvPr id="62" name="Rounded Rectangle 61">
            <a:extLst>
              <a:ext uri="{FF2B5EF4-FFF2-40B4-BE49-F238E27FC236}">
                <a16:creationId xmlns:a16="http://schemas.microsoft.com/office/drawing/2014/main" id="{EA85454D-E24C-C432-D71E-7DDBCCE8960F}"/>
              </a:ext>
            </a:extLst>
          </p:cNvPr>
          <p:cNvSpPr>
            <a:spLocks noGrp="1"/>
          </p:cNvSpPr>
          <p:nvPr/>
        </p:nvSpPr>
        <p:spPr>
          <a:xfrm>
            <a:off x="714497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3" name="Rounded Rectangle 62">
            <a:extLst>
              <a:ext uri="{FF2B5EF4-FFF2-40B4-BE49-F238E27FC236}">
                <a16:creationId xmlns:a16="http://schemas.microsoft.com/office/drawing/2014/main" id="{16C10D25-C38C-DEB6-929A-3DAA4A348F9D}"/>
              </a:ext>
            </a:extLst>
          </p:cNvPr>
          <p:cNvSpPr>
            <a:spLocks noGrp="1"/>
          </p:cNvSpPr>
          <p:nvPr/>
        </p:nvSpPr>
        <p:spPr>
          <a:xfrm>
            <a:off x="755552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4" name="Rounded Rectangle 63">
            <a:extLst>
              <a:ext uri="{FF2B5EF4-FFF2-40B4-BE49-F238E27FC236}">
                <a16:creationId xmlns:a16="http://schemas.microsoft.com/office/drawing/2014/main" id="{FC8B73E9-9CAE-02AC-ECBD-5DB9B030E00C}"/>
              </a:ext>
            </a:extLst>
          </p:cNvPr>
          <p:cNvSpPr>
            <a:spLocks noGrp="1"/>
          </p:cNvSpPr>
          <p:nvPr/>
        </p:nvSpPr>
        <p:spPr>
          <a:xfrm>
            <a:off x="7958840" y="4494948"/>
            <a:ext cx="360000" cy="360000"/>
          </a:xfrm>
          <a:prstGeom prst="roundRect">
            <a:avLst>
              <a:gd name="adj" fmla="val 11290"/>
            </a:avLst>
          </a:prstGeom>
          <a:solidFill>
            <a:srgbClr val="A50908"/>
          </a:solidFill>
          <a:ln w="0">
            <a:noFill/>
          </a:ln>
        </p:spPr>
        <p:txBody>
          <a:bodyPr/>
          <a:lstStyle/>
          <a:p>
            <a:endParaRPr lang="en-US"/>
          </a:p>
        </p:txBody>
      </p:sp>
      <p:sp>
        <p:nvSpPr>
          <p:cNvPr id="69" name="Text 0">
            <a:extLst>
              <a:ext uri="{FF2B5EF4-FFF2-40B4-BE49-F238E27FC236}">
                <a16:creationId xmlns:a16="http://schemas.microsoft.com/office/drawing/2014/main" id="{BB506220-0A58-0827-9A31-D7A317CD9B73}"/>
              </a:ext>
            </a:extLst>
          </p:cNvPr>
          <p:cNvSpPr/>
          <p:nvPr/>
        </p:nvSpPr>
        <p:spPr>
          <a:xfrm>
            <a:off x="497145" y="1732651"/>
            <a:ext cx="2959658" cy="411480"/>
          </a:xfrm>
          <a:prstGeom prst="rect">
            <a:avLst/>
          </a:prstGeom>
          <a:noFill/>
          <a:ln/>
        </p:spPr>
        <p:txBody>
          <a:bodyPr wrap="square" lIns="0" tIns="0" rIns="0" bIns="0" rtlCol="0" anchor="ctr">
            <a:normAutofit/>
          </a:bodyPr>
          <a:lstStyle/>
          <a:p>
            <a:r>
              <a:rPr lang="en-GB" sz="2400" b="1" dirty="0"/>
              <a:t>Same Trigger Context</a:t>
            </a:r>
            <a:endParaRPr lang="en-US" sz="2400" b="1" dirty="0">
              <a:solidFill>
                <a:srgbClr val="C00000"/>
              </a:solidFill>
            </a:endParaRPr>
          </a:p>
        </p:txBody>
      </p:sp>
      <p:sp>
        <p:nvSpPr>
          <p:cNvPr id="70" name="Text 0">
            <a:extLst>
              <a:ext uri="{FF2B5EF4-FFF2-40B4-BE49-F238E27FC236}">
                <a16:creationId xmlns:a16="http://schemas.microsoft.com/office/drawing/2014/main" id="{8DFA6C34-95E2-7E55-0BF9-C2B0560B54BD}"/>
              </a:ext>
            </a:extLst>
          </p:cNvPr>
          <p:cNvSpPr/>
          <p:nvPr/>
        </p:nvSpPr>
        <p:spPr>
          <a:xfrm>
            <a:off x="1197428" y="2298219"/>
            <a:ext cx="2503959" cy="447665"/>
          </a:xfrm>
          <a:prstGeom prst="rect">
            <a:avLst/>
          </a:prstGeom>
          <a:noFill/>
          <a:ln/>
        </p:spPr>
        <p:txBody>
          <a:bodyPr wrap="square" lIns="0" tIns="0" rIns="0" bIns="0" rtlCol="0" anchor="ctr">
            <a:normAutofit/>
          </a:bodyPr>
          <a:lstStyle/>
          <a:p>
            <a:r>
              <a:rPr lang="en-GB" sz="2400" b="1" dirty="0"/>
              <a:t>Stored Pattern</a:t>
            </a:r>
            <a:endParaRPr lang="en-US" sz="2400" b="1" dirty="0">
              <a:solidFill>
                <a:srgbClr val="C00000"/>
              </a:solidFill>
            </a:endParaRPr>
          </a:p>
        </p:txBody>
      </p:sp>
      <p:sp>
        <p:nvSpPr>
          <p:cNvPr id="71" name="Text 0">
            <a:extLst>
              <a:ext uri="{FF2B5EF4-FFF2-40B4-BE49-F238E27FC236}">
                <a16:creationId xmlns:a16="http://schemas.microsoft.com/office/drawing/2014/main" id="{986AC6B6-1ECC-8EC4-0BB7-19EA6FC91E29}"/>
              </a:ext>
            </a:extLst>
          </p:cNvPr>
          <p:cNvSpPr/>
          <p:nvPr/>
        </p:nvSpPr>
        <p:spPr>
          <a:xfrm>
            <a:off x="1197428" y="4004316"/>
            <a:ext cx="2503959" cy="447665"/>
          </a:xfrm>
          <a:prstGeom prst="rect">
            <a:avLst/>
          </a:prstGeom>
          <a:noFill/>
          <a:ln/>
        </p:spPr>
        <p:txBody>
          <a:bodyPr wrap="square" lIns="0" tIns="0" rIns="0" bIns="0" rtlCol="0" anchor="ctr">
            <a:normAutofit/>
          </a:bodyPr>
          <a:lstStyle/>
          <a:p>
            <a:r>
              <a:rPr lang="en-GB" sz="2400" b="1" dirty="0">
                <a:solidFill>
                  <a:srgbClr val="A50908"/>
                </a:solidFill>
              </a:rPr>
              <a:t>New Observation</a:t>
            </a:r>
            <a:endParaRPr lang="en-US" sz="2400" b="1" dirty="0">
              <a:solidFill>
                <a:srgbClr val="A50908"/>
              </a:solidFill>
            </a:endParaRPr>
          </a:p>
        </p:txBody>
      </p:sp>
      <p:sp>
        <p:nvSpPr>
          <p:cNvPr id="7" name="Text 0">
            <a:extLst>
              <a:ext uri="{FF2B5EF4-FFF2-40B4-BE49-F238E27FC236}">
                <a16:creationId xmlns:a16="http://schemas.microsoft.com/office/drawing/2014/main" id="{9F3FD5A2-FD89-8FF6-8A87-491654846BBB}"/>
              </a:ext>
            </a:extLst>
          </p:cNvPr>
          <p:cNvSpPr/>
          <p:nvPr/>
        </p:nvSpPr>
        <p:spPr>
          <a:xfrm>
            <a:off x="9922739" y="3543344"/>
            <a:ext cx="2959658" cy="411480"/>
          </a:xfrm>
          <a:prstGeom prst="rect">
            <a:avLst/>
          </a:prstGeom>
          <a:noFill/>
          <a:ln/>
        </p:spPr>
        <p:txBody>
          <a:bodyPr wrap="square" lIns="0" tIns="0" rIns="0" bIns="0" rtlCol="0" anchor="ctr">
            <a:noAutofit/>
          </a:bodyPr>
          <a:lstStyle/>
          <a:p>
            <a:r>
              <a:rPr lang="en-GB" sz="3200" b="1" dirty="0"/>
              <a:t>Replace?</a:t>
            </a:r>
            <a:endParaRPr lang="en-US" sz="3200" b="1" dirty="0">
              <a:solidFill>
                <a:srgbClr val="C00000"/>
              </a:solidFill>
            </a:endParaRPr>
          </a:p>
        </p:txBody>
      </p:sp>
      <p:sp>
        <p:nvSpPr>
          <p:cNvPr id="9" name="Curved Left Arrow 8">
            <a:extLst>
              <a:ext uri="{FF2B5EF4-FFF2-40B4-BE49-F238E27FC236}">
                <a16:creationId xmlns:a16="http://schemas.microsoft.com/office/drawing/2014/main" id="{E66EF67B-AC84-A58D-0270-BF1B52404635}"/>
              </a:ext>
            </a:extLst>
          </p:cNvPr>
          <p:cNvSpPr/>
          <p:nvPr/>
        </p:nvSpPr>
        <p:spPr>
          <a:xfrm flipV="1">
            <a:off x="8847185" y="3099651"/>
            <a:ext cx="913502" cy="1328512"/>
          </a:xfrm>
          <a:prstGeom prst="curvedLeftArrow">
            <a:avLst>
              <a:gd name="adj1" fmla="val 34923"/>
              <a:gd name="adj2" fmla="val 59164"/>
              <a:gd name="adj3" fmla="val 25000"/>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Footer Placeholder 1">
            <a:extLst>
              <a:ext uri="{FF2B5EF4-FFF2-40B4-BE49-F238E27FC236}">
                <a16:creationId xmlns:a16="http://schemas.microsoft.com/office/drawing/2014/main" id="{066EE18B-6AA0-A8C0-5B89-6CACDDD6DD47}"/>
              </a:ext>
            </a:extLst>
          </p:cNvPr>
          <p:cNvSpPr>
            <a:spLocks noGrp="1"/>
          </p:cNvSpPr>
          <p:nvPr>
            <p:ph type="ftr" sz="quarter" idx="11"/>
          </p:nvPr>
        </p:nvSpPr>
        <p:spPr/>
        <p:txBody>
          <a:bodyPr/>
          <a:lstStyle/>
          <a:p>
            <a:r>
              <a:rPr lang="en-US"/>
              <a:t>yh653@cam.ac.uk</a:t>
            </a:r>
            <a:endParaRPr lang="en-GB" sz="1600" dirty="0"/>
          </a:p>
        </p:txBody>
      </p:sp>
      <p:sp>
        <p:nvSpPr>
          <p:cNvPr id="5" name="Slide Number Placeholder 4">
            <a:extLst>
              <a:ext uri="{FF2B5EF4-FFF2-40B4-BE49-F238E27FC236}">
                <a16:creationId xmlns:a16="http://schemas.microsoft.com/office/drawing/2014/main" id="{DCE6F706-4827-990A-51E0-4D24A3C17F9B}"/>
              </a:ext>
            </a:extLst>
          </p:cNvPr>
          <p:cNvSpPr>
            <a:spLocks noGrp="1"/>
          </p:cNvSpPr>
          <p:nvPr>
            <p:ph type="sldNum" sz="quarter" idx="10"/>
          </p:nvPr>
        </p:nvSpPr>
        <p:spPr/>
        <p:txBody>
          <a:bodyPr/>
          <a:lstStyle/>
          <a:p>
            <a:fld id="{A04C8923-7248-483A-ACCB-0382A1F5224A}" type="slidenum">
              <a:rPr lang="en-GB" smtClean="0"/>
              <a:t>10</a:t>
            </a:fld>
            <a:endParaRPr lang="en-GB"/>
          </a:p>
        </p:txBody>
      </p:sp>
      <p:sp>
        <p:nvSpPr>
          <p:cNvPr id="11" name="Text 0">
            <a:extLst>
              <a:ext uri="{FF2B5EF4-FFF2-40B4-BE49-F238E27FC236}">
                <a16:creationId xmlns:a16="http://schemas.microsoft.com/office/drawing/2014/main" id="{5B1F05D1-0F28-F326-8661-AA085B96F40B}"/>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Tree>
    <p:extLst>
      <p:ext uri="{BB962C8B-B14F-4D97-AF65-F5344CB8AC3E}">
        <p14:creationId xmlns:p14="http://schemas.microsoft.com/office/powerpoint/2010/main" val="3954827688"/>
      </p:ext>
    </p:extLst>
  </p:cSld>
  <p:clrMapOvr>
    <a:masterClrMapping/>
  </p:clrMapOvr>
  <p:transition spd="med" advClick="0" advTm="2000">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500"/>
                                  </p:stCondLst>
                                  <p:childTnLst>
                                    <p:animEffect transition="out" filter="wipe(down)">
                                      <p:cBhvr>
                                        <p:cTn id="6" dur="1000"/>
                                        <p:tgtEl>
                                          <p:spTgt spid="6"/>
                                        </p:tgtEl>
                                      </p:cBhvr>
                                    </p:animEffect>
                                    <p:set>
                                      <p:cBhvr>
                                        <p:cTn id="7" dur="1" fill="hold">
                                          <p:stCondLst>
                                            <p:cond delay="999"/>
                                          </p:stCondLst>
                                        </p:cTn>
                                        <p:tgtEl>
                                          <p:spTgt spid="6"/>
                                        </p:tgtEl>
                                        <p:attrNameLst>
                                          <p:attrName>style.visibility</p:attrName>
                                        </p:attrNameLst>
                                      </p:cBhvr>
                                      <p:to>
                                        <p:strVal val="hidden"/>
                                      </p:to>
                                    </p:set>
                                  </p:childTnLst>
                                </p:cTn>
                              </p:par>
                              <p:par>
                                <p:cTn id="8" presetID="22" presetClass="exit" presetSubtype="4" fill="hold" grpId="0" nodeType="withEffect">
                                  <p:stCondLst>
                                    <p:cond delay="500"/>
                                  </p:stCondLst>
                                  <p:childTnLst>
                                    <p:animEffect transition="out" filter="wipe(down)">
                                      <p:cBhvr>
                                        <p:cTn id="9" dur="1000"/>
                                        <p:tgtEl>
                                          <p:spTgt spid="8"/>
                                        </p:tgtEl>
                                      </p:cBhvr>
                                    </p:animEffect>
                                    <p:set>
                                      <p:cBhvr>
                                        <p:cTn id="10" dur="1" fill="hold">
                                          <p:stCondLst>
                                            <p:cond delay="999"/>
                                          </p:stCondLst>
                                        </p:cTn>
                                        <p:tgtEl>
                                          <p:spTgt spid="8"/>
                                        </p:tgtEl>
                                        <p:attrNameLst>
                                          <p:attrName>style.visibility</p:attrName>
                                        </p:attrNameLst>
                                      </p:cBhvr>
                                      <p:to>
                                        <p:strVal val="hidden"/>
                                      </p:to>
                                    </p:set>
                                  </p:childTnLst>
                                </p:cTn>
                              </p:par>
                              <p:par>
                                <p:cTn id="11" presetID="22" presetClass="exit" presetSubtype="4" fill="hold" grpId="0" nodeType="withEffect">
                                  <p:stCondLst>
                                    <p:cond delay="500"/>
                                  </p:stCondLst>
                                  <p:childTnLst>
                                    <p:animEffect transition="out" filter="wipe(down)">
                                      <p:cBhvr>
                                        <p:cTn id="12" dur="1000"/>
                                        <p:tgtEl>
                                          <p:spTgt spid="34"/>
                                        </p:tgtEl>
                                      </p:cBhvr>
                                    </p:animEffect>
                                    <p:set>
                                      <p:cBhvr>
                                        <p:cTn id="13" dur="1" fill="hold">
                                          <p:stCondLst>
                                            <p:cond delay="999"/>
                                          </p:stCondLst>
                                        </p:cTn>
                                        <p:tgtEl>
                                          <p:spTgt spid="34"/>
                                        </p:tgtEl>
                                        <p:attrNameLst>
                                          <p:attrName>style.visibility</p:attrName>
                                        </p:attrNameLst>
                                      </p:cBhvr>
                                      <p:to>
                                        <p:strVal val="hidden"/>
                                      </p:to>
                                    </p:set>
                                  </p:childTnLst>
                                </p:cTn>
                              </p:par>
                              <p:par>
                                <p:cTn id="14" presetID="22" presetClass="exit" presetSubtype="4" fill="hold" grpId="0" nodeType="withEffect">
                                  <p:stCondLst>
                                    <p:cond delay="500"/>
                                  </p:stCondLst>
                                  <p:childTnLst>
                                    <p:animEffect transition="out" filter="wipe(down)">
                                      <p:cBhvr>
                                        <p:cTn id="15" dur="1000"/>
                                        <p:tgtEl>
                                          <p:spTgt spid="35"/>
                                        </p:tgtEl>
                                      </p:cBhvr>
                                    </p:animEffect>
                                    <p:set>
                                      <p:cBhvr>
                                        <p:cTn id="16" dur="1" fill="hold">
                                          <p:stCondLst>
                                            <p:cond delay="999"/>
                                          </p:stCondLst>
                                        </p:cTn>
                                        <p:tgtEl>
                                          <p:spTgt spid="35"/>
                                        </p:tgtEl>
                                        <p:attrNameLst>
                                          <p:attrName>style.visibility</p:attrName>
                                        </p:attrNameLst>
                                      </p:cBhvr>
                                      <p:to>
                                        <p:strVal val="hidden"/>
                                      </p:to>
                                    </p:set>
                                  </p:childTnLst>
                                </p:cTn>
                              </p:par>
                              <p:par>
                                <p:cTn id="17" presetID="22" presetClass="exit" presetSubtype="4" fill="hold" grpId="0" nodeType="withEffect">
                                  <p:stCondLst>
                                    <p:cond delay="500"/>
                                  </p:stCondLst>
                                  <p:childTnLst>
                                    <p:animEffect transition="out" filter="wipe(down)">
                                      <p:cBhvr>
                                        <p:cTn id="18" dur="1000"/>
                                        <p:tgtEl>
                                          <p:spTgt spid="37"/>
                                        </p:tgtEl>
                                      </p:cBhvr>
                                    </p:animEffect>
                                    <p:set>
                                      <p:cBhvr>
                                        <p:cTn id="19" dur="1" fill="hold">
                                          <p:stCondLst>
                                            <p:cond delay="999"/>
                                          </p:stCondLst>
                                        </p:cTn>
                                        <p:tgtEl>
                                          <p:spTgt spid="37"/>
                                        </p:tgtEl>
                                        <p:attrNameLst>
                                          <p:attrName>style.visibility</p:attrName>
                                        </p:attrNameLst>
                                      </p:cBhvr>
                                      <p:to>
                                        <p:strVal val="hidden"/>
                                      </p:to>
                                    </p:set>
                                  </p:childTnLst>
                                </p:cTn>
                              </p:par>
                              <p:par>
                                <p:cTn id="20" presetID="22" presetClass="exit" presetSubtype="4" fill="hold" grpId="0" nodeType="withEffect">
                                  <p:stCondLst>
                                    <p:cond delay="500"/>
                                  </p:stCondLst>
                                  <p:childTnLst>
                                    <p:animEffect transition="out" filter="wipe(down)">
                                      <p:cBhvr>
                                        <p:cTn id="21" dur="1000"/>
                                        <p:tgtEl>
                                          <p:spTgt spid="38"/>
                                        </p:tgtEl>
                                      </p:cBhvr>
                                    </p:animEffect>
                                    <p:set>
                                      <p:cBhvr>
                                        <p:cTn id="22" dur="1" fill="hold">
                                          <p:stCondLst>
                                            <p:cond delay="999"/>
                                          </p:stCondLst>
                                        </p:cTn>
                                        <p:tgtEl>
                                          <p:spTgt spid="38"/>
                                        </p:tgtEl>
                                        <p:attrNameLst>
                                          <p:attrName>style.visibility</p:attrName>
                                        </p:attrNameLst>
                                      </p:cBhvr>
                                      <p:to>
                                        <p:strVal val="hidden"/>
                                      </p:to>
                                    </p:set>
                                  </p:childTnLst>
                                </p:cTn>
                              </p:par>
                              <p:par>
                                <p:cTn id="23" presetID="22" presetClass="exit" presetSubtype="4" fill="hold" grpId="0" nodeType="withEffect">
                                  <p:stCondLst>
                                    <p:cond delay="500"/>
                                  </p:stCondLst>
                                  <p:childTnLst>
                                    <p:animEffect transition="out" filter="wipe(down)">
                                      <p:cBhvr>
                                        <p:cTn id="24" dur="1000"/>
                                        <p:tgtEl>
                                          <p:spTgt spid="39"/>
                                        </p:tgtEl>
                                      </p:cBhvr>
                                    </p:animEffect>
                                    <p:set>
                                      <p:cBhvr>
                                        <p:cTn id="25" dur="1" fill="hold">
                                          <p:stCondLst>
                                            <p:cond delay="999"/>
                                          </p:stCondLst>
                                        </p:cTn>
                                        <p:tgtEl>
                                          <p:spTgt spid="39"/>
                                        </p:tgtEl>
                                        <p:attrNameLst>
                                          <p:attrName>style.visibility</p:attrName>
                                        </p:attrNameLst>
                                      </p:cBhvr>
                                      <p:to>
                                        <p:strVal val="hidden"/>
                                      </p:to>
                                    </p:set>
                                  </p:childTnLst>
                                </p:cTn>
                              </p:par>
                              <p:par>
                                <p:cTn id="26" presetID="22" presetClass="exit" presetSubtype="4" fill="hold" grpId="0" nodeType="withEffect">
                                  <p:stCondLst>
                                    <p:cond delay="500"/>
                                  </p:stCondLst>
                                  <p:childTnLst>
                                    <p:animEffect transition="out" filter="wipe(down)">
                                      <p:cBhvr>
                                        <p:cTn id="27" dur="1000"/>
                                        <p:tgtEl>
                                          <p:spTgt spid="40"/>
                                        </p:tgtEl>
                                      </p:cBhvr>
                                    </p:animEffect>
                                    <p:set>
                                      <p:cBhvr>
                                        <p:cTn id="28" dur="1" fill="hold">
                                          <p:stCondLst>
                                            <p:cond delay="999"/>
                                          </p:stCondLst>
                                        </p:cTn>
                                        <p:tgtEl>
                                          <p:spTgt spid="40"/>
                                        </p:tgtEl>
                                        <p:attrNameLst>
                                          <p:attrName>style.visibility</p:attrName>
                                        </p:attrNameLst>
                                      </p:cBhvr>
                                      <p:to>
                                        <p:strVal val="hidden"/>
                                      </p:to>
                                    </p:set>
                                  </p:childTnLst>
                                </p:cTn>
                              </p:par>
                              <p:par>
                                <p:cTn id="29" presetID="22" presetClass="exit" presetSubtype="4" fill="hold" grpId="0" nodeType="withEffect">
                                  <p:stCondLst>
                                    <p:cond delay="500"/>
                                  </p:stCondLst>
                                  <p:childTnLst>
                                    <p:animEffect transition="out" filter="wipe(down)">
                                      <p:cBhvr>
                                        <p:cTn id="30" dur="1000"/>
                                        <p:tgtEl>
                                          <p:spTgt spid="41"/>
                                        </p:tgtEl>
                                      </p:cBhvr>
                                    </p:animEffect>
                                    <p:set>
                                      <p:cBhvr>
                                        <p:cTn id="31" dur="1" fill="hold">
                                          <p:stCondLst>
                                            <p:cond delay="999"/>
                                          </p:stCondLst>
                                        </p:cTn>
                                        <p:tgtEl>
                                          <p:spTgt spid="41"/>
                                        </p:tgtEl>
                                        <p:attrNameLst>
                                          <p:attrName>style.visibility</p:attrName>
                                        </p:attrNameLst>
                                      </p:cBhvr>
                                      <p:to>
                                        <p:strVal val="hidden"/>
                                      </p:to>
                                    </p:set>
                                  </p:childTnLst>
                                </p:cTn>
                              </p:par>
                              <p:par>
                                <p:cTn id="32" presetID="22" presetClass="exit" presetSubtype="4" fill="hold" grpId="0" nodeType="withEffect">
                                  <p:stCondLst>
                                    <p:cond delay="500"/>
                                  </p:stCondLst>
                                  <p:childTnLst>
                                    <p:animEffect transition="out" filter="wipe(down)">
                                      <p:cBhvr>
                                        <p:cTn id="33" dur="1000"/>
                                        <p:tgtEl>
                                          <p:spTgt spid="42"/>
                                        </p:tgtEl>
                                      </p:cBhvr>
                                    </p:animEffect>
                                    <p:set>
                                      <p:cBhvr>
                                        <p:cTn id="34" dur="1" fill="hold">
                                          <p:stCondLst>
                                            <p:cond delay="999"/>
                                          </p:stCondLst>
                                        </p:cTn>
                                        <p:tgtEl>
                                          <p:spTgt spid="42"/>
                                        </p:tgtEl>
                                        <p:attrNameLst>
                                          <p:attrName>style.visibility</p:attrName>
                                        </p:attrNameLst>
                                      </p:cBhvr>
                                      <p:to>
                                        <p:strVal val="hidden"/>
                                      </p:to>
                                    </p:set>
                                  </p:childTnLst>
                                </p:cTn>
                              </p:par>
                              <p:par>
                                <p:cTn id="35" presetID="22" presetClass="exit" presetSubtype="4" fill="hold" grpId="0" nodeType="withEffect">
                                  <p:stCondLst>
                                    <p:cond delay="500"/>
                                  </p:stCondLst>
                                  <p:childTnLst>
                                    <p:animEffect transition="out" filter="wipe(down)">
                                      <p:cBhvr>
                                        <p:cTn id="36" dur="1000"/>
                                        <p:tgtEl>
                                          <p:spTgt spid="43"/>
                                        </p:tgtEl>
                                      </p:cBhvr>
                                    </p:animEffect>
                                    <p:set>
                                      <p:cBhvr>
                                        <p:cTn id="37" dur="1" fill="hold">
                                          <p:stCondLst>
                                            <p:cond delay="999"/>
                                          </p:stCondLst>
                                        </p:cTn>
                                        <p:tgtEl>
                                          <p:spTgt spid="43"/>
                                        </p:tgtEl>
                                        <p:attrNameLst>
                                          <p:attrName>style.visibility</p:attrName>
                                        </p:attrNameLst>
                                      </p:cBhvr>
                                      <p:to>
                                        <p:strVal val="hidden"/>
                                      </p:to>
                                    </p:set>
                                  </p:childTnLst>
                                </p:cTn>
                              </p:par>
                              <p:par>
                                <p:cTn id="38" presetID="22" presetClass="exit" presetSubtype="4" fill="hold" grpId="0" nodeType="withEffect">
                                  <p:stCondLst>
                                    <p:cond delay="500"/>
                                  </p:stCondLst>
                                  <p:childTnLst>
                                    <p:animEffect transition="out" filter="wipe(down)">
                                      <p:cBhvr>
                                        <p:cTn id="39" dur="1000"/>
                                        <p:tgtEl>
                                          <p:spTgt spid="44"/>
                                        </p:tgtEl>
                                      </p:cBhvr>
                                    </p:animEffect>
                                    <p:set>
                                      <p:cBhvr>
                                        <p:cTn id="40" dur="1" fill="hold">
                                          <p:stCondLst>
                                            <p:cond delay="999"/>
                                          </p:stCondLst>
                                        </p:cTn>
                                        <p:tgtEl>
                                          <p:spTgt spid="44"/>
                                        </p:tgtEl>
                                        <p:attrNameLst>
                                          <p:attrName>style.visibility</p:attrName>
                                        </p:attrNameLst>
                                      </p:cBhvr>
                                      <p:to>
                                        <p:strVal val="hidden"/>
                                      </p:to>
                                    </p:set>
                                  </p:childTnLst>
                                </p:cTn>
                              </p:par>
                              <p:par>
                                <p:cTn id="41" presetID="22" presetClass="exit" presetSubtype="4" fill="hold" grpId="0" nodeType="withEffect">
                                  <p:stCondLst>
                                    <p:cond delay="500"/>
                                  </p:stCondLst>
                                  <p:childTnLst>
                                    <p:animEffect transition="out" filter="wipe(down)">
                                      <p:cBhvr>
                                        <p:cTn id="42" dur="1000"/>
                                        <p:tgtEl>
                                          <p:spTgt spid="45"/>
                                        </p:tgtEl>
                                      </p:cBhvr>
                                    </p:animEffect>
                                    <p:set>
                                      <p:cBhvr>
                                        <p:cTn id="43" dur="1" fill="hold">
                                          <p:stCondLst>
                                            <p:cond delay="999"/>
                                          </p:stCondLst>
                                        </p:cTn>
                                        <p:tgtEl>
                                          <p:spTgt spid="45"/>
                                        </p:tgtEl>
                                        <p:attrNameLst>
                                          <p:attrName>style.visibility</p:attrName>
                                        </p:attrNameLst>
                                      </p:cBhvr>
                                      <p:to>
                                        <p:strVal val="hidden"/>
                                      </p:to>
                                    </p:set>
                                  </p:childTnLst>
                                </p:cTn>
                              </p:par>
                              <p:par>
                                <p:cTn id="44" presetID="22" presetClass="exit" presetSubtype="4" fill="hold" grpId="0" nodeType="withEffect">
                                  <p:stCondLst>
                                    <p:cond delay="500"/>
                                  </p:stCondLst>
                                  <p:childTnLst>
                                    <p:animEffect transition="out" filter="wipe(down)">
                                      <p:cBhvr>
                                        <p:cTn id="45" dur="1000"/>
                                        <p:tgtEl>
                                          <p:spTgt spid="46"/>
                                        </p:tgtEl>
                                      </p:cBhvr>
                                    </p:animEffect>
                                    <p:set>
                                      <p:cBhvr>
                                        <p:cTn id="46" dur="1" fill="hold">
                                          <p:stCondLst>
                                            <p:cond delay="999"/>
                                          </p:stCondLst>
                                        </p:cTn>
                                        <p:tgtEl>
                                          <p:spTgt spid="46"/>
                                        </p:tgtEl>
                                        <p:attrNameLst>
                                          <p:attrName>style.visibility</p:attrName>
                                        </p:attrNameLst>
                                      </p:cBhvr>
                                      <p:to>
                                        <p:strVal val="hidden"/>
                                      </p:to>
                                    </p:set>
                                  </p:childTnLst>
                                </p:cTn>
                              </p:par>
                              <p:par>
                                <p:cTn id="47" presetID="22" presetClass="exit" presetSubtype="4" fill="hold" grpId="0" nodeType="withEffect">
                                  <p:stCondLst>
                                    <p:cond delay="500"/>
                                  </p:stCondLst>
                                  <p:childTnLst>
                                    <p:animEffect transition="out" filter="wipe(down)">
                                      <p:cBhvr>
                                        <p:cTn id="48" dur="1000"/>
                                        <p:tgtEl>
                                          <p:spTgt spid="47"/>
                                        </p:tgtEl>
                                      </p:cBhvr>
                                    </p:animEffect>
                                    <p:set>
                                      <p:cBhvr>
                                        <p:cTn id="49" dur="1" fill="hold">
                                          <p:stCondLst>
                                            <p:cond delay="999"/>
                                          </p:stCondLst>
                                        </p:cTn>
                                        <p:tgtEl>
                                          <p:spTgt spid="47"/>
                                        </p:tgtEl>
                                        <p:attrNameLst>
                                          <p:attrName>style.visibility</p:attrName>
                                        </p:attrNameLst>
                                      </p:cBhvr>
                                      <p:to>
                                        <p:strVal val="hidden"/>
                                      </p:to>
                                    </p:set>
                                  </p:childTnLst>
                                </p:cTn>
                              </p:par>
                              <p:par>
                                <p:cTn id="50" presetID="22" presetClass="exit" presetSubtype="4" fill="hold" grpId="0" nodeType="withEffect">
                                  <p:stCondLst>
                                    <p:cond delay="500"/>
                                  </p:stCondLst>
                                  <p:childTnLst>
                                    <p:animEffect transition="out" filter="wipe(down)">
                                      <p:cBhvr>
                                        <p:cTn id="51" dur="1000"/>
                                        <p:tgtEl>
                                          <p:spTgt spid="48"/>
                                        </p:tgtEl>
                                      </p:cBhvr>
                                    </p:animEffect>
                                    <p:set>
                                      <p:cBhvr>
                                        <p:cTn id="52" dur="1" fill="hold">
                                          <p:stCondLst>
                                            <p:cond delay="999"/>
                                          </p:stCondLst>
                                        </p:cTn>
                                        <p:tgtEl>
                                          <p:spTgt spid="48"/>
                                        </p:tgtEl>
                                        <p:attrNameLst>
                                          <p:attrName>style.visibility</p:attrName>
                                        </p:attrNameLst>
                                      </p:cBhvr>
                                      <p:to>
                                        <p:strVal val="hidden"/>
                                      </p:to>
                                    </p:set>
                                  </p:childTnLst>
                                </p:cTn>
                              </p:par>
                              <p:par>
                                <p:cTn id="53" presetID="64" presetClass="path" presetSubtype="0" accel="50000" decel="50000" fill="hold" grpId="0" nodeType="withEffect">
                                  <p:stCondLst>
                                    <p:cond delay="500"/>
                                  </p:stCondLst>
                                  <p:childTnLst>
                                    <p:animMotion origin="layout" path="M -6.25E-7 -2.96296E-6 L -6.25E-7 -0.25 " pathEditMode="relative" rAng="0" ptsTypes="AA">
                                      <p:cBhvr>
                                        <p:cTn id="54" dur="2000" fill="hold"/>
                                        <p:tgtEl>
                                          <p:spTgt spid="49"/>
                                        </p:tgtEl>
                                        <p:attrNameLst>
                                          <p:attrName>ppt_x</p:attrName>
                                          <p:attrName>ppt_y</p:attrName>
                                        </p:attrNameLst>
                                      </p:cBhvr>
                                      <p:rCtr x="0" y="-12500"/>
                                    </p:animMotion>
                                  </p:childTnLst>
                                </p:cTn>
                              </p:par>
                              <p:par>
                                <p:cTn id="55" presetID="64" presetClass="path" presetSubtype="0" accel="50000" decel="50000" fill="hold" grpId="0" nodeType="withEffect">
                                  <p:stCondLst>
                                    <p:cond delay="500"/>
                                  </p:stCondLst>
                                  <p:childTnLst>
                                    <p:animMotion origin="layout" path="M -4.58333E-6 -2.96296E-6 L -4.58333E-6 -0.25 " pathEditMode="relative" rAng="0" ptsTypes="AA">
                                      <p:cBhvr>
                                        <p:cTn id="56" dur="2000" fill="hold"/>
                                        <p:tgtEl>
                                          <p:spTgt spid="50"/>
                                        </p:tgtEl>
                                        <p:attrNameLst>
                                          <p:attrName>ppt_x</p:attrName>
                                          <p:attrName>ppt_y</p:attrName>
                                        </p:attrNameLst>
                                      </p:cBhvr>
                                      <p:rCtr x="0" y="-12500"/>
                                    </p:animMotion>
                                  </p:childTnLst>
                                </p:cTn>
                              </p:par>
                              <p:par>
                                <p:cTn id="57" presetID="64" presetClass="path" presetSubtype="0" accel="50000" decel="50000" fill="hold" grpId="0" nodeType="withEffect">
                                  <p:stCondLst>
                                    <p:cond delay="500"/>
                                  </p:stCondLst>
                                  <p:childTnLst>
                                    <p:animMotion origin="layout" path="M 1.45833E-6 -2.96296E-6 L 1.45833E-6 -0.25 " pathEditMode="relative" rAng="0" ptsTypes="AA">
                                      <p:cBhvr>
                                        <p:cTn id="58" dur="2000" fill="hold"/>
                                        <p:tgtEl>
                                          <p:spTgt spid="51"/>
                                        </p:tgtEl>
                                        <p:attrNameLst>
                                          <p:attrName>ppt_x</p:attrName>
                                          <p:attrName>ppt_y</p:attrName>
                                        </p:attrNameLst>
                                      </p:cBhvr>
                                      <p:rCtr x="0" y="-12500"/>
                                    </p:animMotion>
                                  </p:childTnLst>
                                </p:cTn>
                              </p:par>
                              <p:par>
                                <p:cTn id="59" presetID="64" presetClass="path" presetSubtype="0" accel="50000" decel="50000" fill="hold" grpId="0" nodeType="withEffect">
                                  <p:stCondLst>
                                    <p:cond delay="500"/>
                                  </p:stCondLst>
                                  <p:childTnLst>
                                    <p:animMotion origin="layout" path="M -1.45833E-6 -2.96296E-6 L -1.45833E-6 -0.25 " pathEditMode="relative" rAng="0" ptsTypes="AA">
                                      <p:cBhvr>
                                        <p:cTn id="60" dur="2000" fill="hold"/>
                                        <p:tgtEl>
                                          <p:spTgt spid="52"/>
                                        </p:tgtEl>
                                        <p:attrNameLst>
                                          <p:attrName>ppt_x</p:attrName>
                                          <p:attrName>ppt_y</p:attrName>
                                        </p:attrNameLst>
                                      </p:cBhvr>
                                      <p:rCtr x="0" y="-12500"/>
                                    </p:animMotion>
                                  </p:childTnLst>
                                </p:cTn>
                              </p:par>
                              <p:par>
                                <p:cTn id="61" presetID="64" presetClass="path" presetSubtype="0" accel="50000" decel="50000" fill="hold" grpId="0" nodeType="withEffect">
                                  <p:stCondLst>
                                    <p:cond delay="500"/>
                                  </p:stCondLst>
                                  <p:childTnLst>
                                    <p:animMotion origin="layout" path="M -3.33333E-6 -1.48148E-6 L -3.33333E-6 -0.25 " pathEditMode="relative" rAng="0" ptsTypes="AA">
                                      <p:cBhvr>
                                        <p:cTn id="62" dur="2000" fill="hold"/>
                                        <p:tgtEl>
                                          <p:spTgt spid="53"/>
                                        </p:tgtEl>
                                        <p:attrNameLst>
                                          <p:attrName>ppt_x</p:attrName>
                                          <p:attrName>ppt_y</p:attrName>
                                        </p:attrNameLst>
                                      </p:cBhvr>
                                      <p:rCtr x="0" y="-12500"/>
                                    </p:animMotion>
                                  </p:childTnLst>
                                </p:cTn>
                              </p:par>
                              <p:par>
                                <p:cTn id="63" presetID="64" presetClass="path" presetSubtype="0" accel="50000" decel="50000" fill="hold" grpId="0" nodeType="withEffect">
                                  <p:stCondLst>
                                    <p:cond delay="500"/>
                                  </p:stCondLst>
                                  <p:childTnLst>
                                    <p:animMotion origin="layout" path="M 2.70833E-6 -1.48148E-6 L 2.70833E-6 -0.25 " pathEditMode="relative" rAng="0" ptsTypes="AA">
                                      <p:cBhvr>
                                        <p:cTn id="64" dur="2000" fill="hold"/>
                                        <p:tgtEl>
                                          <p:spTgt spid="54"/>
                                        </p:tgtEl>
                                        <p:attrNameLst>
                                          <p:attrName>ppt_x</p:attrName>
                                          <p:attrName>ppt_y</p:attrName>
                                        </p:attrNameLst>
                                      </p:cBhvr>
                                      <p:rCtr x="0" y="-12500"/>
                                    </p:animMotion>
                                  </p:childTnLst>
                                </p:cTn>
                              </p:par>
                              <p:par>
                                <p:cTn id="65" presetID="64" presetClass="path" presetSubtype="0" accel="50000" decel="50000" fill="hold" grpId="0" nodeType="withEffect">
                                  <p:stCondLst>
                                    <p:cond delay="500"/>
                                  </p:stCondLst>
                                  <p:childTnLst>
                                    <p:animMotion origin="layout" path="M -1.04167E-6 -1.48148E-6 L -1.04167E-6 -0.25 " pathEditMode="relative" rAng="0" ptsTypes="AA">
                                      <p:cBhvr>
                                        <p:cTn id="66" dur="2000" fill="hold"/>
                                        <p:tgtEl>
                                          <p:spTgt spid="55"/>
                                        </p:tgtEl>
                                        <p:attrNameLst>
                                          <p:attrName>ppt_x</p:attrName>
                                          <p:attrName>ppt_y</p:attrName>
                                        </p:attrNameLst>
                                      </p:cBhvr>
                                      <p:rCtr x="0" y="-12500"/>
                                    </p:animMotion>
                                  </p:childTnLst>
                                </p:cTn>
                              </p:par>
                              <p:par>
                                <p:cTn id="67" presetID="64" presetClass="path" presetSubtype="0" accel="50000" decel="50000" fill="hold" grpId="0" nodeType="withEffect">
                                  <p:stCondLst>
                                    <p:cond delay="500"/>
                                  </p:stCondLst>
                                  <p:childTnLst>
                                    <p:animMotion origin="layout" path="M -3.95833E-6 -1.48148E-6 L -3.95833E-6 -0.25 " pathEditMode="relative" rAng="0" ptsTypes="AA">
                                      <p:cBhvr>
                                        <p:cTn id="68" dur="2000" fill="hold"/>
                                        <p:tgtEl>
                                          <p:spTgt spid="56"/>
                                        </p:tgtEl>
                                        <p:attrNameLst>
                                          <p:attrName>ppt_x</p:attrName>
                                          <p:attrName>ppt_y</p:attrName>
                                        </p:attrNameLst>
                                      </p:cBhvr>
                                      <p:rCtr x="0" y="-12500"/>
                                    </p:animMotion>
                                  </p:childTnLst>
                                </p:cTn>
                              </p:par>
                              <p:par>
                                <p:cTn id="69" presetID="64" presetClass="path" presetSubtype="0" accel="50000" decel="50000" fill="hold" grpId="0" nodeType="withEffect">
                                  <p:stCondLst>
                                    <p:cond delay="500"/>
                                  </p:stCondLst>
                                  <p:childTnLst>
                                    <p:animMotion origin="layout" path="M -4.79167E-6 -2.96296E-6 L -4.79167E-6 -0.25 " pathEditMode="relative" rAng="0" ptsTypes="AA">
                                      <p:cBhvr>
                                        <p:cTn id="70" dur="2000" fill="hold"/>
                                        <p:tgtEl>
                                          <p:spTgt spid="57"/>
                                        </p:tgtEl>
                                        <p:attrNameLst>
                                          <p:attrName>ppt_x</p:attrName>
                                          <p:attrName>ppt_y</p:attrName>
                                        </p:attrNameLst>
                                      </p:cBhvr>
                                      <p:rCtr x="0" y="-12500"/>
                                    </p:animMotion>
                                  </p:childTnLst>
                                </p:cTn>
                              </p:par>
                              <p:par>
                                <p:cTn id="71" presetID="64" presetClass="path" presetSubtype="0" accel="50000" decel="50000" fill="hold" grpId="0" nodeType="withEffect">
                                  <p:stCondLst>
                                    <p:cond delay="500"/>
                                  </p:stCondLst>
                                  <p:childTnLst>
                                    <p:animMotion origin="layout" path="M 1.45833E-6 -2.96296E-6 L 1.45833E-6 -0.25 " pathEditMode="relative" rAng="0" ptsTypes="AA">
                                      <p:cBhvr>
                                        <p:cTn id="72" dur="2000" fill="hold"/>
                                        <p:tgtEl>
                                          <p:spTgt spid="58"/>
                                        </p:tgtEl>
                                        <p:attrNameLst>
                                          <p:attrName>ppt_x</p:attrName>
                                          <p:attrName>ppt_y</p:attrName>
                                        </p:attrNameLst>
                                      </p:cBhvr>
                                      <p:rCtr x="0" y="-12500"/>
                                    </p:animMotion>
                                  </p:childTnLst>
                                </p:cTn>
                              </p:par>
                              <p:par>
                                <p:cTn id="73" presetID="64" presetClass="path" presetSubtype="0" accel="50000" decel="50000" fill="hold" grpId="0" nodeType="withEffect">
                                  <p:stCondLst>
                                    <p:cond delay="500"/>
                                  </p:stCondLst>
                                  <p:childTnLst>
                                    <p:animMotion origin="layout" path="M -2.5E-6 -2.96296E-6 L -2.5E-6 -0.25 " pathEditMode="relative" rAng="0" ptsTypes="AA">
                                      <p:cBhvr>
                                        <p:cTn id="74" dur="2000" fill="hold"/>
                                        <p:tgtEl>
                                          <p:spTgt spid="59"/>
                                        </p:tgtEl>
                                        <p:attrNameLst>
                                          <p:attrName>ppt_x</p:attrName>
                                          <p:attrName>ppt_y</p:attrName>
                                        </p:attrNameLst>
                                      </p:cBhvr>
                                      <p:rCtr x="0" y="-12500"/>
                                    </p:animMotion>
                                  </p:childTnLst>
                                </p:cTn>
                              </p:par>
                              <p:par>
                                <p:cTn id="75" presetID="64" presetClass="path" presetSubtype="0" accel="50000" decel="50000" fill="hold" grpId="0" nodeType="withEffect">
                                  <p:stCondLst>
                                    <p:cond delay="500"/>
                                  </p:stCondLst>
                                  <p:childTnLst>
                                    <p:animMotion origin="layout" path="M 4.58333E-6 -2.96296E-6 L 4.58333E-6 -0.25 " pathEditMode="relative" rAng="0" ptsTypes="AA">
                                      <p:cBhvr>
                                        <p:cTn id="76" dur="2000" fill="hold"/>
                                        <p:tgtEl>
                                          <p:spTgt spid="60"/>
                                        </p:tgtEl>
                                        <p:attrNameLst>
                                          <p:attrName>ppt_x</p:attrName>
                                          <p:attrName>ppt_y</p:attrName>
                                        </p:attrNameLst>
                                      </p:cBhvr>
                                      <p:rCtr x="0" y="-12500"/>
                                    </p:animMotion>
                                  </p:childTnLst>
                                </p:cTn>
                              </p:par>
                              <p:par>
                                <p:cTn id="77" presetID="64" presetClass="path" presetSubtype="0" accel="50000" decel="50000" fill="hold" grpId="0" nodeType="withEffect">
                                  <p:stCondLst>
                                    <p:cond delay="500"/>
                                  </p:stCondLst>
                                  <p:childTnLst>
                                    <p:animMotion origin="layout" path="M 2.70833E-6 -1.48148E-6 L 2.70833E-6 -0.25 " pathEditMode="relative" rAng="0" ptsTypes="AA">
                                      <p:cBhvr>
                                        <p:cTn id="78" dur="2000" fill="hold"/>
                                        <p:tgtEl>
                                          <p:spTgt spid="61"/>
                                        </p:tgtEl>
                                        <p:attrNameLst>
                                          <p:attrName>ppt_x</p:attrName>
                                          <p:attrName>ppt_y</p:attrName>
                                        </p:attrNameLst>
                                      </p:cBhvr>
                                      <p:rCtr x="0" y="-12500"/>
                                    </p:animMotion>
                                  </p:childTnLst>
                                </p:cTn>
                              </p:par>
                              <p:par>
                                <p:cTn id="79" presetID="64" presetClass="path" presetSubtype="0" accel="50000" decel="50000" fill="hold" grpId="0" nodeType="withEffect">
                                  <p:stCondLst>
                                    <p:cond delay="500"/>
                                  </p:stCondLst>
                                  <p:childTnLst>
                                    <p:animMotion origin="layout" path="M -1.25E-6 -1.48148E-6 L -1.25E-6 -0.25 " pathEditMode="relative" rAng="0" ptsTypes="AA">
                                      <p:cBhvr>
                                        <p:cTn id="80" dur="2000" fill="hold"/>
                                        <p:tgtEl>
                                          <p:spTgt spid="62"/>
                                        </p:tgtEl>
                                        <p:attrNameLst>
                                          <p:attrName>ppt_x</p:attrName>
                                          <p:attrName>ppt_y</p:attrName>
                                        </p:attrNameLst>
                                      </p:cBhvr>
                                      <p:rCtr x="0" y="-12500"/>
                                    </p:animMotion>
                                  </p:childTnLst>
                                </p:cTn>
                              </p:par>
                              <p:par>
                                <p:cTn id="81" presetID="64" presetClass="path" presetSubtype="0" accel="50000" decel="50000" fill="hold" grpId="0" nodeType="withEffect">
                                  <p:stCondLst>
                                    <p:cond delay="500"/>
                                  </p:stCondLst>
                                  <p:childTnLst>
                                    <p:animMotion origin="layout" path="M 5E-6 -1.48148E-6 L 5E-6 -0.25 " pathEditMode="relative" rAng="0" ptsTypes="AA">
                                      <p:cBhvr>
                                        <p:cTn id="82" dur="2000" fill="hold"/>
                                        <p:tgtEl>
                                          <p:spTgt spid="63"/>
                                        </p:tgtEl>
                                        <p:attrNameLst>
                                          <p:attrName>ppt_x</p:attrName>
                                          <p:attrName>ppt_y</p:attrName>
                                        </p:attrNameLst>
                                      </p:cBhvr>
                                      <p:rCtr x="0" y="-12500"/>
                                    </p:animMotion>
                                  </p:childTnLst>
                                </p:cTn>
                              </p:par>
                              <p:par>
                                <p:cTn id="83" presetID="64" presetClass="path" presetSubtype="0" accel="50000" decel="50000" fill="hold" grpId="0" nodeType="withEffect">
                                  <p:stCondLst>
                                    <p:cond delay="500"/>
                                  </p:stCondLst>
                                  <p:childTnLst>
                                    <p:animMotion origin="layout" path="M 2.08333E-6 -1.48148E-6 L 2.08333E-6 -0.25 " pathEditMode="relative" rAng="0" ptsTypes="AA">
                                      <p:cBhvr>
                                        <p:cTn id="84" dur="2000" fill="hold"/>
                                        <p:tgtEl>
                                          <p:spTgt spid="6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300ED-7394-3FB5-9805-21FBDA07ABE9}"/>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6F94A575-AE53-D1F5-3A9F-05A973C46B18}"/>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sp>
        <p:nvSpPr>
          <p:cNvPr id="6" name="Rounded Rectangle 5">
            <a:extLst>
              <a:ext uri="{FF2B5EF4-FFF2-40B4-BE49-F238E27FC236}">
                <a16:creationId xmlns:a16="http://schemas.microsoft.com/office/drawing/2014/main" id="{7D71EA73-3E9E-E19C-D849-84A12AA4DB0C}"/>
              </a:ext>
            </a:extLst>
          </p:cNvPr>
          <p:cNvSpPr>
            <a:spLocks noGrp="1"/>
          </p:cNvSpPr>
          <p:nvPr/>
        </p:nvSpPr>
        <p:spPr>
          <a:xfrm>
            <a:off x="1197428"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8" name="Rounded Rectangle 7">
            <a:extLst>
              <a:ext uri="{FF2B5EF4-FFF2-40B4-BE49-F238E27FC236}">
                <a16:creationId xmlns:a16="http://schemas.microsoft.com/office/drawing/2014/main" id="{246A7835-930B-8CB8-DEF5-8AE3846D1BE3}"/>
              </a:ext>
            </a:extLst>
          </p:cNvPr>
          <p:cNvSpPr>
            <a:spLocks noGrp="1"/>
          </p:cNvSpPr>
          <p:nvPr/>
        </p:nvSpPr>
        <p:spPr>
          <a:xfrm>
            <a:off x="1607978"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98AB5702-67EA-4EE4-79FF-CFCBD6F782E7}"/>
              </a:ext>
            </a:extLst>
          </p:cNvPr>
          <p:cNvSpPr>
            <a:spLocks noGrp="1"/>
          </p:cNvSpPr>
          <p:nvPr/>
        </p:nvSpPr>
        <p:spPr>
          <a:xfrm>
            <a:off x="2018528" y="2791379"/>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5" name="Rounded Rectangle 34">
            <a:extLst>
              <a:ext uri="{FF2B5EF4-FFF2-40B4-BE49-F238E27FC236}">
                <a16:creationId xmlns:a16="http://schemas.microsoft.com/office/drawing/2014/main" id="{216DEAD5-7C11-A2DA-76FD-398694D81FD0}"/>
              </a:ext>
            </a:extLst>
          </p:cNvPr>
          <p:cNvSpPr>
            <a:spLocks noGrp="1"/>
          </p:cNvSpPr>
          <p:nvPr/>
        </p:nvSpPr>
        <p:spPr>
          <a:xfrm>
            <a:off x="2421839"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75000"/>
                </a:schemeClr>
              </a:solidFill>
            </a:endParaRPr>
          </a:p>
        </p:txBody>
      </p:sp>
      <p:sp>
        <p:nvSpPr>
          <p:cNvPr id="37" name="Rounded Rectangle 36">
            <a:extLst>
              <a:ext uri="{FF2B5EF4-FFF2-40B4-BE49-F238E27FC236}">
                <a16:creationId xmlns:a16="http://schemas.microsoft.com/office/drawing/2014/main" id="{9B354FFE-987E-043D-70CC-BC6F5C6D8A56}"/>
              </a:ext>
            </a:extLst>
          </p:cNvPr>
          <p:cNvSpPr>
            <a:spLocks noGrp="1"/>
          </p:cNvSpPr>
          <p:nvPr/>
        </p:nvSpPr>
        <p:spPr>
          <a:xfrm>
            <a:off x="30462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38" name="Rounded Rectangle 37">
            <a:extLst>
              <a:ext uri="{FF2B5EF4-FFF2-40B4-BE49-F238E27FC236}">
                <a16:creationId xmlns:a16="http://schemas.microsoft.com/office/drawing/2014/main" id="{03735ADB-6AED-77CD-8732-39D3C905E032}"/>
              </a:ext>
            </a:extLst>
          </p:cNvPr>
          <p:cNvSpPr>
            <a:spLocks noGrp="1"/>
          </p:cNvSpPr>
          <p:nvPr/>
        </p:nvSpPr>
        <p:spPr>
          <a:xfrm>
            <a:off x="345680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F4787B96-00BC-7DB4-771E-E86D13AEE8D7}"/>
              </a:ext>
            </a:extLst>
          </p:cNvPr>
          <p:cNvSpPr>
            <a:spLocks noGrp="1"/>
          </p:cNvSpPr>
          <p:nvPr/>
        </p:nvSpPr>
        <p:spPr>
          <a:xfrm>
            <a:off x="3867353"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0" name="Rounded Rectangle 39">
            <a:extLst>
              <a:ext uri="{FF2B5EF4-FFF2-40B4-BE49-F238E27FC236}">
                <a16:creationId xmlns:a16="http://schemas.microsoft.com/office/drawing/2014/main" id="{91E87EE7-5929-4AD8-8A71-29EC2497E5B5}"/>
              </a:ext>
            </a:extLst>
          </p:cNvPr>
          <p:cNvSpPr>
            <a:spLocks noGrp="1"/>
          </p:cNvSpPr>
          <p:nvPr/>
        </p:nvSpPr>
        <p:spPr>
          <a:xfrm>
            <a:off x="4270664"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1" name="Rounded Rectangle 40">
            <a:extLst>
              <a:ext uri="{FF2B5EF4-FFF2-40B4-BE49-F238E27FC236}">
                <a16:creationId xmlns:a16="http://schemas.microsoft.com/office/drawing/2014/main" id="{0F55A21C-DC85-11F1-E0A4-711471DF00A4}"/>
              </a:ext>
            </a:extLst>
          </p:cNvPr>
          <p:cNvSpPr>
            <a:spLocks noGrp="1"/>
          </p:cNvSpPr>
          <p:nvPr/>
        </p:nvSpPr>
        <p:spPr>
          <a:xfrm>
            <a:off x="48856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2" name="Rounded Rectangle 41">
            <a:extLst>
              <a:ext uri="{FF2B5EF4-FFF2-40B4-BE49-F238E27FC236}">
                <a16:creationId xmlns:a16="http://schemas.microsoft.com/office/drawing/2014/main" id="{898379A8-F593-92D4-C469-A6B98F6EFE32}"/>
              </a:ext>
            </a:extLst>
          </p:cNvPr>
          <p:cNvSpPr>
            <a:spLocks noGrp="1"/>
          </p:cNvSpPr>
          <p:nvPr/>
        </p:nvSpPr>
        <p:spPr>
          <a:xfrm>
            <a:off x="5296154" y="27913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3" name="Rounded Rectangle 42">
            <a:extLst>
              <a:ext uri="{FF2B5EF4-FFF2-40B4-BE49-F238E27FC236}">
                <a16:creationId xmlns:a16="http://schemas.microsoft.com/office/drawing/2014/main" id="{6B94D43B-27F5-A656-5E57-0E79F972939D}"/>
              </a:ext>
            </a:extLst>
          </p:cNvPr>
          <p:cNvSpPr>
            <a:spLocks noGrp="1"/>
          </p:cNvSpPr>
          <p:nvPr/>
        </p:nvSpPr>
        <p:spPr>
          <a:xfrm>
            <a:off x="5706704"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2E22FE70-8FEB-9908-5D40-7A1E3E8F3387}"/>
              </a:ext>
            </a:extLst>
          </p:cNvPr>
          <p:cNvSpPr>
            <a:spLocks noGrp="1"/>
          </p:cNvSpPr>
          <p:nvPr/>
        </p:nvSpPr>
        <p:spPr>
          <a:xfrm>
            <a:off x="6110015" y="27913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5" name="Rounded Rectangle 44">
            <a:extLst>
              <a:ext uri="{FF2B5EF4-FFF2-40B4-BE49-F238E27FC236}">
                <a16:creationId xmlns:a16="http://schemas.microsoft.com/office/drawing/2014/main" id="{9A15816D-CE8F-815C-748B-F61D5E7315C0}"/>
              </a:ext>
            </a:extLst>
          </p:cNvPr>
          <p:cNvSpPr>
            <a:spLocks noGrp="1"/>
          </p:cNvSpPr>
          <p:nvPr/>
        </p:nvSpPr>
        <p:spPr>
          <a:xfrm>
            <a:off x="6734429"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6" name="Rounded Rectangle 45">
            <a:extLst>
              <a:ext uri="{FF2B5EF4-FFF2-40B4-BE49-F238E27FC236}">
                <a16:creationId xmlns:a16="http://schemas.microsoft.com/office/drawing/2014/main" id="{A196A663-5E1E-281E-DB9A-79BA9D392027}"/>
              </a:ext>
            </a:extLst>
          </p:cNvPr>
          <p:cNvSpPr>
            <a:spLocks noGrp="1"/>
          </p:cNvSpPr>
          <p:nvPr/>
        </p:nvSpPr>
        <p:spPr>
          <a:xfrm>
            <a:off x="714497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7" name="Rounded Rectangle 46">
            <a:extLst>
              <a:ext uri="{FF2B5EF4-FFF2-40B4-BE49-F238E27FC236}">
                <a16:creationId xmlns:a16="http://schemas.microsoft.com/office/drawing/2014/main" id="{C390CA4F-37D3-00BB-88D1-A0A1BC253599}"/>
              </a:ext>
            </a:extLst>
          </p:cNvPr>
          <p:cNvSpPr>
            <a:spLocks noGrp="1"/>
          </p:cNvSpPr>
          <p:nvPr/>
        </p:nvSpPr>
        <p:spPr>
          <a:xfrm>
            <a:off x="7555529" y="279058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8" name="Rounded Rectangle 47">
            <a:extLst>
              <a:ext uri="{FF2B5EF4-FFF2-40B4-BE49-F238E27FC236}">
                <a16:creationId xmlns:a16="http://schemas.microsoft.com/office/drawing/2014/main" id="{CC153392-2A0C-6C8B-BC54-A4C1C3AD9E73}"/>
              </a:ext>
            </a:extLst>
          </p:cNvPr>
          <p:cNvSpPr>
            <a:spLocks noGrp="1"/>
          </p:cNvSpPr>
          <p:nvPr/>
        </p:nvSpPr>
        <p:spPr>
          <a:xfrm>
            <a:off x="7958840" y="279058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49" name="Rounded Rectangle 48">
            <a:extLst>
              <a:ext uri="{FF2B5EF4-FFF2-40B4-BE49-F238E27FC236}">
                <a16:creationId xmlns:a16="http://schemas.microsoft.com/office/drawing/2014/main" id="{D51AB8ED-286B-9C41-C033-6836D7463C17}"/>
              </a:ext>
            </a:extLst>
          </p:cNvPr>
          <p:cNvSpPr>
            <a:spLocks noGrp="1"/>
          </p:cNvSpPr>
          <p:nvPr/>
        </p:nvSpPr>
        <p:spPr>
          <a:xfrm>
            <a:off x="1197428" y="4495745"/>
            <a:ext cx="360000" cy="360000"/>
          </a:xfrm>
          <a:prstGeom prst="roundRect">
            <a:avLst>
              <a:gd name="adj" fmla="val 11290"/>
            </a:avLst>
          </a:prstGeom>
          <a:solidFill>
            <a:srgbClr val="A50908"/>
          </a:solidFill>
          <a:ln w="0">
            <a:noFill/>
          </a:ln>
        </p:spPr>
        <p:txBody>
          <a:bodyPr/>
          <a:lstStyle/>
          <a:p>
            <a:endParaRPr lang="en-US"/>
          </a:p>
        </p:txBody>
      </p:sp>
      <p:sp>
        <p:nvSpPr>
          <p:cNvPr id="50" name="Rounded Rectangle 49">
            <a:extLst>
              <a:ext uri="{FF2B5EF4-FFF2-40B4-BE49-F238E27FC236}">
                <a16:creationId xmlns:a16="http://schemas.microsoft.com/office/drawing/2014/main" id="{241E22B6-ADA6-8B65-9644-5AC77AE8F7C2}"/>
              </a:ext>
            </a:extLst>
          </p:cNvPr>
          <p:cNvSpPr>
            <a:spLocks noGrp="1"/>
          </p:cNvSpPr>
          <p:nvPr/>
        </p:nvSpPr>
        <p:spPr>
          <a:xfrm>
            <a:off x="1607978"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1" name="Rounded Rectangle 50">
            <a:extLst>
              <a:ext uri="{FF2B5EF4-FFF2-40B4-BE49-F238E27FC236}">
                <a16:creationId xmlns:a16="http://schemas.microsoft.com/office/drawing/2014/main" id="{097FB624-2399-10D5-FEAD-EFD0FD96E581}"/>
              </a:ext>
            </a:extLst>
          </p:cNvPr>
          <p:cNvSpPr>
            <a:spLocks noGrp="1"/>
          </p:cNvSpPr>
          <p:nvPr/>
        </p:nvSpPr>
        <p:spPr>
          <a:xfrm>
            <a:off x="2018528"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52" name="Rounded Rectangle 51">
            <a:extLst>
              <a:ext uri="{FF2B5EF4-FFF2-40B4-BE49-F238E27FC236}">
                <a16:creationId xmlns:a16="http://schemas.microsoft.com/office/drawing/2014/main" id="{5CC74944-4999-9D52-5903-8F3D0C0810EC}"/>
              </a:ext>
            </a:extLst>
          </p:cNvPr>
          <p:cNvSpPr>
            <a:spLocks noGrp="1"/>
          </p:cNvSpPr>
          <p:nvPr/>
        </p:nvSpPr>
        <p:spPr>
          <a:xfrm>
            <a:off x="2421839" y="449574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3" name="Rounded Rectangle 52">
            <a:extLst>
              <a:ext uri="{FF2B5EF4-FFF2-40B4-BE49-F238E27FC236}">
                <a16:creationId xmlns:a16="http://schemas.microsoft.com/office/drawing/2014/main" id="{DA182193-CA2A-2B61-505E-DF91A66864DA}"/>
              </a:ext>
            </a:extLst>
          </p:cNvPr>
          <p:cNvSpPr>
            <a:spLocks noGrp="1"/>
          </p:cNvSpPr>
          <p:nvPr/>
        </p:nvSpPr>
        <p:spPr>
          <a:xfrm>
            <a:off x="3046253" y="44949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4" name="Rounded Rectangle 53">
            <a:extLst>
              <a:ext uri="{FF2B5EF4-FFF2-40B4-BE49-F238E27FC236}">
                <a16:creationId xmlns:a16="http://schemas.microsoft.com/office/drawing/2014/main" id="{2A60CBD5-C0AC-1510-DC69-03035E2840C1}"/>
              </a:ext>
            </a:extLst>
          </p:cNvPr>
          <p:cNvSpPr>
            <a:spLocks noGrp="1"/>
          </p:cNvSpPr>
          <p:nvPr/>
        </p:nvSpPr>
        <p:spPr>
          <a:xfrm>
            <a:off x="3456803"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5" name="Rounded Rectangle 54">
            <a:extLst>
              <a:ext uri="{FF2B5EF4-FFF2-40B4-BE49-F238E27FC236}">
                <a16:creationId xmlns:a16="http://schemas.microsoft.com/office/drawing/2014/main" id="{31136580-FB74-F211-9B72-9CEAC13D1B3C}"/>
              </a:ext>
            </a:extLst>
          </p:cNvPr>
          <p:cNvSpPr>
            <a:spLocks noGrp="1"/>
          </p:cNvSpPr>
          <p:nvPr/>
        </p:nvSpPr>
        <p:spPr>
          <a:xfrm>
            <a:off x="3867353"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B997F302-0600-7246-B008-70F5CFFCA4A6}"/>
              </a:ext>
            </a:extLst>
          </p:cNvPr>
          <p:cNvSpPr>
            <a:spLocks noGrp="1"/>
          </p:cNvSpPr>
          <p:nvPr/>
        </p:nvSpPr>
        <p:spPr>
          <a:xfrm>
            <a:off x="4270664" y="4494948"/>
            <a:ext cx="360000" cy="360000"/>
          </a:xfrm>
          <a:prstGeom prst="roundRect">
            <a:avLst>
              <a:gd name="adj" fmla="val 11290"/>
            </a:avLst>
          </a:prstGeom>
          <a:solidFill>
            <a:srgbClr val="A50908"/>
          </a:solidFill>
          <a:ln w="0">
            <a:noFill/>
          </a:ln>
        </p:spPr>
        <p:txBody>
          <a:bodyPr/>
          <a:lstStyle/>
          <a:p>
            <a:endParaRPr lang="en-US"/>
          </a:p>
        </p:txBody>
      </p:sp>
      <p:sp>
        <p:nvSpPr>
          <p:cNvPr id="57" name="Rounded Rectangle 56">
            <a:extLst>
              <a:ext uri="{FF2B5EF4-FFF2-40B4-BE49-F238E27FC236}">
                <a16:creationId xmlns:a16="http://schemas.microsoft.com/office/drawing/2014/main" id="{C5941DB9-FD23-D424-B814-439B52A48417}"/>
              </a:ext>
            </a:extLst>
          </p:cNvPr>
          <p:cNvSpPr>
            <a:spLocks noGrp="1"/>
          </p:cNvSpPr>
          <p:nvPr/>
        </p:nvSpPr>
        <p:spPr>
          <a:xfrm>
            <a:off x="4885604" y="4495745"/>
            <a:ext cx="360000" cy="360000"/>
          </a:xfrm>
          <a:prstGeom prst="roundRect">
            <a:avLst>
              <a:gd name="adj" fmla="val 11290"/>
            </a:avLst>
          </a:prstGeom>
          <a:solidFill>
            <a:srgbClr val="A50908"/>
          </a:solidFill>
          <a:ln w="0">
            <a:noFill/>
          </a:ln>
        </p:spPr>
        <p:txBody>
          <a:bodyPr/>
          <a:lstStyle/>
          <a:p>
            <a:endParaRPr lang="en-US"/>
          </a:p>
        </p:txBody>
      </p:sp>
      <p:sp>
        <p:nvSpPr>
          <p:cNvPr id="58" name="Rounded Rectangle 57">
            <a:extLst>
              <a:ext uri="{FF2B5EF4-FFF2-40B4-BE49-F238E27FC236}">
                <a16:creationId xmlns:a16="http://schemas.microsoft.com/office/drawing/2014/main" id="{981979E5-1F9C-8974-D96F-2426E90AE453}"/>
              </a:ext>
            </a:extLst>
          </p:cNvPr>
          <p:cNvSpPr>
            <a:spLocks noGrp="1"/>
          </p:cNvSpPr>
          <p:nvPr/>
        </p:nvSpPr>
        <p:spPr>
          <a:xfrm>
            <a:off x="5296154" y="4495745"/>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9" name="Rounded Rectangle 58">
            <a:extLst>
              <a:ext uri="{FF2B5EF4-FFF2-40B4-BE49-F238E27FC236}">
                <a16:creationId xmlns:a16="http://schemas.microsoft.com/office/drawing/2014/main" id="{1BFE175C-9B00-BBE1-0CAC-017F37E8721B}"/>
              </a:ext>
            </a:extLst>
          </p:cNvPr>
          <p:cNvSpPr>
            <a:spLocks noGrp="1"/>
          </p:cNvSpPr>
          <p:nvPr/>
        </p:nvSpPr>
        <p:spPr>
          <a:xfrm>
            <a:off x="5706704" y="4495745"/>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0" name="Rounded Rectangle 59">
            <a:extLst>
              <a:ext uri="{FF2B5EF4-FFF2-40B4-BE49-F238E27FC236}">
                <a16:creationId xmlns:a16="http://schemas.microsoft.com/office/drawing/2014/main" id="{2E88EA52-FECD-7C90-138C-E2BA88E79332}"/>
              </a:ext>
            </a:extLst>
          </p:cNvPr>
          <p:cNvSpPr>
            <a:spLocks noGrp="1"/>
          </p:cNvSpPr>
          <p:nvPr/>
        </p:nvSpPr>
        <p:spPr>
          <a:xfrm>
            <a:off x="6110015" y="449574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61" name="Rounded Rectangle 60">
            <a:extLst>
              <a:ext uri="{FF2B5EF4-FFF2-40B4-BE49-F238E27FC236}">
                <a16:creationId xmlns:a16="http://schemas.microsoft.com/office/drawing/2014/main" id="{952147E3-FD0C-C765-9587-D07E517ADBDC}"/>
              </a:ext>
            </a:extLst>
          </p:cNvPr>
          <p:cNvSpPr>
            <a:spLocks noGrp="1"/>
          </p:cNvSpPr>
          <p:nvPr/>
        </p:nvSpPr>
        <p:spPr>
          <a:xfrm>
            <a:off x="6734429" y="4494948"/>
            <a:ext cx="360000" cy="360000"/>
          </a:xfrm>
          <a:prstGeom prst="roundRect">
            <a:avLst>
              <a:gd name="adj" fmla="val 11290"/>
            </a:avLst>
          </a:prstGeom>
          <a:solidFill>
            <a:srgbClr val="A50908"/>
          </a:solidFill>
          <a:ln w="0">
            <a:noFill/>
          </a:ln>
        </p:spPr>
        <p:txBody>
          <a:bodyPr/>
          <a:lstStyle/>
          <a:p>
            <a:endParaRPr lang="en-US"/>
          </a:p>
        </p:txBody>
      </p:sp>
      <p:sp>
        <p:nvSpPr>
          <p:cNvPr id="62" name="Rounded Rectangle 61">
            <a:extLst>
              <a:ext uri="{FF2B5EF4-FFF2-40B4-BE49-F238E27FC236}">
                <a16:creationId xmlns:a16="http://schemas.microsoft.com/office/drawing/2014/main" id="{218E2085-651A-1A89-74C6-762CBA53D289}"/>
              </a:ext>
            </a:extLst>
          </p:cNvPr>
          <p:cNvSpPr>
            <a:spLocks noGrp="1"/>
          </p:cNvSpPr>
          <p:nvPr/>
        </p:nvSpPr>
        <p:spPr>
          <a:xfrm>
            <a:off x="7144979" y="44949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63" name="Rounded Rectangle 62">
            <a:extLst>
              <a:ext uri="{FF2B5EF4-FFF2-40B4-BE49-F238E27FC236}">
                <a16:creationId xmlns:a16="http://schemas.microsoft.com/office/drawing/2014/main" id="{28AF1D74-CFFD-C2DE-1C76-D6FB8E1FCFFC}"/>
              </a:ext>
            </a:extLst>
          </p:cNvPr>
          <p:cNvSpPr>
            <a:spLocks noGrp="1"/>
          </p:cNvSpPr>
          <p:nvPr/>
        </p:nvSpPr>
        <p:spPr>
          <a:xfrm>
            <a:off x="7555529" y="4494948"/>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64" name="Rounded Rectangle 63">
            <a:extLst>
              <a:ext uri="{FF2B5EF4-FFF2-40B4-BE49-F238E27FC236}">
                <a16:creationId xmlns:a16="http://schemas.microsoft.com/office/drawing/2014/main" id="{7C1154D6-792A-64EC-EBE5-638CA3A5F7B7}"/>
              </a:ext>
            </a:extLst>
          </p:cNvPr>
          <p:cNvSpPr>
            <a:spLocks noGrp="1"/>
          </p:cNvSpPr>
          <p:nvPr/>
        </p:nvSpPr>
        <p:spPr>
          <a:xfrm>
            <a:off x="7958840" y="4494948"/>
            <a:ext cx="360000" cy="360000"/>
          </a:xfrm>
          <a:prstGeom prst="roundRect">
            <a:avLst>
              <a:gd name="adj" fmla="val 11290"/>
            </a:avLst>
          </a:prstGeom>
          <a:solidFill>
            <a:srgbClr val="A50908"/>
          </a:solidFill>
          <a:ln w="0">
            <a:noFill/>
          </a:ln>
        </p:spPr>
        <p:txBody>
          <a:bodyPr/>
          <a:lstStyle/>
          <a:p>
            <a:endParaRPr lang="en-US"/>
          </a:p>
        </p:txBody>
      </p:sp>
      <p:sp>
        <p:nvSpPr>
          <p:cNvPr id="69" name="Text 0">
            <a:extLst>
              <a:ext uri="{FF2B5EF4-FFF2-40B4-BE49-F238E27FC236}">
                <a16:creationId xmlns:a16="http://schemas.microsoft.com/office/drawing/2014/main" id="{BAACA7D6-116B-2D3C-4026-C50561D16BC8}"/>
              </a:ext>
            </a:extLst>
          </p:cNvPr>
          <p:cNvSpPr/>
          <p:nvPr/>
        </p:nvSpPr>
        <p:spPr>
          <a:xfrm>
            <a:off x="497145" y="1732651"/>
            <a:ext cx="2959658" cy="411480"/>
          </a:xfrm>
          <a:prstGeom prst="rect">
            <a:avLst/>
          </a:prstGeom>
          <a:noFill/>
          <a:ln/>
        </p:spPr>
        <p:txBody>
          <a:bodyPr wrap="square" lIns="0" tIns="0" rIns="0" bIns="0" rtlCol="0" anchor="ctr">
            <a:normAutofit/>
          </a:bodyPr>
          <a:lstStyle/>
          <a:p>
            <a:r>
              <a:rPr lang="en-GB" sz="2400" b="1" dirty="0"/>
              <a:t>Same Trigger Context</a:t>
            </a:r>
            <a:endParaRPr lang="en-US" sz="2400" b="1" dirty="0">
              <a:solidFill>
                <a:srgbClr val="C00000"/>
              </a:solidFill>
            </a:endParaRPr>
          </a:p>
        </p:txBody>
      </p:sp>
      <p:sp>
        <p:nvSpPr>
          <p:cNvPr id="70" name="Text 0">
            <a:extLst>
              <a:ext uri="{FF2B5EF4-FFF2-40B4-BE49-F238E27FC236}">
                <a16:creationId xmlns:a16="http://schemas.microsoft.com/office/drawing/2014/main" id="{8A54683A-3B1D-220D-DE7A-6EBF126F0869}"/>
              </a:ext>
            </a:extLst>
          </p:cNvPr>
          <p:cNvSpPr/>
          <p:nvPr/>
        </p:nvSpPr>
        <p:spPr>
          <a:xfrm>
            <a:off x="1197428" y="2298219"/>
            <a:ext cx="2503959" cy="447665"/>
          </a:xfrm>
          <a:prstGeom prst="rect">
            <a:avLst/>
          </a:prstGeom>
          <a:noFill/>
          <a:ln/>
        </p:spPr>
        <p:txBody>
          <a:bodyPr wrap="square" lIns="0" tIns="0" rIns="0" bIns="0" rtlCol="0" anchor="ctr">
            <a:normAutofit/>
          </a:bodyPr>
          <a:lstStyle/>
          <a:p>
            <a:r>
              <a:rPr lang="en-GB" sz="2400" b="1" dirty="0"/>
              <a:t>Stored Pattern</a:t>
            </a:r>
            <a:endParaRPr lang="en-US" sz="2400" b="1" dirty="0">
              <a:solidFill>
                <a:srgbClr val="C00000"/>
              </a:solidFill>
            </a:endParaRPr>
          </a:p>
        </p:txBody>
      </p:sp>
      <p:sp>
        <p:nvSpPr>
          <p:cNvPr id="71" name="Text 0">
            <a:extLst>
              <a:ext uri="{FF2B5EF4-FFF2-40B4-BE49-F238E27FC236}">
                <a16:creationId xmlns:a16="http://schemas.microsoft.com/office/drawing/2014/main" id="{422D1AD2-3298-7A98-BE7B-BF07DE88A586}"/>
              </a:ext>
            </a:extLst>
          </p:cNvPr>
          <p:cNvSpPr/>
          <p:nvPr/>
        </p:nvSpPr>
        <p:spPr>
          <a:xfrm>
            <a:off x="1197428" y="4004316"/>
            <a:ext cx="2503959" cy="447665"/>
          </a:xfrm>
          <a:prstGeom prst="rect">
            <a:avLst/>
          </a:prstGeom>
          <a:noFill/>
          <a:ln/>
        </p:spPr>
        <p:txBody>
          <a:bodyPr wrap="square" lIns="0" tIns="0" rIns="0" bIns="0" rtlCol="0" anchor="ctr">
            <a:normAutofit/>
          </a:bodyPr>
          <a:lstStyle/>
          <a:p>
            <a:r>
              <a:rPr lang="en-GB" sz="2400" b="1" dirty="0">
                <a:solidFill>
                  <a:srgbClr val="A50908"/>
                </a:solidFill>
              </a:rPr>
              <a:t>New Observation</a:t>
            </a:r>
            <a:endParaRPr lang="en-US" sz="2400" b="1" dirty="0">
              <a:solidFill>
                <a:srgbClr val="A50908"/>
              </a:solidFill>
            </a:endParaRPr>
          </a:p>
        </p:txBody>
      </p:sp>
      <p:sp>
        <p:nvSpPr>
          <p:cNvPr id="7" name="Text 0">
            <a:extLst>
              <a:ext uri="{FF2B5EF4-FFF2-40B4-BE49-F238E27FC236}">
                <a16:creationId xmlns:a16="http://schemas.microsoft.com/office/drawing/2014/main" id="{3976BFF6-06A4-57FE-83E2-1FBEBA0AC6A1}"/>
              </a:ext>
            </a:extLst>
          </p:cNvPr>
          <p:cNvSpPr/>
          <p:nvPr/>
        </p:nvSpPr>
        <p:spPr>
          <a:xfrm>
            <a:off x="502920" y="5120641"/>
            <a:ext cx="10789920" cy="1148856"/>
          </a:xfrm>
          <a:prstGeom prst="rect">
            <a:avLst/>
          </a:prstGeom>
          <a:noFill/>
          <a:ln/>
        </p:spPr>
        <p:txBody>
          <a:bodyPr wrap="square" lIns="0" tIns="0" rIns="0" bIns="0" rtlCol="0" anchor="ctr">
            <a:normAutofit/>
          </a:bodyPr>
          <a:lstStyle/>
          <a:p>
            <a:pPr marL="0" indent="0">
              <a:buNone/>
            </a:pPr>
            <a:r>
              <a:rPr lang="en-US" sz="2400" b="1" dirty="0">
                <a:solidFill>
                  <a:srgbClr val="A50908"/>
                </a:solidFill>
                <a:latin typeface="Aptos Display" pitchFamily="34" charset="0"/>
                <a:ea typeface="Aptos Display" pitchFamily="34" charset="-122"/>
                <a:cs typeface="Aptos Display" pitchFamily="34" charset="-120"/>
              </a:rPr>
              <a:t>Limitation: Simple replacement discards all historical </a:t>
            </a:r>
            <a:r>
              <a:rPr lang="en-US" sz="2400" b="1" dirty="0" err="1">
                <a:solidFill>
                  <a:srgbClr val="A50908"/>
                </a:solidFill>
                <a:latin typeface="Aptos Display" pitchFamily="34" charset="0"/>
                <a:ea typeface="Aptos Display" pitchFamily="34" charset="-122"/>
                <a:cs typeface="Aptos Display" pitchFamily="34" charset="-120"/>
              </a:rPr>
              <a:t>behaviour</a:t>
            </a:r>
            <a:r>
              <a:rPr lang="en-US" sz="2400" b="1" dirty="0">
                <a:solidFill>
                  <a:srgbClr val="A50908"/>
                </a:solidFill>
                <a:latin typeface="Aptos Display" pitchFamily="34" charset="0"/>
                <a:ea typeface="Aptos Display" pitchFamily="34" charset="-122"/>
                <a:cs typeface="Aptos Display" pitchFamily="34" charset="-120"/>
              </a:rPr>
              <a:t>…</a:t>
            </a:r>
          </a:p>
        </p:txBody>
      </p:sp>
      <p:sp>
        <p:nvSpPr>
          <p:cNvPr id="9" name="Text 0">
            <a:extLst>
              <a:ext uri="{FF2B5EF4-FFF2-40B4-BE49-F238E27FC236}">
                <a16:creationId xmlns:a16="http://schemas.microsoft.com/office/drawing/2014/main" id="{C524EB2D-BE59-FA0B-4550-8BA4D31012B7}"/>
              </a:ext>
            </a:extLst>
          </p:cNvPr>
          <p:cNvSpPr/>
          <p:nvPr/>
        </p:nvSpPr>
        <p:spPr>
          <a:xfrm>
            <a:off x="9922739" y="3543344"/>
            <a:ext cx="2959658" cy="411480"/>
          </a:xfrm>
          <a:prstGeom prst="rect">
            <a:avLst/>
          </a:prstGeom>
          <a:noFill/>
          <a:ln/>
        </p:spPr>
        <p:txBody>
          <a:bodyPr wrap="square" lIns="0" tIns="0" rIns="0" bIns="0" rtlCol="0" anchor="ctr">
            <a:noAutofit/>
          </a:bodyPr>
          <a:lstStyle/>
          <a:p>
            <a:r>
              <a:rPr lang="en-GB" sz="3200" b="1" dirty="0"/>
              <a:t>Replace?</a:t>
            </a:r>
            <a:endParaRPr lang="en-US" sz="3200" b="1" dirty="0">
              <a:solidFill>
                <a:srgbClr val="C00000"/>
              </a:solidFill>
            </a:endParaRPr>
          </a:p>
        </p:txBody>
      </p:sp>
      <p:sp>
        <p:nvSpPr>
          <p:cNvPr id="10" name="Curved Left Arrow 9">
            <a:extLst>
              <a:ext uri="{FF2B5EF4-FFF2-40B4-BE49-F238E27FC236}">
                <a16:creationId xmlns:a16="http://schemas.microsoft.com/office/drawing/2014/main" id="{20254232-07B2-D81D-0A0E-3FCB011F1630}"/>
              </a:ext>
            </a:extLst>
          </p:cNvPr>
          <p:cNvSpPr/>
          <p:nvPr/>
        </p:nvSpPr>
        <p:spPr>
          <a:xfrm flipV="1">
            <a:off x="8847185" y="3099651"/>
            <a:ext cx="913502" cy="1328512"/>
          </a:xfrm>
          <a:prstGeom prst="curvedLeftArrow">
            <a:avLst>
              <a:gd name="adj1" fmla="val 34923"/>
              <a:gd name="adj2" fmla="val 59164"/>
              <a:gd name="adj3" fmla="val 25000"/>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Rectangle 4">
            <a:extLst>
              <a:ext uri="{FF2B5EF4-FFF2-40B4-BE49-F238E27FC236}">
                <a16:creationId xmlns:a16="http://schemas.microsoft.com/office/drawing/2014/main" id="{8ADF2C46-ECF8-5FFA-FF6C-1D4020C6BA52}"/>
              </a:ext>
            </a:extLst>
          </p:cNvPr>
          <p:cNvSpPr/>
          <p:nvPr/>
        </p:nvSpPr>
        <p:spPr>
          <a:xfrm>
            <a:off x="411480" y="1421605"/>
            <a:ext cx="11475720" cy="3699028"/>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A50908"/>
                </a:solidFill>
              </a:rPr>
              <a:t>Can we do better?</a:t>
            </a:r>
            <a:endParaRPr lang="en-GB" sz="4800" dirty="0">
              <a:solidFill>
                <a:srgbClr val="A50908"/>
              </a:solidFill>
            </a:endParaRPr>
          </a:p>
        </p:txBody>
      </p:sp>
      <p:sp>
        <p:nvSpPr>
          <p:cNvPr id="2" name="Footer Placeholder 1">
            <a:extLst>
              <a:ext uri="{FF2B5EF4-FFF2-40B4-BE49-F238E27FC236}">
                <a16:creationId xmlns:a16="http://schemas.microsoft.com/office/drawing/2014/main" id="{C7E4E9A3-FF99-3274-46D5-DEC1AB681E98}"/>
              </a:ext>
            </a:extLst>
          </p:cNvPr>
          <p:cNvSpPr>
            <a:spLocks noGrp="1"/>
          </p:cNvSpPr>
          <p:nvPr>
            <p:ph type="ftr" sz="quarter" idx="11"/>
          </p:nvPr>
        </p:nvSpPr>
        <p:spPr/>
        <p:txBody>
          <a:bodyPr/>
          <a:lstStyle/>
          <a:p>
            <a:r>
              <a:rPr lang="en-US"/>
              <a:t>yh653@cam.ac.uk</a:t>
            </a:r>
            <a:endParaRPr lang="en-GB" sz="1600" dirty="0"/>
          </a:p>
        </p:txBody>
      </p:sp>
      <p:sp>
        <p:nvSpPr>
          <p:cNvPr id="11" name="Slide Number Placeholder 10">
            <a:extLst>
              <a:ext uri="{FF2B5EF4-FFF2-40B4-BE49-F238E27FC236}">
                <a16:creationId xmlns:a16="http://schemas.microsoft.com/office/drawing/2014/main" id="{E17A7167-B8F3-DA67-6DB2-06EC45074F68}"/>
              </a:ext>
            </a:extLst>
          </p:cNvPr>
          <p:cNvSpPr>
            <a:spLocks noGrp="1"/>
          </p:cNvSpPr>
          <p:nvPr>
            <p:ph type="sldNum" sz="quarter" idx="10"/>
          </p:nvPr>
        </p:nvSpPr>
        <p:spPr/>
        <p:txBody>
          <a:bodyPr/>
          <a:lstStyle/>
          <a:p>
            <a:fld id="{A04C8923-7248-483A-ACCB-0382A1F5224A}" type="slidenum">
              <a:rPr lang="en-GB" smtClean="0"/>
              <a:t>11</a:t>
            </a:fld>
            <a:endParaRPr lang="en-GB"/>
          </a:p>
        </p:txBody>
      </p:sp>
      <p:sp>
        <p:nvSpPr>
          <p:cNvPr id="13" name="Text 0">
            <a:extLst>
              <a:ext uri="{FF2B5EF4-FFF2-40B4-BE49-F238E27FC236}">
                <a16:creationId xmlns:a16="http://schemas.microsoft.com/office/drawing/2014/main" id="{DB61CFB9-59AB-D6CB-81CD-72378A2129AB}"/>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Tree>
    <p:extLst>
      <p:ext uri="{BB962C8B-B14F-4D97-AF65-F5344CB8AC3E}">
        <p14:creationId xmlns:p14="http://schemas.microsoft.com/office/powerpoint/2010/main" val="592700992"/>
      </p:ext>
    </p:extLst>
  </p:cSld>
  <p:clrMapOvr>
    <a:masterClrMapping/>
  </p:clrMapOvr>
  <mc:AlternateContent xmlns:mc="http://schemas.openxmlformats.org/markup-compatibility/2006" xmlns:p14="http://schemas.microsoft.com/office/powerpoint/2010/main">
    <mc:Choice Requires="p14">
      <p:transition spd="slow" p14:dur="1500">
        <p:randomBar/>
      </p:transition>
    </mc:Choice>
    <mc:Fallback xmlns="">
      <p:transition spd="slow">
        <p:randomBa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C3AE-9F4A-DCDE-6A60-B7892C8E1127}"/>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17FD19C2-3850-3C0D-3660-21C9684A5648}"/>
              </a:ext>
            </a:extLst>
          </p:cNvPr>
          <p:cNvSpPr/>
          <p:nvPr/>
        </p:nvSpPr>
        <p:spPr>
          <a:xfrm>
            <a:off x="502920" y="1228667"/>
            <a:ext cx="11155680" cy="0"/>
          </a:xfrm>
          <a:prstGeom prst="line">
            <a:avLst/>
          </a:prstGeom>
          <a:noFill/>
          <a:ln w="9525">
            <a:solidFill>
              <a:srgbClr val="D7D7D7"/>
            </a:solidFill>
            <a:prstDash val="solid"/>
          </a:ln>
        </p:spPr>
        <p:txBody>
          <a:bodyPr/>
          <a:lstStyle/>
          <a:p>
            <a:endParaRPr lang="en-US"/>
          </a:p>
        </p:txBody>
      </p:sp>
      <p:grpSp>
        <p:nvGrpSpPr>
          <p:cNvPr id="14" name="Group 13">
            <a:extLst>
              <a:ext uri="{FF2B5EF4-FFF2-40B4-BE49-F238E27FC236}">
                <a16:creationId xmlns:a16="http://schemas.microsoft.com/office/drawing/2014/main" id="{AECC225C-2C84-0101-697A-7801DC43DED3}"/>
              </a:ext>
            </a:extLst>
          </p:cNvPr>
          <p:cNvGrpSpPr/>
          <p:nvPr/>
        </p:nvGrpSpPr>
        <p:grpSpPr>
          <a:xfrm>
            <a:off x="629337" y="2765683"/>
            <a:ext cx="8944760" cy="1185527"/>
            <a:chOff x="1081875" y="1145261"/>
            <a:chExt cx="8944760" cy="1185527"/>
          </a:xfrm>
        </p:grpSpPr>
        <p:pic>
          <p:nvPicPr>
            <p:cNvPr id="2" name="Picture 1" descr="Beginners Guide To Genetics - Gene People">
              <a:extLst>
                <a:ext uri="{FF2B5EF4-FFF2-40B4-BE49-F238E27FC236}">
                  <a16:creationId xmlns:a16="http://schemas.microsoft.com/office/drawing/2014/main" id="{72055627-29BE-9A4E-9C3E-DBB1386C47E5}"/>
                </a:ext>
              </a:extLst>
            </p:cNvPr>
            <p:cNvPicPr>
              <a:picLocks noChangeAspect="1"/>
            </p:cNvPicPr>
            <p:nvPr/>
          </p:nvPicPr>
          <p:blipFill>
            <a:blip r:embed="rId3"/>
            <a:srcRect/>
            <a:stretch/>
          </p:blipFill>
          <p:spPr>
            <a:xfrm rot="2604360">
              <a:off x="1081875" y="1145261"/>
              <a:ext cx="1185527" cy="1185527"/>
            </a:xfrm>
            <a:prstGeom prst="rect">
              <a:avLst/>
            </a:prstGeom>
          </p:spPr>
        </p:pic>
        <p:sp>
          <p:nvSpPr>
            <p:cNvPr id="13" name="Text 0">
              <a:extLst>
                <a:ext uri="{FF2B5EF4-FFF2-40B4-BE49-F238E27FC236}">
                  <a16:creationId xmlns:a16="http://schemas.microsoft.com/office/drawing/2014/main" id="{DAEB8843-9920-92E5-3805-BACF5B287603}"/>
                </a:ext>
              </a:extLst>
            </p:cNvPr>
            <p:cNvSpPr/>
            <p:nvPr/>
          </p:nvSpPr>
          <p:spPr>
            <a:xfrm>
              <a:off x="2104012" y="1415744"/>
              <a:ext cx="7922623" cy="565181"/>
            </a:xfrm>
            <a:prstGeom prst="rect">
              <a:avLst/>
            </a:prstGeom>
            <a:noFill/>
            <a:ln/>
          </p:spPr>
          <p:txBody>
            <a:bodyPr wrap="square" lIns="0" tIns="0" rIns="0" bIns="0" rtlCol="0" anchor="ctr">
              <a:normAutofit/>
            </a:bodyPr>
            <a:lstStyle/>
            <a:p>
              <a:pPr marL="0" indent="0">
                <a:buNone/>
              </a:pPr>
              <a:r>
                <a:rPr lang="en-US" sz="3200" b="1" dirty="0">
                  <a:solidFill>
                    <a:srgbClr val="0173BC"/>
                  </a:solidFill>
                  <a:latin typeface="Aptos Display" pitchFamily="34" charset="0"/>
                  <a:ea typeface="Aptos Display" pitchFamily="34" charset="-122"/>
                  <a:cs typeface="Aptos Display" pitchFamily="34" charset="-120"/>
                </a:rPr>
                <a:t>Genetic Algorithms:  “Survival of the Fittest” </a:t>
              </a:r>
            </a:p>
          </p:txBody>
        </p:sp>
      </p:grpSp>
      <p:sp>
        <p:nvSpPr>
          <p:cNvPr id="16" name="Text 0">
            <a:extLst>
              <a:ext uri="{FF2B5EF4-FFF2-40B4-BE49-F238E27FC236}">
                <a16:creationId xmlns:a16="http://schemas.microsoft.com/office/drawing/2014/main" id="{C8B27405-6163-EE99-B5E7-DDF5AFBEC684}"/>
              </a:ext>
            </a:extLst>
          </p:cNvPr>
          <p:cNvSpPr/>
          <p:nvPr/>
        </p:nvSpPr>
        <p:spPr>
          <a:xfrm>
            <a:off x="772743" y="1192986"/>
            <a:ext cx="10789920" cy="1572697"/>
          </a:xfrm>
          <a:prstGeom prst="rect">
            <a:avLst/>
          </a:prstGeom>
          <a:noFill/>
          <a:ln/>
        </p:spPr>
        <p:txBody>
          <a:bodyPr wrap="square" lIns="0" tIns="0" rIns="0" bIns="0" rtlCol="0" anchor="ctr">
            <a:normAutofit/>
          </a:bodyPr>
          <a:lstStyle/>
          <a:p>
            <a:pPr marL="0" indent="0">
              <a:buNone/>
            </a:pPr>
            <a:r>
              <a:rPr lang="en-US" sz="2400" b="1" dirty="0">
                <a:solidFill>
                  <a:srgbClr val="A50908"/>
                </a:solidFill>
                <a:latin typeface="Aptos Display" pitchFamily="34" charset="0"/>
                <a:ea typeface="Aptos Display" pitchFamily="34" charset="-122"/>
                <a:cs typeface="Aptos Display" pitchFamily="34" charset="-120"/>
              </a:rPr>
              <a:t>What we want: </a:t>
            </a:r>
          </a:p>
          <a:p>
            <a:pPr marL="342900" indent="-342900">
              <a:buFont typeface="Arial" panose="020B0604020202020204" pitchFamily="34" charset="0"/>
              <a:buChar char="•"/>
            </a:pPr>
            <a:r>
              <a:rPr lang="en-US" sz="2400" dirty="0">
                <a:latin typeface="Aptos Display" pitchFamily="34" charset="0"/>
                <a:ea typeface="Aptos Display" pitchFamily="34" charset="-122"/>
                <a:cs typeface="Aptos Display" pitchFamily="34" charset="-120"/>
              </a:rPr>
              <a:t>We want a </a:t>
            </a:r>
            <a:r>
              <a:rPr lang="en-US" sz="2400" b="1" dirty="0">
                <a:solidFill>
                  <a:srgbClr val="A50908"/>
                </a:solidFill>
                <a:latin typeface="Aptos Display" pitchFamily="34" charset="0"/>
                <a:ea typeface="Aptos Display" pitchFamily="34" charset="-122"/>
                <a:cs typeface="Aptos Display" pitchFamily="34" charset="-120"/>
              </a:rPr>
              <a:t>storage-efficient representation </a:t>
            </a:r>
            <a:r>
              <a:rPr lang="en-US" sz="2400" dirty="0">
                <a:latin typeface="Aptos Display" pitchFamily="34" charset="0"/>
                <a:ea typeface="Aptos Display" pitchFamily="34" charset="-122"/>
                <a:cs typeface="Aptos Display" pitchFamily="34" charset="-120"/>
              </a:rPr>
              <a:t>for these patterns.</a:t>
            </a:r>
          </a:p>
          <a:p>
            <a:pPr marL="342900" indent="-342900">
              <a:buFont typeface="Arial" panose="020B0604020202020204" pitchFamily="34" charset="0"/>
              <a:buChar char="•"/>
            </a:pPr>
            <a:r>
              <a:rPr lang="en-US" sz="2400" dirty="0">
                <a:latin typeface="Aptos Display" pitchFamily="34" charset="0"/>
                <a:ea typeface="Aptos Display" pitchFamily="34" charset="-122"/>
                <a:cs typeface="Aptos Display" pitchFamily="34" charset="-120"/>
              </a:rPr>
              <a:t>We want to </a:t>
            </a:r>
            <a:r>
              <a:rPr lang="en-US" sz="2400" b="1" dirty="0">
                <a:solidFill>
                  <a:srgbClr val="A50908"/>
                </a:solidFill>
                <a:latin typeface="Aptos Display" pitchFamily="34" charset="0"/>
                <a:ea typeface="Aptos Display" pitchFamily="34" charset="-122"/>
                <a:cs typeface="Aptos Display" pitchFamily="34" charset="-120"/>
              </a:rPr>
              <a:t>remove bad patterns </a:t>
            </a:r>
            <a:r>
              <a:rPr lang="en-US" sz="2400" dirty="0">
                <a:latin typeface="Aptos Display" pitchFamily="34" charset="0"/>
                <a:ea typeface="Aptos Display" pitchFamily="34" charset="-122"/>
                <a:cs typeface="Aptos Display" pitchFamily="34" charset="-120"/>
              </a:rPr>
              <a:t>overtime.  </a:t>
            </a:r>
          </a:p>
          <a:p>
            <a:pPr marL="342900" indent="-342900">
              <a:buFont typeface="Arial" panose="020B0604020202020204" pitchFamily="34" charset="0"/>
              <a:buChar char="•"/>
            </a:pPr>
            <a:r>
              <a:rPr lang="en-US" sz="2400" dirty="0">
                <a:latin typeface="Aptos Display" pitchFamily="34" charset="0"/>
                <a:ea typeface="Aptos Display" pitchFamily="34" charset="-122"/>
                <a:cs typeface="Aptos Display" pitchFamily="34" charset="-120"/>
              </a:rPr>
              <a:t>We want to</a:t>
            </a:r>
            <a:r>
              <a:rPr lang="en-US" sz="2400" b="1" dirty="0">
                <a:solidFill>
                  <a:srgbClr val="A50908"/>
                </a:solidFill>
                <a:latin typeface="Aptos Display" pitchFamily="34" charset="0"/>
                <a:ea typeface="Aptos Display" pitchFamily="34" charset="-122"/>
                <a:cs typeface="Aptos Display" pitchFamily="34" charset="-120"/>
              </a:rPr>
              <a:t> keep good patterns </a:t>
            </a:r>
            <a:r>
              <a:rPr lang="en-US" sz="2400" dirty="0">
                <a:latin typeface="Aptos Display" pitchFamily="34" charset="0"/>
                <a:ea typeface="Aptos Display" pitchFamily="34" charset="-122"/>
                <a:cs typeface="Aptos Display" pitchFamily="34" charset="-120"/>
              </a:rPr>
              <a:t>overtime.</a:t>
            </a:r>
          </a:p>
        </p:txBody>
      </p:sp>
      <p:sp>
        <p:nvSpPr>
          <p:cNvPr id="18" name="Text 0">
            <a:extLst>
              <a:ext uri="{FF2B5EF4-FFF2-40B4-BE49-F238E27FC236}">
                <a16:creationId xmlns:a16="http://schemas.microsoft.com/office/drawing/2014/main" id="{8A316760-165A-876B-7C33-AFFF8F87E995}"/>
              </a:ext>
            </a:extLst>
          </p:cNvPr>
          <p:cNvSpPr/>
          <p:nvPr/>
        </p:nvSpPr>
        <p:spPr>
          <a:xfrm>
            <a:off x="563880" y="3814735"/>
            <a:ext cx="10789920" cy="721635"/>
          </a:xfrm>
          <a:prstGeom prst="rect">
            <a:avLst/>
          </a:prstGeom>
          <a:noFill/>
          <a:ln/>
        </p:spPr>
        <p:txBody>
          <a:bodyPr wrap="square" lIns="0" tIns="0" rIns="0" bIns="0" rtlCol="0" anchor="ctr">
            <a:normAutofit/>
          </a:bodyPr>
          <a:lstStyle/>
          <a:p>
            <a:pPr algn="ctr"/>
            <a:r>
              <a:rPr lang="en-US" sz="2400" b="1" dirty="0">
                <a:solidFill>
                  <a:srgbClr val="A50908"/>
                </a:solidFill>
                <a:latin typeface="Aptos Display" pitchFamily="34" charset="0"/>
                <a:ea typeface="Aptos Display" pitchFamily="34" charset="-122"/>
                <a:cs typeface="Aptos Display" pitchFamily="34" charset="-120"/>
              </a:rPr>
              <a:t>If patterns appear frequently enough</a:t>
            </a:r>
          </a:p>
        </p:txBody>
      </p:sp>
      <p:grpSp>
        <p:nvGrpSpPr>
          <p:cNvPr id="22" name="Group 21">
            <a:extLst>
              <a:ext uri="{FF2B5EF4-FFF2-40B4-BE49-F238E27FC236}">
                <a16:creationId xmlns:a16="http://schemas.microsoft.com/office/drawing/2014/main" id="{FFDFFEEA-A06D-3F8B-359E-E3265C87A704}"/>
              </a:ext>
            </a:extLst>
          </p:cNvPr>
          <p:cNvGrpSpPr/>
          <p:nvPr/>
        </p:nvGrpSpPr>
        <p:grpSpPr>
          <a:xfrm>
            <a:off x="563880" y="4489890"/>
            <a:ext cx="10789920" cy="903064"/>
            <a:chOff x="563880" y="4489890"/>
            <a:chExt cx="10789920" cy="903064"/>
          </a:xfrm>
        </p:grpSpPr>
        <p:sp>
          <p:nvSpPr>
            <p:cNvPr id="20" name="Text 0">
              <a:extLst>
                <a:ext uri="{FF2B5EF4-FFF2-40B4-BE49-F238E27FC236}">
                  <a16:creationId xmlns:a16="http://schemas.microsoft.com/office/drawing/2014/main" id="{D801B168-F5AD-086C-7C39-83A9D1A02B6E}"/>
                </a:ext>
              </a:extLst>
            </p:cNvPr>
            <p:cNvSpPr/>
            <p:nvPr/>
          </p:nvSpPr>
          <p:spPr>
            <a:xfrm>
              <a:off x="563880" y="4671319"/>
              <a:ext cx="10789920" cy="721635"/>
            </a:xfrm>
            <a:prstGeom prst="rect">
              <a:avLst/>
            </a:prstGeom>
            <a:noFill/>
            <a:ln/>
          </p:spPr>
          <p:txBody>
            <a:bodyPr wrap="square" lIns="0" tIns="0" rIns="0" bIns="0" rtlCol="0" anchor="ctr">
              <a:normAutofit/>
            </a:bodyPr>
            <a:lstStyle/>
            <a:p>
              <a:pPr algn="ctr"/>
              <a:r>
                <a:rPr lang="en-US" sz="2400" b="1" dirty="0">
                  <a:solidFill>
                    <a:srgbClr val="A50908"/>
                  </a:solidFill>
                  <a:latin typeface="Aptos Display" pitchFamily="34" charset="0"/>
                  <a:ea typeface="Aptos Display" pitchFamily="34" charset="-122"/>
                  <a:cs typeface="Aptos Display" pitchFamily="34" charset="-120"/>
                </a:rPr>
                <a:t>Those are the patterns worth remembering </a:t>
              </a:r>
            </a:p>
          </p:txBody>
        </p:sp>
        <p:sp>
          <p:nvSpPr>
            <p:cNvPr id="21" name="Arrow: Down 20">
              <a:extLst>
                <a:ext uri="{FF2B5EF4-FFF2-40B4-BE49-F238E27FC236}">
                  <a16:creationId xmlns:a16="http://schemas.microsoft.com/office/drawing/2014/main" id="{DD95FEC3-EFD0-5C0B-86B9-FE77E9ED4515}"/>
                </a:ext>
              </a:extLst>
            </p:cNvPr>
            <p:cNvSpPr/>
            <p:nvPr/>
          </p:nvSpPr>
          <p:spPr>
            <a:xfrm>
              <a:off x="5585361" y="4489890"/>
              <a:ext cx="625038" cy="362857"/>
            </a:xfrm>
            <a:prstGeom prst="downArrow">
              <a:avLst>
                <a:gd name="adj1" fmla="val 31716"/>
                <a:gd name="adj2" fmla="val 64819"/>
              </a:avLst>
            </a:prstGeom>
            <a:solidFill>
              <a:srgbClr val="A509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BDBDD1C2-4ECB-731C-56C3-0B608F317BEE}"/>
              </a:ext>
            </a:extLst>
          </p:cNvPr>
          <p:cNvGrpSpPr/>
          <p:nvPr/>
        </p:nvGrpSpPr>
        <p:grpSpPr>
          <a:xfrm>
            <a:off x="563880" y="5407810"/>
            <a:ext cx="10789920" cy="903064"/>
            <a:chOff x="563880" y="4489890"/>
            <a:chExt cx="10789920" cy="903064"/>
          </a:xfrm>
        </p:grpSpPr>
        <p:sp>
          <p:nvSpPr>
            <p:cNvPr id="24" name="Text 0">
              <a:extLst>
                <a:ext uri="{FF2B5EF4-FFF2-40B4-BE49-F238E27FC236}">
                  <a16:creationId xmlns:a16="http://schemas.microsoft.com/office/drawing/2014/main" id="{0E70C9B5-7851-BCC4-A83D-C9286605D324}"/>
                </a:ext>
              </a:extLst>
            </p:cNvPr>
            <p:cNvSpPr/>
            <p:nvPr/>
          </p:nvSpPr>
          <p:spPr>
            <a:xfrm>
              <a:off x="563880" y="4671319"/>
              <a:ext cx="10789920" cy="721635"/>
            </a:xfrm>
            <a:prstGeom prst="rect">
              <a:avLst/>
            </a:prstGeom>
            <a:noFill/>
            <a:ln/>
          </p:spPr>
          <p:txBody>
            <a:bodyPr wrap="square" lIns="0" tIns="0" rIns="0" bIns="0" rtlCol="0" anchor="ctr">
              <a:normAutofit/>
            </a:bodyPr>
            <a:lstStyle/>
            <a:p>
              <a:pPr algn="ctr"/>
              <a:r>
                <a:rPr lang="en-US" sz="2400" b="1" dirty="0">
                  <a:solidFill>
                    <a:srgbClr val="A50908"/>
                  </a:solidFill>
                  <a:latin typeface="Aptos Display" pitchFamily="34" charset="0"/>
                  <a:ea typeface="Aptos Display" pitchFamily="34" charset="-122"/>
                  <a:cs typeface="Aptos Display" pitchFamily="34" charset="-120"/>
                </a:rPr>
                <a:t>Using a </a:t>
              </a:r>
              <a:r>
                <a:rPr lang="en-US" sz="2400" b="1" u="sng" dirty="0">
                  <a:solidFill>
                    <a:srgbClr val="A50908"/>
                  </a:solidFill>
                  <a:latin typeface="Aptos Display" pitchFamily="34" charset="0"/>
                  <a:ea typeface="Aptos Display" pitchFamily="34" charset="-122"/>
                  <a:cs typeface="Aptos Display" pitchFamily="34" charset="-120"/>
                </a:rPr>
                <a:t>Probabilistic Approach</a:t>
              </a:r>
              <a:r>
                <a:rPr lang="en-US" sz="2400" b="1" dirty="0">
                  <a:solidFill>
                    <a:srgbClr val="A50908"/>
                  </a:solidFill>
                  <a:latin typeface="Aptos Display" pitchFamily="34" charset="0"/>
                  <a:ea typeface="Aptos Display" pitchFamily="34" charset="-122"/>
                  <a:cs typeface="Aptos Display" pitchFamily="34" charset="-120"/>
                </a:rPr>
                <a:t>!</a:t>
              </a:r>
            </a:p>
          </p:txBody>
        </p:sp>
        <p:sp>
          <p:nvSpPr>
            <p:cNvPr id="25" name="Arrow: Down 24">
              <a:extLst>
                <a:ext uri="{FF2B5EF4-FFF2-40B4-BE49-F238E27FC236}">
                  <a16:creationId xmlns:a16="http://schemas.microsoft.com/office/drawing/2014/main" id="{8CEF8727-1D07-E9EE-FBA1-58AB2763744E}"/>
                </a:ext>
              </a:extLst>
            </p:cNvPr>
            <p:cNvSpPr/>
            <p:nvPr/>
          </p:nvSpPr>
          <p:spPr>
            <a:xfrm>
              <a:off x="5585361" y="4489890"/>
              <a:ext cx="625038" cy="362857"/>
            </a:xfrm>
            <a:prstGeom prst="downArrow">
              <a:avLst>
                <a:gd name="adj1" fmla="val 31716"/>
                <a:gd name="adj2" fmla="val 64819"/>
              </a:avLst>
            </a:prstGeom>
            <a:solidFill>
              <a:srgbClr val="A509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Footer Placeholder 4">
            <a:extLst>
              <a:ext uri="{FF2B5EF4-FFF2-40B4-BE49-F238E27FC236}">
                <a16:creationId xmlns:a16="http://schemas.microsoft.com/office/drawing/2014/main" id="{F170C04B-B99C-1274-DC92-CBD58686E0B0}"/>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7C9711FD-B3BE-32D5-A68C-F86FDC4E6116}"/>
              </a:ext>
            </a:extLst>
          </p:cNvPr>
          <p:cNvSpPr>
            <a:spLocks noGrp="1"/>
          </p:cNvSpPr>
          <p:nvPr>
            <p:ph type="sldNum" sz="quarter" idx="10"/>
          </p:nvPr>
        </p:nvSpPr>
        <p:spPr/>
        <p:txBody>
          <a:bodyPr/>
          <a:lstStyle/>
          <a:p>
            <a:fld id="{A04C8923-7248-483A-ACCB-0382A1F5224A}" type="slidenum">
              <a:rPr lang="en-GB" smtClean="0"/>
              <a:t>12</a:t>
            </a:fld>
            <a:endParaRPr lang="en-GB"/>
          </a:p>
        </p:txBody>
      </p:sp>
      <p:sp>
        <p:nvSpPr>
          <p:cNvPr id="7" name="Text 0">
            <a:extLst>
              <a:ext uri="{FF2B5EF4-FFF2-40B4-BE49-F238E27FC236}">
                <a16:creationId xmlns:a16="http://schemas.microsoft.com/office/drawing/2014/main" id="{A8AB37E9-0088-1D39-7FA1-85885923EA82}"/>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Problem: What pattern should the prefetcher remember?  </a:t>
            </a:r>
            <a:endParaRPr lang="en-US" sz="3200" dirty="0">
              <a:solidFill>
                <a:srgbClr val="A50908"/>
              </a:solidFill>
            </a:endParaRPr>
          </a:p>
        </p:txBody>
      </p:sp>
    </p:spTree>
    <p:extLst>
      <p:ext uri="{BB962C8B-B14F-4D97-AF65-F5344CB8AC3E}">
        <p14:creationId xmlns:p14="http://schemas.microsoft.com/office/powerpoint/2010/main" val="1190555866"/>
      </p:ext>
    </p:extLst>
  </p:cSld>
  <p:clrMapOvr>
    <a:masterClrMapping/>
  </p:clrMapOvr>
  <mc:AlternateContent xmlns:mc="http://schemas.openxmlformats.org/markup-compatibility/2006" xmlns:p14="http://schemas.microsoft.com/office/powerpoint/2010/main">
    <mc:Choice Requires="p14">
      <p:transition spd="slow" p14:dur="1500">
        <p:randomBar/>
      </p:transition>
    </mc:Choice>
    <mc:Fallback xmlns="">
      <p:transition spd="slow">
        <p:randomBa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B208-0465-D58F-EBF3-9766D4EA252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33A22D-B372-9222-2E5D-4B1F1D18FC26}"/>
              </a:ext>
            </a:extLst>
          </p:cNvPr>
          <p:cNvSpPr/>
          <p:nvPr/>
        </p:nvSpPr>
        <p:spPr>
          <a:xfrm>
            <a:off x="502920" y="320040"/>
            <a:ext cx="10789920" cy="946404"/>
          </a:xfrm>
          <a:prstGeom prst="rect">
            <a:avLst/>
          </a:prstGeom>
          <a:noFill/>
          <a:ln/>
        </p:spPr>
        <p:txBody>
          <a:bodyPr wrap="square" lIns="0" tIns="0" rIns="0" bIns="0" rtlCol="0" anchor="ctr">
            <a:normAutofit/>
          </a:bodyPr>
          <a:lstStyle/>
          <a:p>
            <a:r>
              <a:rPr lang="en-GB" altLang="zh-CN" sz="3200" b="1" dirty="0">
                <a:solidFill>
                  <a:srgbClr val="A50908"/>
                </a:solidFill>
              </a:rPr>
              <a:t>Core Idea: Probabilistic Pattern Update </a:t>
            </a:r>
            <a:endParaRPr lang="en-US" sz="3200" b="1" dirty="0">
              <a:solidFill>
                <a:srgbClr val="A50908"/>
              </a:solidFill>
            </a:endParaRPr>
          </a:p>
        </p:txBody>
      </p:sp>
      <p:sp>
        <p:nvSpPr>
          <p:cNvPr id="4" name="Shape 2">
            <a:extLst>
              <a:ext uri="{FF2B5EF4-FFF2-40B4-BE49-F238E27FC236}">
                <a16:creationId xmlns:a16="http://schemas.microsoft.com/office/drawing/2014/main" id="{2B0980D9-AA76-0C68-EF25-16C963CBF277}"/>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3" name="Text 5">
            <a:extLst>
              <a:ext uri="{FF2B5EF4-FFF2-40B4-BE49-F238E27FC236}">
                <a16:creationId xmlns:a16="http://schemas.microsoft.com/office/drawing/2014/main" id="{0C62A38E-F785-4BAD-9F93-E6C8256382EF}"/>
              </a:ext>
            </a:extLst>
          </p:cNvPr>
          <p:cNvSpPr/>
          <p:nvPr/>
        </p:nvSpPr>
        <p:spPr>
          <a:xfrm>
            <a:off x="497145" y="1266444"/>
            <a:ext cx="10789920" cy="1496851"/>
          </a:xfrm>
          <a:prstGeom prst="rect">
            <a:avLst/>
          </a:prstGeom>
          <a:noFill/>
          <a:ln/>
        </p:spPr>
        <p:txBody>
          <a:bodyPr wrap="square" lIns="635" tIns="635" rIns="635" bIns="635" rtlCol="0" anchor="ctr">
            <a:noAutofit/>
          </a:bodyPr>
          <a:lstStyle/>
          <a:p>
            <a:pPr marL="285750" lvl="0" indent="-285750">
              <a:buFont typeface="Arial" panose="020B0604020202020204" pitchFamily="34" charset="0"/>
              <a:buChar char="•"/>
            </a:pPr>
            <a:r>
              <a:rPr lang="en-GB" sz="2000" dirty="0"/>
              <a:t>Treat the update of a stored pattern with a new observation as a </a:t>
            </a:r>
            <a:r>
              <a:rPr lang="en-GB" sz="2000" b="1" dirty="0">
                <a:solidFill>
                  <a:srgbClr val="A50908"/>
                </a:solidFill>
              </a:rPr>
              <a:t>stochastic process</a:t>
            </a:r>
            <a:r>
              <a:rPr lang="en-GB" sz="2000" dirty="0"/>
              <a:t>.</a:t>
            </a:r>
          </a:p>
          <a:p>
            <a:pPr marL="285750" lvl="0" indent="-285750">
              <a:buFont typeface="Arial" panose="020B0604020202020204" pitchFamily="34" charset="0"/>
              <a:buChar char="•"/>
            </a:pPr>
            <a:r>
              <a:rPr lang="en-GB" sz="2000" dirty="0"/>
              <a:t>Store only a </a:t>
            </a:r>
            <a:r>
              <a:rPr lang="en-GB" sz="2000" b="1" dirty="0">
                <a:solidFill>
                  <a:srgbClr val="A50908"/>
                </a:solidFill>
              </a:rPr>
              <a:t>single bit pattern </a:t>
            </a:r>
            <a:r>
              <a:rPr lang="en-GB" sz="2000" dirty="0"/>
              <a:t>per entry. </a:t>
            </a:r>
            <a:endParaRPr lang="en-GB" sz="2000" b="1" dirty="0"/>
          </a:p>
        </p:txBody>
      </p:sp>
      <p:sp>
        <p:nvSpPr>
          <p:cNvPr id="3" name="Rounded Rectangle 2">
            <a:extLst>
              <a:ext uri="{FF2B5EF4-FFF2-40B4-BE49-F238E27FC236}">
                <a16:creationId xmlns:a16="http://schemas.microsoft.com/office/drawing/2014/main" id="{EDC7DE84-AC74-755E-3D0D-5A0E9B0B74C5}"/>
              </a:ext>
            </a:extLst>
          </p:cNvPr>
          <p:cNvSpPr>
            <a:spLocks noGrp="1"/>
          </p:cNvSpPr>
          <p:nvPr/>
        </p:nvSpPr>
        <p:spPr>
          <a:xfrm>
            <a:off x="3038950" y="3551491"/>
            <a:ext cx="360000" cy="360000"/>
          </a:xfrm>
          <a:prstGeom prst="roundRect">
            <a:avLst>
              <a:gd name="adj" fmla="val 11290"/>
            </a:avLst>
          </a:prstGeom>
          <a:solidFill>
            <a:srgbClr val="A50908"/>
          </a:solidFill>
          <a:ln w="0">
            <a:noFill/>
          </a:ln>
        </p:spPr>
        <p:txBody>
          <a:bodyPr/>
          <a:lstStyle/>
          <a:p>
            <a:endParaRPr lang="en-US"/>
          </a:p>
        </p:txBody>
      </p:sp>
      <p:sp>
        <p:nvSpPr>
          <p:cNvPr id="5" name="Rounded Rectangle 4">
            <a:extLst>
              <a:ext uri="{FF2B5EF4-FFF2-40B4-BE49-F238E27FC236}">
                <a16:creationId xmlns:a16="http://schemas.microsoft.com/office/drawing/2014/main" id="{A18A8372-2CE9-66AA-F852-F1D011E480F9}"/>
              </a:ext>
            </a:extLst>
          </p:cNvPr>
          <p:cNvSpPr>
            <a:spLocks noGrp="1"/>
          </p:cNvSpPr>
          <p:nvPr/>
        </p:nvSpPr>
        <p:spPr>
          <a:xfrm>
            <a:off x="3449500"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7" name="Rounded Rectangle 6">
            <a:extLst>
              <a:ext uri="{FF2B5EF4-FFF2-40B4-BE49-F238E27FC236}">
                <a16:creationId xmlns:a16="http://schemas.microsoft.com/office/drawing/2014/main" id="{6C7E7F37-AC5E-8DF4-5825-C0BAD5D771DA}"/>
              </a:ext>
            </a:extLst>
          </p:cNvPr>
          <p:cNvSpPr>
            <a:spLocks noGrp="1"/>
          </p:cNvSpPr>
          <p:nvPr/>
        </p:nvSpPr>
        <p:spPr>
          <a:xfrm>
            <a:off x="3860050" y="3551491"/>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8" name="Rounded Rectangle 7">
            <a:extLst>
              <a:ext uri="{FF2B5EF4-FFF2-40B4-BE49-F238E27FC236}">
                <a16:creationId xmlns:a16="http://schemas.microsoft.com/office/drawing/2014/main" id="{E361D511-2078-75AA-6C25-1E283B686692}"/>
              </a:ext>
            </a:extLst>
          </p:cNvPr>
          <p:cNvSpPr>
            <a:spLocks noGrp="1"/>
          </p:cNvSpPr>
          <p:nvPr/>
        </p:nvSpPr>
        <p:spPr>
          <a:xfrm>
            <a:off x="4263361" y="3551491"/>
            <a:ext cx="360000" cy="360000"/>
          </a:xfrm>
          <a:prstGeom prst="roundRect">
            <a:avLst>
              <a:gd name="adj" fmla="val 11290"/>
            </a:avLst>
          </a:prstGeom>
          <a:solidFill>
            <a:srgbClr val="A50908"/>
          </a:solidFill>
          <a:ln w="0">
            <a:noFill/>
          </a:ln>
        </p:spPr>
        <p:txBody>
          <a:bodyPr/>
          <a:lstStyle/>
          <a:p>
            <a:endParaRPr lang="en-US"/>
          </a:p>
        </p:txBody>
      </p:sp>
      <p:sp>
        <p:nvSpPr>
          <p:cNvPr id="9" name="Rounded Rectangle 8">
            <a:extLst>
              <a:ext uri="{FF2B5EF4-FFF2-40B4-BE49-F238E27FC236}">
                <a16:creationId xmlns:a16="http://schemas.microsoft.com/office/drawing/2014/main" id="{34BECDC4-7C46-DC11-A0BF-6170BA93305B}"/>
              </a:ext>
            </a:extLst>
          </p:cNvPr>
          <p:cNvSpPr>
            <a:spLocks noGrp="1"/>
          </p:cNvSpPr>
          <p:nvPr/>
        </p:nvSpPr>
        <p:spPr>
          <a:xfrm>
            <a:off x="4887775"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2" name="Rounded Rectangle 11">
            <a:extLst>
              <a:ext uri="{FF2B5EF4-FFF2-40B4-BE49-F238E27FC236}">
                <a16:creationId xmlns:a16="http://schemas.microsoft.com/office/drawing/2014/main" id="{C4BD6C29-55D6-DCE2-969D-4AF8B7288031}"/>
              </a:ext>
            </a:extLst>
          </p:cNvPr>
          <p:cNvSpPr>
            <a:spLocks noGrp="1"/>
          </p:cNvSpPr>
          <p:nvPr/>
        </p:nvSpPr>
        <p:spPr>
          <a:xfrm>
            <a:off x="5298325" y="3550694"/>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4" name="Rounded Rectangle 13">
            <a:extLst>
              <a:ext uri="{FF2B5EF4-FFF2-40B4-BE49-F238E27FC236}">
                <a16:creationId xmlns:a16="http://schemas.microsoft.com/office/drawing/2014/main" id="{E6FC8A26-AD4C-6018-FDD9-1D1B6BF2A7C8}"/>
              </a:ext>
            </a:extLst>
          </p:cNvPr>
          <p:cNvSpPr>
            <a:spLocks noGrp="1"/>
          </p:cNvSpPr>
          <p:nvPr/>
        </p:nvSpPr>
        <p:spPr>
          <a:xfrm>
            <a:off x="5708875"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5" name="Rounded Rectangle 14">
            <a:extLst>
              <a:ext uri="{FF2B5EF4-FFF2-40B4-BE49-F238E27FC236}">
                <a16:creationId xmlns:a16="http://schemas.microsoft.com/office/drawing/2014/main" id="{8DF2F171-7FB2-57E8-4C79-E93D91B609C1}"/>
              </a:ext>
            </a:extLst>
          </p:cNvPr>
          <p:cNvSpPr>
            <a:spLocks noGrp="1"/>
          </p:cNvSpPr>
          <p:nvPr/>
        </p:nvSpPr>
        <p:spPr>
          <a:xfrm>
            <a:off x="6112186"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6" name="Rounded Rectangle 15">
            <a:extLst>
              <a:ext uri="{FF2B5EF4-FFF2-40B4-BE49-F238E27FC236}">
                <a16:creationId xmlns:a16="http://schemas.microsoft.com/office/drawing/2014/main" id="{514506FC-10FF-F058-AF27-909A924128E8}"/>
              </a:ext>
            </a:extLst>
          </p:cNvPr>
          <p:cNvSpPr>
            <a:spLocks noGrp="1"/>
          </p:cNvSpPr>
          <p:nvPr/>
        </p:nvSpPr>
        <p:spPr>
          <a:xfrm>
            <a:off x="6727126" y="355149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7" name="Rounded Rectangle 16">
            <a:extLst>
              <a:ext uri="{FF2B5EF4-FFF2-40B4-BE49-F238E27FC236}">
                <a16:creationId xmlns:a16="http://schemas.microsoft.com/office/drawing/2014/main" id="{2B27F642-B168-FD2C-A19B-D6336D40D48D}"/>
              </a:ext>
            </a:extLst>
          </p:cNvPr>
          <p:cNvSpPr>
            <a:spLocks noGrp="1"/>
          </p:cNvSpPr>
          <p:nvPr/>
        </p:nvSpPr>
        <p:spPr>
          <a:xfrm>
            <a:off x="7137676"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8" name="Rounded Rectangle 17">
            <a:extLst>
              <a:ext uri="{FF2B5EF4-FFF2-40B4-BE49-F238E27FC236}">
                <a16:creationId xmlns:a16="http://schemas.microsoft.com/office/drawing/2014/main" id="{3E5EBE46-6A16-83BD-E869-2738F036FF7D}"/>
              </a:ext>
            </a:extLst>
          </p:cNvPr>
          <p:cNvSpPr>
            <a:spLocks noGrp="1"/>
          </p:cNvSpPr>
          <p:nvPr/>
        </p:nvSpPr>
        <p:spPr>
          <a:xfrm>
            <a:off x="7548226" y="3551491"/>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9" name="Rounded Rectangle 18">
            <a:extLst>
              <a:ext uri="{FF2B5EF4-FFF2-40B4-BE49-F238E27FC236}">
                <a16:creationId xmlns:a16="http://schemas.microsoft.com/office/drawing/2014/main" id="{31C7B526-3D2C-3177-7CC4-EA4B4308F534}"/>
              </a:ext>
            </a:extLst>
          </p:cNvPr>
          <p:cNvSpPr>
            <a:spLocks noGrp="1"/>
          </p:cNvSpPr>
          <p:nvPr/>
        </p:nvSpPr>
        <p:spPr>
          <a:xfrm>
            <a:off x="7951537" y="3551491"/>
            <a:ext cx="360000" cy="360000"/>
          </a:xfrm>
          <a:prstGeom prst="roundRect">
            <a:avLst>
              <a:gd name="adj" fmla="val 11290"/>
            </a:avLst>
          </a:prstGeom>
          <a:solidFill>
            <a:srgbClr val="A50908"/>
          </a:solidFill>
          <a:ln w="0">
            <a:noFill/>
          </a:ln>
        </p:spPr>
        <p:txBody>
          <a:bodyPr/>
          <a:lstStyle/>
          <a:p>
            <a:endParaRPr lang="en-US"/>
          </a:p>
        </p:txBody>
      </p:sp>
      <p:sp>
        <p:nvSpPr>
          <p:cNvPr id="20" name="Rounded Rectangle 19">
            <a:extLst>
              <a:ext uri="{FF2B5EF4-FFF2-40B4-BE49-F238E27FC236}">
                <a16:creationId xmlns:a16="http://schemas.microsoft.com/office/drawing/2014/main" id="{F7BC42FA-7E20-A791-F75C-182B542FC271}"/>
              </a:ext>
            </a:extLst>
          </p:cNvPr>
          <p:cNvSpPr>
            <a:spLocks noGrp="1"/>
          </p:cNvSpPr>
          <p:nvPr/>
        </p:nvSpPr>
        <p:spPr>
          <a:xfrm>
            <a:off x="8575951" y="3550694"/>
            <a:ext cx="360000" cy="360000"/>
          </a:xfrm>
          <a:prstGeom prst="roundRect">
            <a:avLst>
              <a:gd name="adj" fmla="val 11290"/>
            </a:avLst>
          </a:prstGeom>
          <a:solidFill>
            <a:srgbClr val="A50908"/>
          </a:solidFill>
          <a:ln w="0">
            <a:noFill/>
          </a:ln>
        </p:spPr>
        <p:txBody>
          <a:bodyPr/>
          <a:lstStyle/>
          <a:p>
            <a:endParaRPr lang="en-US"/>
          </a:p>
        </p:txBody>
      </p:sp>
      <p:sp>
        <p:nvSpPr>
          <p:cNvPr id="21" name="Rounded Rectangle 20">
            <a:extLst>
              <a:ext uri="{FF2B5EF4-FFF2-40B4-BE49-F238E27FC236}">
                <a16:creationId xmlns:a16="http://schemas.microsoft.com/office/drawing/2014/main" id="{54EC93B5-7570-1F0A-9E50-7304E344A1C5}"/>
              </a:ext>
            </a:extLst>
          </p:cNvPr>
          <p:cNvSpPr>
            <a:spLocks noGrp="1"/>
          </p:cNvSpPr>
          <p:nvPr/>
        </p:nvSpPr>
        <p:spPr>
          <a:xfrm>
            <a:off x="8986501" y="3550694"/>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22" name="Rounded Rectangle 21">
            <a:extLst>
              <a:ext uri="{FF2B5EF4-FFF2-40B4-BE49-F238E27FC236}">
                <a16:creationId xmlns:a16="http://schemas.microsoft.com/office/drawing/2014/main" id="{93829297-2153-7C10-DE88-C10EE8DCDB58}"/>
              </a:ext>
            </a:extLst>
          </p:cNvPr>
          <p:cNvSpPr>
            <a:spLocks noGrp="1"/>
          </p:cNvSpPr>
          <p:nvPr/>
        </p:nvSpPr>
        <p:spPr>
          <a:xfrm>
            <a:off x="9397051"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3" name="Rounded Rectangle 22">
            <a:extLst>
              <a:ext uri="{FF2B5EF4-FFF2-40B4-BE49-F238E27FC236}">
                <a16:creationId xmlns:a16="http://schemas.microsoft.com/office/drawing/2014/main" id="{E09A5B80-6C72-889B-894C-5231B8B67844}"/>
              </a:ext>
            </a:extLst>
          </p:cNvPr>
          <p:cNvSpPr>
            <a:spLocks noGrp="1"/>
          </p:cNvSpPr>
          <p:nvPr/>
        </p:nvSpPr>
        <p:spPr>
          <a:xfrm>
            <a:off x="9800362"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4" name="Rounded Rectangle 23">
            <a:extLst>
              <a:ext uri="{FF2B5EF4-FFF2-40B4-BE49-F238E27FC236}">
                <a16:creationId xmlns:a16="http://schemas.microsoft.com/office/drawing/2014/main" id="{9B662A56-4101-5D24-5C47-4AD8CE5A8B9C}"/>
              </a:ext>
            </a:extLst>
          </p:cNvPr>
          <p:cNvSpPr>
            <a:spLocks noGrp="1"/>
          </p:cNvSpPr>
          <p:nvPr/>
        </p:nvSpPr>
        <p:spPr>
          <a:xfrm>
            <a:off x="3038950" y="4170148"/>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25" name="Rounded Rectangle 24">
            <a:extLst>
              <a:ext uri="{FF2B5EF4-FFF2-40B4-BE49-F238E27FC236}">
                <a16:creationId xmlns:a16="http://schemas.microsoft.com/office/drawing/2014/main" id="{75FBCA19-E2E6-D964-9A1F-D93FBE92B386}"/>
              </a:ext>
            </a:extLst>
          </p:cNvPr>
          <p:cNvSpPr>
            <a:spLocks noGrp="1"/>
          </p:cNvSpPr>
          <p:nvPr/>
        </p:nvSpPr>
        <p:spPr>
          <a:xfrm>
            <a:off x="3449500"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6" name="Rounded Rectangle 25">
            <a:extLst>
              <a:ext uri="{FF2B5EF4-FFF2-40B4-BE49-F238E27FC236}">
                <a16:creationId xmlns:a16="http://schemas.microsoft.com/office/drawing/2014/main" id="{4567D72B-7721-1217-1F3D-D432480B61B6}"/>
              </a:ext>
            </a:extLst>
          </p:cNvPr>
          <p:cNvSpPr>
            <a:spLocks noGrp="1"/>
          </p:cNvSpPr>
          <p:nvPr/>
        </p:nvSpPr>
        <p:spPr>
          <a:xfrm>
            <a:off x="3860050" y="4170148"/>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27" name="Rounded Rectangle 26">
            <a:extLst>
              <a:ext uri="{FF2B5EF4-FFF2-40B4-BE49-F238E27FC236}">
                <a16:creationId xmlns:a16="http://schemas.microsoft.com/office/drawing/2014/main" id="{5668905F-6841-8685-AE2A-964A034A951F}"/>
              </a:ext>
            </a:extLst>
          </p:cNvPr>
          <p:cNvSpPr>
            <a:spLocks noGrp="1"/>
          </p:cNvSpPr>
          <p:nvPr/>
        </p:nvSpPr>
        <p:spPr>
          <a:xfrm>
            <a:off x="4263361"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8" name="Rounded Rectangle 27">
            <a:extLst>
              <a:ext uri="{FF2B5EF4-FFF2-40B4-BE49-F238E27FC236}">
                <a16:creationId xmlns:a16="http://schemas.microsoft.com/office/drawing/2014/main" id="{8519563F-F470-849B-B2D2-1317B92589D0}"/>
              </a:ext>
            </a:extLst>
          </p:cNvPr>
          <p:cNvSpPr>
            <a:spLocks noGrp="1"/>
          </p:cNvSpPr>
          <p:nvPr/>
        </p:nvSpPr>
        <p:spPr>
          <a:xfrm>
            <a:off x="4887775"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9" name="Rounded Rectangle 28">
            <a:extLst>
              <a:ext uri="{FF2B5EF4-FFF2-40B4-BE49-F238E27FC236}">
                <a16:creationId xmlns:a16="http://schemas.microsoft.com/office/drawing/2014/main" id="{D4EAC9EC-702F-99F2-82C3-95F021FB8BFC}"/>
              </a:ext>
            </a:extLst>
          </p:cNvPr>
          <p:cNvSpPr>
            <a:spLocks noGrp="1"/>
          </p:cNvSpPr>
          <p:nvPr/>
        </p:nvSpPr>
        <p:spPr>
          <a:xfrm>
            <a:off x="5298325" y="416935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0" name="Rounded Rectangle 29">
            <a:extLst>
              <a:ext uri="{FF2B5EF4-FFF2-40B4-BE49-F238E27FC236}">
                <a16:creationId xmlns:a16="http://schemas.microsoft.com/office/drawing/2014/main" id="{0DBED079-70D7-2DCA-7D21-4E8FC977A3F4}"/>
              </a:ext>
            </a:extLst>
          </p:cNvPr>
          <p:cNvSpPr>
            <a:spLocks noGrp="1"/>
          </p:cNvSpPr>
          <p:nvPr/>
        </p:nvSpPr>
        <p:spPr>
          <a:xfrm>
            <a:off x="5708875" y="416935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1" name="Rounded Rectangle 30">
            <a:extLst>
              <a:ext uri="{FF2B5EF4-FFF2-40B4-BE49-F238E27FC236}">
                <a16:creationId xmlns:a16="http://schemas.microsoft.com/office/drawing/2014/main" id="{239880C0-EC2B-523C-63AD-AEAEF22C22F5}"/>
              </a:ext>
            </a:extLst>
          </p:cNvPr>
          <p:cNvSpPr>
            <a:spLocks noGrp="1"/>
          </p:cNvSpPr>
          <p:nvPr/>
        </p:nvSpPr>
        <p:spPr>
          <a:xfrm>
            <a:off x="6112186"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2" name="Rounded Rectangle 31">
            <a:extLst>
              <a:ext uri="{FF2B5EF4-FFF2-40B4-BE49-F238E27FC236}">
                <a16:creationId xmlns:a16="http://schemas.microsoft.com/office/drawing/2014/main" id="{900EF886-6CD3-1F96-B1A3-A7F4FDA9C108}"/>
              </a:ext>
            </a:extLst>
          </p:cNvPr>
          <p:cNvSpPr>
            <a:spLocks noGrp="1"/>
          </p:cNvSpPr>
          <p:nvPr/>
        </p:nvSpPr>
        <p:spPr>
          <a:xfrm>
            <a:off x="6727126" y="4170148"/>
            <a:ext cx="360000" cy="360000"/>
          </a:xfrm>
          <a:prstGeom prst="roundRect">
            <a:avLst>
              <a:gd name="adj" fmla="val 11290"/>
            </a:avLst>
          </a:prstGeom>
          <a:solidFill>
            <a:schemeClr val="tx1">
              <a:lumMod val="85000"/>
              <a:lumOff val="15000"/>
            </a:schemeClr>
          </a:solidFill>
          <a:ln w="0">
            <a:noFill/>
          </a:ln>
        </p:spPr>
        <p:txBody>
          <a:bodyPr/>
          <a:lstStyle/>
          <a:p>
            <a:endParaRPr lang="en-US">
              <a:solidFill>
                <a:srgbClr val="595959"/>
              </a:solidFill>
            </a:endParaRPr>
          </a:p>
        </p:txBody>
      </p:sp>
      <p:sp>
        <p:nvSpPr>
          <p:cNvPr id="33" name="Rounded Rectangle 32">
            <a:extLst>
              <a:ext uri="{FF2B5EF4-FFF2-40B4-BE49-F238E27FC236}">
                <a16:creationId xmlns:a16="http://schemas.microsoft.com/office/drawing/2014/main" id="{562F4A9B-47DD-9902-F750-4185FFDA9D45}"/>
              </a:ext>
            </a:extLst>
          </p:cNvPr>
          <p:cNvSpPr>
            <a:spLocks noGrp="1"/>
          </p:cNvSpPr>
          <p:nvPr/>
        </p:nvSpPr>
        <p:spPr>
          <a:xfrm>
            <a:off x="713767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9B47609B-2E3A-418C-F6E9-97AA4608A2F2}"/>
              </a:ext>
            </a:extLst>
          </p:cNvPr>
          <p:cNvSpPr>
            <a:spLocks noGrp="1"/>
          </p:cNvSpPr>
          <p:nvPr/>
        </p:nvSpPr>
        <p:spPr>
          <a:xfrm>
            <a:off x="754822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5" name="Rounded Rectangle 34">
            <a:extLst>
              <a:ext uri="{FF2B5EF4-FFF2-40B4-BE49-F238E27FC236}">
                <a16:creationId xmlns:a16="http://schemas.microsoft.com/office/drawing/2014/main" id="{4C8AE9E6-F5DF-7012-C75E-BF2E83DFB430}"/>
              </a:ext>
            </a:extLst>
          </p:cNvPr>
          <p:cNvSpPr>
            <a:spLocks noGrp="1"/>
          </p:cNvSpPr>
          <p:nvPr/>
        </p:nvSpPr>
        <p:spPr>
          <a:xfrm>
            <a:off x="7951537"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6" name="Rounded Rectangle 35">
            <a:extLst>
              <a:ext uri="{FF2B5EF4-FFF2-40B4-BE49-F238E27FC236}">
                <a16:creationId xmlns:a16="http://schemas.microsoft.com/office/drawing/2014/main" id="{95022646-EE19-9306-AE08-0E73B4E6C934}"/>
              </a:ext>
            </a:extLst>
          </p:cNvPr>
          <p:cNvSpPr>
            <a:spLocks noGrp="1"/>
          </p:cNvSpPr>
          <p:nvPr/>
        </p:nvSpPr>
        <p:spPr>
          <a:xfrm>
            <a:off x="8575951"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7" name="Rounded Rectangle 36">
            <a:extLst>
              <a:ext uri="{FF2B5EF4-FFF2-40B4-BE49-F238E27FC236}">
                <a16:creationId xmlns:a16="http://schemas.microsoft.com/office/drawing/2014/main" id="{6E600E9F-6CD4-FA1B-C6F7-5E99AACBA27C}"/>
              </a:ext>
            </a:extLst>
          </p:cNvPr>
          <p:cNvSpPr>
            <a:spLocks noGrp="1"/>
          </p:cNvSpPr>
          <p:nvPr/>
        </p:nvSpPr>
        <p:spPr>
          <a:xfrm>
            <a:off x="898650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8" name="Rounded Rectangle 37">
            <a:extLst>
              <a:ext uri="{FF2B5EF4-FFF2-40B4-BE49-F238E27FC236}">
                <a16:creationId xmlns:a16="http://schemas.microsoft.com/office/drawing/2014/main" id="{00DDDF2F-04CA-1871-3718-D46347D00BCD}"/>
              </a:ext>
            </a:extLst>
          </p:cNvPr>
          <p:cNvSpPr>
            <a:spLocks noGrp="1"/>
          </p:cNvSpPr>
          <p:nvPr/>
        </p:nvSpPr>
        <p:spPr>
          <a:xfrm>
            <a:off x="939705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2E0FCE14-5C9A-62EE-3672-560407C90E74}"/>
              </a:ext>
            </a:extLst>
          </p:cNvPr>
          <p:cNvSpPr>
            <a:spLocks noGrp="1"/>
          </p:cNvSpPr>
          <p:nvPr/>
        </p:nvSpPr>
        <p:spPr>
          <a:xfrm>
            <a:off x="9800362" y="4169351"/>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40" name="Text 0">
            <a:extLst>
              <a:ext uri="{FF2B5EF4-FFF2-40B4-BE49-F238E27FC236}">
                <a16:creationId xmlns:a16="http://schemas.microsoft.com/office/drawing/2014/main" id="{6EF7C94E-A69E-1CF3-5D50-4640645447AE}"/>
              </a:ext>
            </a:extLst>
          </p:cNvPr>
          <p:cNvSpPr/>
          <p:nvPr/>
        </p:nvSpPr>
        <p:spPr>
          <a:xfrm>
            <a:off x="808939" y="3506861"/>
            <a:ext cx="2080373" cy="447665"/>
          </a:xfrm>
          <a:prstGeom prst="rect">
            <a:avLst/>
          </a:prstGeom>
          <a:noFill/>
          <a:ln/>
        </p:spPr>
        <p:txBody>
          <a:bodyPr wrap="square" lIns="0" tIns="0" rIns="0" bIns="0" rtlCol="0" anchor="ctr">
            <a:normAutofit/>
          </a:bodyPr>
          <a:lstStyle/>
          <a:p>
            <a:pPr algn="r"/>
            <a:r>
              <a:rPr lang="en-GB" sz="2000" b="1" dirty="0">
                <a:solidFill>
                  <a:srgbClr val="A50908"/>
                </a:solidFill>
              </a:rPr>
              <a:t>New Observation</a:t>
            </a:r>
            <a:endParaRPr lang="en-US" sz="2000" b="1" dirty="0">
              <a:solidFill>
                <a:srgbClr val="A50908"/>
              </a:solidFill>
            </a:endParaRPr>
          </a:p>
        </p:txBody>
      </p:sp>
      <p:sp>
        <p:nvSpPr>
          <p:cNvPr id="41" name="Text 0">
            <a:extLst>
              <a:ext uri="{FF2B5EF4-FFF2-40B4-BE49-F238E27FC236}">
                <a16:creationId xmlns:a16="http://schemas.microsoft.com/office/drawing/2014/main" id="{31B8CBB8-A876-E9F4-5890-8EB3CE434E67}"/>
              </a:ext>
            </a:extLst>
          </p:cNvPr>
          <p:cNvSpPr/>
          <p:nvPr/>
        </p:nvSpPr>
        <p:spPr>
          <a:xfrm>
            <a:off x="808939" y="4127113"/>
            <a:ext cx="2080373" cy="447665"/>
          </a:xfrm>
          <a:prstGeom prst="rect">
            <a:avLst/>
          </a:prstGeom>
          <a:noFill/>
          <a:ln/>
        </p:spPr>
        <p:txBody>
          <a:bodyPr wrap="square" lIns="0" tIns="0" rIns="0" bIns="0" rtlCol="0" anchor="ctr">
            <a:normAutofit/>
          </a:bodyPr>
          <a:lstStyle/>
          <a:p>
            <a:pPr algn="r"/>
            <a:r>
              <a:rPr lang="en-GB" sz="2000" b="1" dirty="0"/>
              <a:t>Stored Pattern</a:t>
            </a:r>
            <a:endParaRPr lang="en-US" sz="2000" b="1" dirty="0"/>
          </a:p>
        </p:txBody>
      </p:sp>
      <p:sp>
        <p:nvSpPr>
          <p:cNvPr id="42" name="Rounded Rectangle 41">
            <a:extLst>
              <a:ext uri="{FF2B5EF4-FFF2-40B4-BE49-F238E27FC236}">
                <a16:creationId xmlns:a16="http://schemas.microsoft.com/office/drawing/2014/main" id="{F41756D9-7E50-6D1C-1E20-9C54535ACE66}"/>
              </a:ext>
            </a:extLst>
          </p:cNvPr>
          <p:cNvSpPr>
            <a:spLocks noGrp="1"/>
          </p:cNvSpPr>
          <p:nvPr/>
        </p:nvSpPr>
        <p:spPr>
          <a:xfrm>
            <a:off x="3038950" y="5323776"/>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43" name="Rounded Rectangle 42">
            <a:extLst>
              <a:ext uri="{FF2B5EF4-FFF2-40B4-BE49-F238E27FC236}">
                <a16:creationId xmlns:a16="http://schemas.microsoft.com/office/drawing/2014/main" id="{170B1AE6-83E0-50D6-1778-4AC65867EC16}"/>
              </a:ext>
            </a:extLst>
          </p:cNvPr>
          <p:cNvSpPr>
            <a:spLocks noGrp="1"/>
          </p:cNvSpPr>
          <p:nvPr/>
        </p:nvSpPr>
        <p:spPr>
          <a:xfrm>
            <a:off x="3449500"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8EA0C750-8076-7F0D-F0C9-0AF17D921D8B}"/>
              </a:ext>
            </a:extLst>
          </p:cNvPr>
          <p:cNvSpPr>
            <a:spLocks noGrp="1"/>
          </p:cNvSpPr>
          <p:nvPr/>
        </p:nvSpPr>
        <p:spPr>
          <a:xfrm>
            <a:off x="3860050" y="5323776"/>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6" name="Rounded Rectangle 45">
            <a:extLst>
              <a:ext uri="{FF2B5EF4-FFF2-40B4-BE49-F238E27FC236}">
                <a16:creationId xmlns:a16="http://schemas.microsoft.com/office/drawing/2014/main" id="{11D70D31-6C07-C540-BCDA-586BBAB1DCDC}"/>
              </a:ext>
            </a:extLst>
          </p:cNvPr>
          <p:cNvSpPr>
            <a:spLocks noGrp="1"/>
          </p:cNvSpPr>
          <p:nvPr/>
        </p:nvSpPr>
        <p:spPr>
          <a:xfrm>
            <a:off x="4887775"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47" name="Rounded Rectangle 46">
            <a:extLst>
              <a:ext uri="{FF2B5EF4-FFF2-40B4-BE49-F238E27FC236}">
                <a16:creationId xmlns:a16="http://schemas.microsoft.com/office/drawing/2014/main" id="{2FDAF64F-29BB-61C0-9125-DCECC2EF7C53}"/>
              </a:ext>
            </a:extLst>
          </p:cNvPr>
          <p:cNvSpPr>
            <a:spLocks noGrp="1"/>
          </p:cNvSpPr>
          <p:nvPr/>
        </p:nvSpPr>
        <p:spPr>
          <a:xfrm>
            <a:off x="5298325"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9" name="Rounded Rectangle 48">
            <a:extLst>
              <a:ext uri="{FF2B5EF4-FFF2-40B4-BE49-F238E27FC236}">
                <a16:creationId xmlns:a16="http://schemas.microsoft.com/office/drawing/2014/main" id="{86CE672E-88A1-DB5F-6B21-1E1F7942F116}"/>
              </a:ext>
            </a:extLst>
          </p:cNvPr>
          <p:cNvSpPr>
            <a:spLocks noGrp="1"/>
          </p:cNvSpPr>
          <p:nvPr/>
        </p:nvSpPr>
        <p:spPr>
          <a:xfrm>
            <a:off x="6112186"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1" name="Rounded Rectangle 50">
            <a:extLst>
              <a:ext uri="{FF2B5EF4-FFF2-40B4-BE49-F238E27FC236}">
                <a16:creationId xmlns:a16="http://schemas.microsoft.com/office/drawing/2014/main" id="{9082A6C1-F7F9-C03B-5F26-6D29716052E7}"/>
              </a:ext>
            </a:extLst>
          </p:cNvPr>
          <p:cNvSpPr>
            <a:spLocks noGrp="1"/>
          </p:cNvSpPr>
          <p:nvPr/>
        </p:nvSpPr>
        <p:spPr>
          <a:xfrm>
            <a:off x="7137676"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91C05133-9852-646D-141C-BFAD6518F786}"/>
              </a:ext>
            </a:extLst>
          </p:cNvPr>
          <p:cNvSpPr>
            <a:spLocks noGrp="1"/>
          </p:cNvSpPr>
          <p:nvPr/>
        </p:nvSpPr>
        <p:spPr>
          <a:xfrm>
            <a:off x="9397051" y="53229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8" name="Text 0">
            <a:extLst>
              <a:ext uri="{FF2B5EF4-FFF2-40B4-BE49-F238E27FC236}">
                <a16:creationId xmlns:a16="http://schemas.microsoft.com/office/drawing/2014/main" id="{DA3D38F9-7544-2F25-EA52-4B9B92BFB7E3}"/>
              </a:ext>
            </a:extLst>
          </p:cNvPr>
          <p:cNvSpPr/>
          <p:nvPr/>
        </p:nvSpPr>
        <p:spPr>
          <a:xfrm>
            <a:off x="497145" y="5280741"/>
            <a:ext cx="2392167" cy="447665"/>
          </a:xfrm>
          <a:prstGeom prst="rect">
            <a:avLst/>
          </a:prstGeom>
          <a:noFill/>
          <a:ln/>
        </p:spPr>
        <p:txBody>
          <a:bodyPr wrap="square" lIns="0" tIns="0" rIns="0" bIns="0" rtlCol="0" anchor="ctr">
            <a:normAutofit/>
          </a:bodyPr>
          <a:lstStyle/>
          <a:p>
            <a:pPr algn="r"/>
            <a:r>
              <a:rPr lang="en-GB" sz="2000" b="1" dirty="0"/>
              <a:t>Updated Pattern</a:t>
            </a:r>
            <a:endParaRPr lang="en-US" sz="2000" b="1" dirty="0"/>
          </a:p>
        </p:txBody>
      </p:sp>
      <p:cxnSp>
        <p:nvCxnSpPr>
          <p:cNvPr id="60" name="Straight Arrow Connector 59">
            <a:extLst>
              <a:ext uri="{FF2B5EF4-FFF2-40B4-BE49-F238E27FC236}">
                <a16:creationId xmlns:a16="http://schemas.microsoft.com/office/drawing/2014/main" id="{9A8684FE-0187-E398-9A67-F7A53EE6B95C}"/>
              </a:ext>
            </a:extLst>
          </p:cNvPr>
          <p:cNvCxnSpPr/>
          <p:nvPr/>
        </p:nvCxnSpPr>
        <p:spPr>
          <a:xfrm>
            <a:off x="3225113"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5582D30-BEC6-3570-840B-A5661F74A9AA}"/>
              </a:ext>
            </a:extLst>
          </p:cNvPr>
          <p:cNvCxnSpPr/>
          <p:nvPr/>
        </p:nvCxnSpPr>
        <p:spPr>
          <a:xfrm>
            <a:off x="3637005"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1C59479-EE12-97CD-EAA3-3BC8C991774E}"/>
              </a:ext>
            </a:extLst>
          </p:cNvPr>
          <p:cNvCxnSpPr/>
          <p:nvPr/>
        </p:nvCxnSpPr>
        <p:spPr>
          <a:xfrm>
            <a:off x="4057547"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60E887D-E6F2-1902-DD80-D93D8DDADCE4}"/>
              </a:ext>
            </a:extLst>
          </p:cNvPr>
          <p:cNvCxnSpPr/>
          <p:nvPr/>
        </p:nvCxnSpPr>
        <p:spPr>
          <a:xfrm>
            <a:off x="5090199"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BE2A874-C8AF-8B08-04CC-671BAC840807}"/>
              </a:ext>
            </a:extLst>
          </p:cNvPr>
          <p:cNvCxnSpPr/>
          <p:nvPr/>
        </p:nvCxnSpPr>
        <p:spPr>
          <a:xfrm>
            <a:off x="5485762"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10EDB6E-8B98-1542-3E74-531E2CEAA39F}"/>
              </a:ext>
            </a:extLst>
          </p:cNvPr>
          <p:cNvCxnSpPr/>
          <p:nvPr/>
        </p:nvCxnSpPr>
        <p:spPr>
          <a:xfrm>
            <a:off x="6300004"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90C8CA-B0ED-DFB8-DAB5-6F57469612E6}"/>
              </a:ext>
            </a:extLst>
          </p:cNvPr>
          <p:cNvCxnSpPr/>
          <p:nvPr/>
        </p:nvCxnSpPr>
        <p:spPr>
          <a:xfrm>
            <a:off x="7309119"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F18C0B3-F5C5-D338-39D7-CB9BA2CC23F1}"/>
              </a:ext>
            </a:extLst>
          </p:cNvPr>
          <p:cNvCxnSpPr/>
          <p:nvPr/>
        </p:nvCxnSpPr>
        <p:spPr>
          <a:xfrm>
            <a:off x="9582927" y="4668478"/>
            <a:ext cx="0" cy="61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DB61E565-58BB-F31B-122E-D0B98EBEE20D}"/>
              </a:ext>
            </a:extLst>
          </p:cNvPr>
          <p:cNvSpPr/>
          <p:nvPr/>
        </p:nvSpPr>
        <p:spPr>
          <a:xfrm>
            <a:off x="587888" y="2898771"/>
            <a:ext cx="3304784" cy="447665"/>
          </a:xfrm>
          <a:prstGeom prst="rect">
            <a:avLst/>
          </a:prstGeom>
          <a:noFill/>
          <a:ln/>
        </p:spPr>
        <p:txBody>
          <a:bodyPr wrap="square" lIns="0" tIns="0" rIns="0" bIns="0" rtlCol="0" anchor="ctr">
            <a:normAutofit/>
          </a:bodyPr>
          <a:lstStyle/>
          <a:p>
            <a:r>
              <a:rPr lang="en-GB" sz="2000" b="1" dirty="0">
                <a:solidFill>
                  <a:srgbClr val="A50908"/>
                </a:solidFill>
              </a:rPr>
              <a:t>STEP 1: INTERSECTION</a:t>
            </a:r>
            <a:endParaRPr lang="en-US" sz="2000" b="1" dirty="0">
              <a:solidFill>
                <a:srgbClr val="A50908"/>
              </a:solidFill>
            </a:endParaRPr>
          </a:p>
        </p:txBody>
      </p:sp>
      <p:sp>
        <p:nvSpPr>
          <p:cNvPr id="10" name="Footer Placeholder 9">
            <a:extLst>
              <a:ext uri="{FF2B5EF4-FFF2-40B4-BE49-F238E27FC236}">
                <a16:creationId xmlns:a16="http://schemas.microsoft.com/office/drawing/2014/main" id="{465A4204-02A0-2919-A5D8-60646E5FBFCB}"/>
              </a:ext>
            </a:extLst>
          </p:cNvPr>
          <p:cNvSpPr>
            <a:spLocks noGrp="1"/>
          </p:cNvSpPr>
          <p:nvPr>
            <p:ph type="ftr" sz="quarter" idx="11"/>
          </p:nvPr>
        </p:nvSpPr>
        <p:spPr/>
        <p:txBody>
          <a:bodyPr/>
          <a:lstStyle/>
          <a:p>
            <a:r>
              <a:rPr lang="en-US"/>
              <a:t>yh653@cam.ac.uk</a:t>
            </a:r>
            <a:endParaRPr lang="en-GB" sz="1600" dirty="0"/>
          </a:p>
        </p:txBody>
      </p:sp>
      <p:sp>
        <p:nvSpPr>
          <p:cNvPr id="11" name="Slide Number Placeholder 10">
            <a:extLst>
              <a:ext uri="{FF2B5EF4-FFF2-40B4-BE49-F238E27FC236}">
                <a16:creationId xmlns:a16="http://schemas.microsoft.com/office/drawing/2014/main" id="{CC4B7800-5C96-30F9-4189-0A17BDE2B3B4}"/>
              </a:ext>
            </a:extLst>
          </p:cNvPr>
          <p:cNvSpPr>
            <a:spLocks noGrp="1"/>
          </p:cNvSpPr>
          <p:nvPr>
            <p:ph type="sldNum" sz="quarter" idx="10"/>
          </p:nvPr>
        </p:nvSpPr>
        <p:spPr/>
        <p:txBody>
          <a:bodyPr/>
          <a:lstStyle/>
          <a:p>
            <a:fld id="{A04C8923-7248-483A-ACCB-0382A1F5224A}" type="slidenum">
              <a:rPr lang="en-GB" smtClean="0"/>
              <a:t>13</a:t>
            </a:fld>
            <a:endParaRPr lang="en-GB"/>
          </a:p>
        </p:txBody>
      </p:sp>
    </p:spTree>
    <p:extLst>
      <p:ext uri="{BB962C8B-B14F-4D97-AF65-F5344CB8AC3E}">
        <p14:creationId xmlns:p14="http://schemas.microsoft.com/office/powerpoint/2010/main" val="127300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10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dissolve">
                                      <p:cBhvr>
                                        <p:cTn id="10" dur="1000"/>
                                        <p:tgtEl>
                                          <p:spTgt spid="6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dissolve">
                                      <p:cBhvr>
                                        <p:cTn id="13" dur="1000"/>
                                        <p:tgtEl>
                                          <p:spTgt spid="43"/>
                                        </p:tgtEl>
                                      </p:cBhvr>
                                    </p:animEffect>
                                  </p:childTnLst>
                                </p:cTn>
                              </p:par>
                              <p:par>
                                <p:cTn id="14" presetID="9" presetClass="entr" presetSubtype="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dissolve">
                                      <p:cBhvr>
                                        <p:cTn id="16" dur="1000"/>
                                        <p:tgtEl>
                                          <p:spTgt spid="6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dissolve">
                                      <p:cBhvr>
                                        <p:cTn id="19" dur="1000"/>
                                        <p:tgtEl>
                                          <p:spTgt spid="44"/>
                                        </p:tgtEl>
                                      </p:cBhvr>
                                    </p:animEffect>
                                  </p:childTnLst>
                                </p:cTn>
                              </p:par>
                              <p:par>
                                <p:cTn id="20" presetID="9" presetClass="entr" presetSubtype="0" fill="hold"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dissolve">
                                      <p:cBhvr>
                                        <p:cTn id="22" dur="1000"/>
                                        <p:tgtEl>
                                          <p:spTgt spid="6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dissolve">
                                      <p:cBhvr>
                                        <p:cTn id="25" dur="1000"/>
                                        <p:tgtEl>
                                          <p:spTgt spid="46"/>
                                        </p:tgtEl>
                                      </p:cBhvr>
                                    </p:animEffect>
                                  </p:childTnLst>
                                </p:cTn>
                              </p:par>
                              <p:par>
                                <p:cTn id="26" presetID="9" presetClass="entr" presetSubtype="0" fill="hold" nodeType="with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dissolve">
                                      <p:cBhvr>
                                        <p:cTn id="28" dur="1000"/>
                                        <p:tgtEl>
                                          <p:spTgt spid="6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dissolve">
                                      <p:cBhvr>
                                        <p:cTn id="31" dur="1000"/>
                                        <p:tgtEl>
                                          <p:spTgt spid="47"/>
                                        </p:tgtEl>
                                      </p:cBhvr>
                                    </p:animEffect>
                                  </p:childTnLst>
                                </p:cTn>
                              </p:par>
                              <p:par>
                                <p:cTn id="32" presetID="9" presetClass="entr" presetSubtype="0" fill="hold" nodeType="with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dissolve">
                                      <p:cBhvr>
                                        <p:cTn id="34" dur="1000"/>
                                        <p:tgtEl>
                                          <p:spTgt spid="6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dissolve">
                                      <p:cBhvr>
                                        <p:cTn id="37" dur="1000"/>
                                        <p:tgtEl>
                                          <p:spTgt spid="49"/>
                                        </p:tgtEl>
                                      </p:cBhvr>
                                    </p:animEffect>
                                  </p:childTnLst>
                                </p:cTn>
                              </p:par>
                              <p:par>
                                <p:cTn id="38" presetID="9" presetClass="entr" presetSubtype="0" fill="hold"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dissolve">
                                      <p:cBhvr>
                                        <p:cTn id="40" dur="1000"/>
                                        <p:tgtEl>
                                          <p:spTgt spid="6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dissolve">
                                      <p:cBhvr>
                                        <p:cTn id="43" dur="1000"/>
                                        <p:tgtEl>
                                          <p:spTgt spid="51"/>
                                        </p:tgtEl>
                                      </p:cBhvr>
                                    </p:animEffect>
                                  </p:childTnLst>
                                </p:cTn>
                              </p:par>
                              <p:par>
                                <p:cTn id="44" presetID="9" presetClass="entr" presetSubtype="0" fill="hold" nodeType="withEffect">
                                  <p:stCondLst>
                                    <p:cond delay="0"/>
                                  </p:stCondLst>
                                  <p:childTnLst>
                                    <p:set>
                                      <p:cBhvr>
                                        <p:cTn id="45" dur="1" fill="hold">
                                          <p:stCondLst>
                                            <p:cond delay="0"/>
                                          </p:stCondLst>
                                        </p:cTn>
                                        <p:tgtEl>
                                          <p:spTgt spid="67"/>
                                        </p:tgtEl>
                                        <p:attrNameLst>
                                          <p:attrName>style.visibility</p:attrName>
                                        </p:attrNameLst>
                                      </p:cBhvr>
                                      <p:to>
                                        <p:strVal val="visible"/>
                                      </p:to>
                                    </p:set>
                                    <p:animEffect transition="in" filter="dissolve">
                                      <p:cBhvr>
                                        <p:cTn id="46" dur="1000"/>
                                        <p:tgtEl>
                                          <p:spTgt spid="6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dissolve">
                                      <p:cBhvr>
                                        <p:cTn id="49" dur="1000"/>
                                        <p:tgtEl>
                                          <p:spTgt spid="56"/>
                                        </p:tgtEl>
                                      </p:cBhvr>
                                    </p:animEffect>
                                  </p:childTnLst>
                                </p:cTn>
                              </p:par>
                              <p:par>
                                <p:cTn id="50" presetID="9" presetClass="entr" presetSubtype="0" fill="hold"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dissolve">
                                      <p:cBhvr>
                                        <p:cTn id="52" dur="1000"/>
                                        <p:tgtEl>
                                          <p:spTgt spid="68"/>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dissolve">
                                      <p:cBhvr>
                                        <p:cTn id="55" dur="1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6" grpId="0" animBg="1"/>
      <p:bldP spid="47" grpId="0" animBg="1"/>
      <p:bldP spid="49" grpId="0" animBg="1"/>
      <p:bldP spid="51" grpId="0" animBg="1"/>
      <p:bldP spid="56" grpId="0" animBg="1"/>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585F1-61DE-F2B8-B71B-65374201540B}"/>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A466C626-C2F4-1083-3502-B154F10733F2}"/>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3" name="Rounded Rectangle 2">
            <a:extLst>
              <a:ext uri="{FF2B5EF4-FFF2-40B4-BE49-F238E27FC236}">
                <a16:creationId xmlns:a16="http://schemas.microsoft.com/office/drawing/2014/main" id="{4D205D2D-DE61-4BB9-E645-0B11DD896270}"/>
              </a:ext>
            </a:extLst>
          </p:cNvPr>
          <p:cNvSpPr>
            <a:spLocks noGrp="1"/>
          </p:cNvSpPr>
          <p:nvPr/>
        </p:nvSpPr>
        <p:spPr>
          <a:xfrm>
            <a:off x="3038950" y="3551491"/>
            <a:ext cx="360000" cy="360000"/>
          </a:xfrm>
          <a:prstGeom prst="roundRect">
            <a:avLst>
              <a:gd name="adj" fmla="val 11290"/>
            </a:avLst>
          </a:prstGeom>
          <a:solidFill>
            <a:srgbClr val="A50908"/>
          </a:solidFill>
          <a:ln w="0">
            <a:noFill/>
          </a:ln>
        </p:spPr>
        <p:txBody>
          <a:bodyPr/>
          <a:lstStyle/>
          <a:p>
            <a:endParaRPr lang="en-US"/>
          </a:p>
        </p:txBody>
      </p:sp>
      <p:sp>
        <p:nvSpPr>
          <p:cNvPr id="5" name="Rounded Rectangle 4">
            <a:extLst>
              <a:ext uri="{FF2B5EF4-FFF2-40B4-BE49-F238E27FC236}">
                <a16:creationId xmlns:a16="http://schemas.microsoft.com/office/drawing/2014/main" id="{BF80CAF4-996C-E20E-F990-60C47229935F}"/>
              </a:ext>
            </a:extLst>
          </p:cNvPr>
          <p:cNvSpPr>
            <a:spLocks noGrp="1"/>
          </p:cNvSpPr>
          <p:nvPr/>
        </p:nvSpPr>
        <p:spPr>
          <a:xfrm>
            <a:off x="3449500"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7" name="Rounded Rectangle 6">
            <a:extLst>
              <a:ext uri="{FF2B5EF4-FFF2-40B4-BE49-F238E27FC236}">
                <a16:creationId xmlns:a16="http://schemas.microsoft.com/office/drawing/2014/main" id="{7277654B-24BF-8A5B-47A8-D801E12B26B3}"/>
              </a:ext>
            </a:extLst>
          </p:cNvPr>
          <p:cNvSpPr>
            <a:spLocks noGrp="1"/>
          </p:cNvSpPr>
          <p:nvPr/>
        </p:nvSpPr>
        <p:spPr>
          <a:xfrm>
            <a:off x="3860050" y="3551491"/>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8" name="Rounded Rectangle 7">
            <a:extLst>
              <a:ext uri="{FF2B5EF4-FFF2-40B4-BE49-F238E27FC236}">
                <a16:creationId xmlns:a16="http://schemas.microsoft.com/office/drawing/2014/main" id="{78FC69ED-356D-5BAE-CDC0-446C9AEDB025}"/>
              </a:ext>
            </a:extLst>
          </p:cNvPr>
          <p:cNvSpPr>
            <a:spLocks noGrp="1"/>
          </p:cNvSpPr>
          <p:nvPr/>
        </p:nvSpPr>
        <p:spPr>
          <a:xfrm>
            <a:off x="4270600" y="3550694"/>
            <a:ext cx="360000" cy="360000"/>
          </a:xfrm>
          <a:prstGeom prst="roundRect">
            <a:avLst>
              <a:gd name="adj" fmla="val 11290"/>
            </a:avLst>
          </a:prstGeom>
          <a:solidFill>
            <a:srgbClr val="A50908"/>
          </a:solidFill>
          <a:ln w="38100">
            <a:solidFill>
              <a:srgbClr val="FF0000"/>
            </a:solidFill>
          </a:ln>
        </p:spPr>
        <p:txBody>
          <a:bodyPr/>
          <a:lstStyle/>
          <a:p>
            <a:endParaRPr lang="en-US">
              <a:solidFill>
                <a:srgbClr val="FF0000"/>
              </a:solidFill>
            </a:endParaRPr>
          </a:p>
        </p:txBody>
      </p:sp>
      <p:sp>
        <p:nvSpPr>
          <p:cNvPr id="9" name="Rounded Rectangle 8">
            <a:extLst>
              <a:ext uri="{FF2B5EF4-FFF2-40B4-BE49-F238E27FC236}">
                <a16:creationId xmlns:a16="http://schemas.microsoft.com/office/drawing/2014/main" id="{A1DA57ED-7FD8-4E21-CA98-BA497CC0BDFC}"/>
              </a:ext>
            </a:extLst>
          </p:cNvPr>
          <p:cNvSpPr>
            <a:spLocks noGrp="1"/>
          </p:cNvSpPr>
          <p:nvPr/>
        </p:nvSpPr>
        <p:spPr>
          <a:xfrm>
            <a:off x="4887775"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2" name="Rounded Rectangle 11">
            <a:extLst>
              <a:ext uri="{FF2B5EF4-FFF2-40B4-BE49-F238E27FC236}">
                <a16:creationId xmlns:a16="http://schemas.microsoft.com/office/drawing/2014/main" id="{7BCDEEAB-CA05-C813-9AD3-AA3BD1E0E03E}"/>
              </a:ext>
            </a:extLst>
          </p:cNvPr>
          <p:cNvSpPr>
            <a:spLocks noGrp="1"/>
          </p:cNvSpPr>
          <p:nvPr/>
        </p:nvSpPr>
        <p:spPr>
          <a:xfrm>
            <a:off x="5298325" y="3550694"/>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4" name="Rounded Rectangle 13">
            <a:extLst>
              <a:ext uri="{FF2B5EF4-FFF2-40B4-BE49-F238E27FC236}">
                <a16:creationId xmlns:a16="http://schemas.microsoft.com/office/drawing/2014/main" id="{5CA45D97-23F1-BA96-5ED8-EAA86368218D}"/>
              </a:ext>
            </a:extLst>
          </p:cNvPr>
          <p:cNvSpPr>
            <a:spLocks noGrp="1"/>
          </p:cNvSpPr>
          <p:nvPr/>
        </p:nvSpPr>
        <p:spPr>
          <a:xfrm>
            <a:off x="5708875"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5" name="Rounded Rectangle 14">
            <a:extLst>
              <a:ext uri="{FF2B5EF4-FFF2-40B4-BE49-F238E27FC236}">
                <a16:creationId xmlns:a16="http://schemas.microsoft.com/office/drawing/2014/main" id="{224173D5-9B38-DF33-4E19-F1CF0F32D60B}"/>
              </a:ext>
            </a:extLst>
          </p:cNvPr>
          <p:cNvSpPr>
            <a:spLocks noGrp="1"/>
          </p:cNvSpPr>
          <p:nvPr/>
        </p:nvSpPr>
        <p:spPr>
          <a:xfrm>
            <a:off x="6112186"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6" name="Rounded Rectangle 15">
            <a:extLst>
              <a:ext uri="{FF2B5EF4-FFF2-40B4-BE49-F238E27FC236}">
                <a16:creationId xmlns:a16="http://schemas.microsoft.com/office/drawing/2014/main" id="{813E90E4-5994-77F3-7230-0574578FA6A6}"/>
              </a:ext>
            </a:extLst>
          </p:cNvPr>
          <p:cNvSpPr>
            <a:spLocks noGrp="1"/>
          </p:cNvSpPr>
          <p:nvPr/>
        </p:nvSpPr>
        <p:spPr>
          <a:xfrm>
            <a:off x="6727126" y="355149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7" name="Rounded Rectangle 16">
            <a:extLst>
              <a:ext uri="{FF2B5EF4-FFF2-40B4-BE49-F238E27FC236}">
                <a16:creationId xmlns:a16="http://schemas.microsoft.com/office/drawing/2014/main" id="{FC91BC07-A091-A81D-A9FA-0FED33D98D08}"/>
              </a:ext>
            </a:extLst>
          </p:cNvPr>
          <p:cNvSpPr>
            <a:spLocks noGrp="1"/>
          </p:cNvSpPr>
          <p:nvPr/>
        </p:nvSpPr>
        <p:spPr>
          <a:xfrm>
            <a:off x="7137676"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8" name="Rounded Rectangle 17">
            <a:extLst>
              <a:ext uri="{FF2B5EF4-FFF2-40B4-BE49-F238E27FC236}">
                <a16:creationId xmlns:a16="http://schemas.microsoft.com/office/drawing/2014/main" id="{F19B4D0C-E69B-633D-9A73-DDA41423464E}"/>
              </a:ext>
            </a:extLst>
          </p:cNvPr>
          <p:cNvSpPr>
            <a:spLocks noGrp="1"/>
          </p:cNvSpPr>
          <p:nvPr/>
        </p:nvSpPr>
        <p:spPr>
          <a:xfrm>
            <a:off x="7548226" y="3551491"/>
            <a:ext cx="360000" cy="360000"/>
          </a:xfrm>
          <a:prstGeom prst="roundRect">
            <a:avLst>
              <a:gd name="adj" fmla="val 11290"/>
            </a:avLst>
          </a:prstGeom>
          <a:solidFill>
            <a:srgbClr val="A50908"/>
          </a:solidFill>
          <a:ln w="38100">
            <a:solidFill>
              <a:srgbClr val="FF0000"/>
            </a:solidFill>
          </a:ln>
        </p:spPr>
        <p:txBody>
          <a:bodyPr/>
          <a:lstStyle/>
          <a:p>
            <a:endParaRPr lang="en-US">
              <a:solidFill>
                <a:srgbClr val="FF0000"/>
              </a:solidFill>
            </a:endParaRPr>
          </a:p>
        </p:txBody>
      </p:sp>
      <p:sp>
        <p:nvSpPr>
          <p:cNvPr id="19" name="Rounded Rectangle 18">
            <a:extLst>
              <a:ext uri="{FF2B5EF4-FFF2-40B4-BE49-F238E27FC236}">
                <a16:creationId xmlns:a16="http://schemas.microsoft.com/office/drawing/2014/main" id="{7F19EA84-B15A-7866-8119-E6DCF4A92170}"/>
              </a:ext>
            </a:extLst>
          </p:cNvPr>
          <p:cNvSpPr>
            <a:spLocks noGrp="1"/>
          </p:cNvSpPr>
          <p:nvPr/>
        </p:nvSpPr>
        <p:spPr>
          <a:xfrm>
            <a:off x="7951537" y="3551491"/>
            <a:ext cx="360000" cy="360000"/>
          </a:xfrm>
          <a:prstGeom prst="roundRect">
            <a:avLst>
              <a:gd name="adj" fmla="val 11290"/>
            </a:avLst>
          </a:prstGeom>
          <a:solidFill>
            <a:srgbClr val="A50908"/>
          </a:solidFill>
          <a:ln w="38100">
            <a:solidFill>
              <a:srgbClr val="FF0000"/>
            </a:solidFill>
          </a:ln>
        </p:spPr>
        <p:txBody>
          <a:bodyPr/>
          <a:lstStyle/>
          <a:p>
            <a:endParaRPr lang="en-US">
              <a:solidFill>
                <a:srgbClr val="FF0000"/>
              </a:solidFill>
            </a:endParaRPr>
          </a:p>
        </p:txBody>
      </p:sp>
      <p:sp>
        <p:nvSpPr>
          <p:cNvPr id="20" name="Rounded Rectangle 19">
            <a:extLst>
              <a:ext uri="{FF2B5EF4-FFF2-40B4-BE49-F238E27FC236}">
                <a16:creationId xmlns:a16="http://schemas.microsoft.com/office/drawing/2014/main" id="{D9357FCA-1560-BA3D-9978-757BA06309B8}"/>
              </a:ext>
            </a:extLst>
          </p:cNvPr>
          <p:cNvSpPr>
            <a:spLocks noGrp="1"/>
          </p:cNvSpPr>
          <p:nvPr/>
        </p:nvSpPr>
        <p:spPr>
          <a:xfrm>
            <a:off x="8575951" y="3550694"/>
            <a:ext cx="360000" cy="360000"/>
          </a:xfrm>
          <a:prstGeom prst="roundRect">
            <a:avLst>
              <a:gd name="adj" fmla="val 11290"/>
            </a:avLst>
          </a:prstGeom>
          <a:solidFill>
            <a:srgbClr val="A50908"/>
          </a:solidFill>
          <a:ln w="38100">
            <a:solidFill>
              <a:srgbClr val="FF0000"/>
            </a:solidFill>
          </a:ln>
        </p:spPr>
        <p:txBody>
          <a:bodyPr/>
          <a:lstStyle/>
          <a:p>
            <a:endParaRPr lang="en-US">
              <a:solidFill>
                <a:srgbClr val="FF0000"/>
              </a:solidFill>
            </a:endParaRPr>
          </a:p>
        </p:txBody>
      </p:sp>
      <p:sp>
        <p:nvSpPr>
          <p:cNvPr id="21" name="Rounded Rectangle 20">
            <a:extLst>
              <a:ext uri="{FF2B5EF4-FFF2-40B4-BE49-F238E27FC236}">
                <a16:creationId xmlns:a16="http://schemas.microsoft.com/office/drawing/2014/main" id="{0C90CA18-8052-5EA2-D2F9-9414A0B2CA5E}"/>
              </a:ext>
            </a:extLst>
          </p:cNvPr>
          <p:cNvSpPr>
            <a:spLocks noGrp="1"/>
          </p:cNvSpPr>
          <p:nvPr/>
        </p:nvSpPr>
        <p:spPr>
          <a:xfrm>
            <a:off x="8986501" y="3550694"/>
            <a:ext cx="360000" cy="360000"/>
          </a:xfrm>
          <a:prstGeom prst="roundRect">
            <a:avLst>
              <a:gd name="adj" fmla="val 11290"/>
            </a:avLst>
          </a:prstGeom>
          <a:solidFill>
            <a:srgbClr val="A50908"/>
          </a:solidFill>
          <a:ln w="38100">
            <a:solidFill>
              <a:srgbClr val="FF0000"/>
            </a:solidFill>
          </a:ln>
        </p:spPr>
        <p:txBody>
          <a:bodyPr/>
          <a:lstStyle/>
          <a:p>
            <a:endParaRPr lang="en-US">
              <a:solidFill>
                <a:srgbClr val="FF0000"/>
              </a:solidFill>
            </a:endParaRPr>
          </a:p>
        </p:txBody>
      </p:sp>
      <p:sp>
        <p:nvSpPr>
          <p:cNvPr id="22" name="Rounded Rectangle 21">
            <a:extLst>
              <a:ext uri="{FF2B5EF4-FFF2-40B4-BE49-F238E27FC236}">
                <a16:creationId xmlns:a16="http://schemas.microsoft.com/office/drawing/2014/main" id="{DD648174-C53C-AA62-0F54-8D7886F6B725}"/>
              </a:ext>
            </a:extLst>
          </p:cNvPr>
          <p:cNvSpPr>
            <a:spLocks noGrp="1"/>
          </p:cNvSpPr>
          <p:nvPr/>
        </p:nvSpPr>
        <p:spPr>
          <a:xfrm>
            <a:off x="9397051"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3" name="Rounded Rectangle 22">
            <a:extLst>
              <a:ext uri="{FF2B5EF4-FFF2-40B4-BE49-F238E27FC236}">
                <a16:creationId xmlns:a16="http://schemas.microsoft.com/office/drawing/2014/main" id="{9F73DD22-EF53-D94A-858E-9EA5A46C492B}"/>
              </a:ext>
            </a:extLst>
          </p:cNvPr>
          <p:cNvSpPr>
            <a:spLocks noGrp="1"/>
          </p:cNvSpPr>
          <p:nvPr/>
        </p:nvSpPr>
        <p:spPr>
          <a:xfrm>
            <a:off x="9800362"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4" name="Rounded Rectangle 23">
            <a:extLst>
              <a:ext uri="{FF2B5EF4-FFF2-40B4-BE49-F238E27FC236}">
                <a16:creationId xmlns:a16="http://schemas.microsoft.com/office/drawing/2014/main" id="{AEA1B007-46D7-553E-319E-BC14524A1917}"/>
              </a:ext>
            </a:extLst>
          </p:cNvPr>
          <p:cNvSpPr>
            <a:spLocks noGrp="1"/>
          </p:cNvSpPr>
          <p:nvPr/>
        </p:nvSpPr>
        <p:spPr>
          <a:xfrm>
            <a:off x="3038950" y="4170148"/>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25" name="Rounded Rectangle 24">
            <a:extLst>
              <a:ext uri="{FF2B5EF4-FFF2-40B4-BE49-F238E27FC236}">
                <a16:creationId xmlns:a16="http://schemas.microsoft.com/office/drawing/2014/main" id="{7F3DBF22-386C-0EF6-5AA2-F0EB6705AC74}"/>
              </a:ext>
            </a:extLst>
          </p:cNvPr>
          <p:cNvSpPr>
            <a:spLocks noGrp="1"/>
          </p:cNvSpPr>
          <p:nvPr/>
        </p:nvSpPr>
        <p:spPr>
          <a:xfrm>
            <a:off x="3449500"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6" name="Rounded Rectangle 25">
            <a:extLst>
              <a:ext uri="{FF2B5EF4-FFF2-40B4-BE49-F238E27FC236}">
                <a16:creationId xmlns:a16="http://schemas.microsoft.com/office/drawing/2014/main" id="{3647CCA4-3C75-1A70-D982-E1B11E22AAC4}"/>
              </a:ext>
            </a:extLst>
          </p:cNvPr>
          <p:cNvSpPr>
            <a:spLocks noGrp="1"/>
          </p:cNvSpPr>
          <p:nvPr/>
        </p:nvSpPr>
        <p:spPr>
          <a:xfrm>
            <a:off x="3860050" y="4170148"/>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27" name="Rounded Rectangle 26">
            <a:extLst>
              <a:ext uri="{FF2B5EF4-FFF2-40B4-BE49-F238E27FC236}">
                <a16:creationId xmlns:a16="http://schemas.microsoft.com/office/drawing/2014/main" id="{2E5E179D-7BA0-ACCD-98BB-262974E43823}"/>
              </a:ext>
            </a:extLst>
          </p:cNvPr>
          <p:cNvSpPr>
            <a:spLocks noGrp="1"/>
          </p:cNvSpPr>
          <p:nvPr/>
        </p:nvSpPr>
        <p:spPr>
          <a:xfrm>
            <a:off x="4263361"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8" name="Rounded Rectangle 27">
            <a:extLst>
              <a:ext uri="{FF2B5EF4-FFF2-40B4-BE49-F238E27FC236}">
                <a16:creationId xmlns:a16="http://schemas.microsoft.com/office/drawing/2014/main" id="{886E6C5D-2C2D-FA57-9DBD-BE3FC9B173A3}"/>
              </a:ext>
            </a:extLst>
          </p:cNvPr>
          <p:cNvSpPr>
            <a:spLocks noGrp="1"/>
          </p:cNvSpPr>
          <p:nvPr/>
        </p:nvSpPr>
        <p:spPr>
          <a:xfrm>
            <a:off x="4887775"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9" name="Rounded Rectangle 28">
            <a:extLst>
              <a:ext uri="{FF2B5EF4-FFF2-40B4-BE49-F238E27FC236}">
                <a16:creationId xmlns:a16="http://schemas.microsoft.com/office/drawing/2014/main" id="{A35AE191-5014-D2A6-C693-017A152426C4}"/>
              </a:ext>
            </a:extLst>
          </p:cNvPr>
          <p:cNvSpPr>
            <a:spLocks noGrp="1"/>
          </p:cNvSpPr>
          <p:nvPr/>
        </p:nvSpPr>
        <p:spPr>
          <a:xfrm>
            <a:off x="5298325" y="416935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0" name="Rounded Rectangle 29">
            <a:extLst>
              <a:ext uri="{FF2B5EF4-FFF2-40B4-BE49-F238E27FC236}">
                <a16:creationId xmlns:a16="http://schemas.microsoft.com/office/drawing/2014/main" id="{40F29F7D-514E-66DC-6F88-BA260DD83E0B}"/>
              </a:ext>
            </a:extLst>
          </p:cNvPr>
          <p:cNvSpPr>
            <a:spLocks noGrp="1"/>
          </p:cNvSpPr>
          <p:nvPr/>
        </p:nvSpPr>
        <p:spPr>
          <a:xfrm>
            <a:off x="5708875" y="416935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1" name="Rounded Rectangle 30">
            <a:extLst>
              <a:ext uri="{FF2B5EF4-FFF2-40B4-BE49-F238E27FC236}">
                <a16:creationId xmlns:a16="http://schemas.microsoft.com/office/drawing/2014/main" id="{C318B7FF-4F45-E85C-904E-64959004DE2E}"/>
              </a:ext>
            </a:extLst>
          </p:cNvPr>
          <p:cNvSpPr>
            <a:spLocks noGrp="1"/>
          </p:cNvSpPr>
          <p:nvPr/>
        </p:nvSpPr>
        <p:spPr>
          <a:xfrm>
            <a:off x="6112186"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2" name="Rounded Rectangle 31">
            <a:extLst>
              <a:ext uri="{FF2B5EF4-FFF2-40B4-BE49-F238E27FC236}">
                <a16:creationId xmlns:a16="http://schemas.microsoft.com/office/drawing/2014/main" id="{6873805D-B46C-D3D7-598D-9E3EFACE66FC}"/>
              </a:ext>
            </a:extLst>
          </p:cNvPr>
          <p:cNvSpPr>
            <a:spLocks noGrp="1"/>
          </p:cNvSpPr>
          <p:nvPr/>
        </p:nvSpPr>
        <p:spPr>
          <a:xfrm>
            <a:off x="6727126" y="4170148"/>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33" name="Rounded Rectangle 32">
            <a:extLst>
              <a:ext uri="{FF2B5EF4-FFF2-40B4-BE49-F238E27FC236}">
                <a16:creationId xmlns:a16="http://schemas.microsoft.com/office/drawing/2014/main" id="{2D6FA62A-F581-F4EA-4716-6B1CE6867598}"/>
              </a:ext>
            </a:extLst>
          </p:cNvPr>
          <p:cNvSpPr>
            <a:spLocks noGrp="1"/>
          </p:cNvSpPr>
          <p:nvPr/>
        </p:nvSpPr>
        <p:spPr>
          <a:xfrm>
            <a:off x="713767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846253B9-FD09-84ED-A156-5A00C7FAC477}"/>
              </a:ext>
            </a:extLst>
          </p:cNvPr>
          <p:cNvSpPr>
            <a:spLocks noGrp="1"/>
          </p:cNvSpPr>
          <p:nvPr/>
        </p:nvSpPr>
        <p:spPr>
          <a:xfrm>
            <a:off x="754822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5" name="Rounded Rectangle 34">
            <a:extLst>
              <a:ext uri="{FF2B5EF4-FFF2-40B4-BE49-F238E27FC236}">
                <a16:creationId xmlns:a16="http://schemas.microsoft.com/office/drawing/2014/main" id="{C8DEF925-6749-4789-EE43-07F135A46FEC}"/>
              </a:ext>
            </a:extLst>
          </p:cNvPr>
          <p:cNvSpPr>
            <a:spLocks noGrp="1"/>
          </p:cNvSpPr>
          <p:nvPr/>
        </p:nvSpPr>
        <p:spPr>
          <a:xfrm>
            <a:off x="7951537"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6" name="Rounded Rectangle 35">
            <a:extLst>
              <a:ext uri="{FF2B5EF4-FFF2-40B4-BE49-F238E27FC236}">
                <a16:creationId xmlns:a16="http://schemas.microsoft.com/office/drawing/2014/main" id="{02A12DAA-633D-60E0-3161-7B5917C74A5C}"/>
              </a:ext>
            </a:extLst>
          </p:cNvPr>
          <p:cNvSpPr>
            <a:spLocks noGrp="1"/>
          </p:cNvSpPr>
          <p:nvPr/>
        </p:nvSpPr>
        <p:spPr>
          <a:xfrm>
            <a:off x="8575951"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7" name="Rounded Rectangle 36">
            <a:extLst>
              <a:ext uri="{FF2B5EF4-FFF2-40B4-BE49-F238E27FC236}">
                <a16:creationId xmlns:a16="http://schemas.microsoft.com/office/drawing/2014/main" id="{891709CE-08C1-AAC5-06DF-90425678C21A}"/>
              </a:ext>
            </a:extLst>
          </p:cNvPr>
          <p:cNvSpPr>
            <a:spLocks noGrp="1"/>
          </p:cNvSpPr>
          <p:nvPr/>
        </p:nvSpPr>
        <p:spPr>
          <a:xfrm>
            <a:off x="898650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8" name="Rounded Rectangle 37">
            <a:extLst>
              <a:ext uri="{FF2B5EF4-FFF2-40B4-BE49-F238E27FC236}">
                <a16:creationId xmlns:a16="http://schemas.microsoft.com/office/drawing/2014/main" id="{79235CC2-B033-3FD0-150C-94F69F868B8B}"/>
              </a:ext>
            </a:extLst>
          </p:cNvPr>
          <p:cNvSpPr>
            <a:spLocks noGrp="1"/>
          </p:cNvSpPr>
          <p:nvPr/>
        </p:nvSpPr>
        <p:spPr>
          <a:xfrm>
            <a:off x="939705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FBCA63D7-7E5D-8295-8E6A-14E0A4C145CD}"/>
              </a:ext>
            </a:extLst>
          </p:cNvPr>
          <p:cNvSpPr>
            <a:spLocks noGrp="1"/>
          </p:cNvSpPr>
          <p:nvPr/>
        </p:nvSpPr>
        <p:spPr>
          <a:xfrm>
            <a:off x="9800362" y="4169351"/>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40" name="Text 0">
            <a:extLst>
              <a:ext uri="{FF2B5EF4-FFF2-40B4-BE49-F238E27FC236}">
                <a16:creationId xmlns:a16="http://schemas.microsoft.com/office/drawing/2014/main" id="{F41DE5DE-12B7-98B1-B445-492A9F21A503}"/>
              </a:ext>
            </a:extLst>
          </p:cNvPr>
          <p:cNvSpPr/>
          <p:nvPr/>
        </p:nvSpPr>
        <p:spPr>
          <a:xfrm>
            <a:off x="808939" y="3506861"/>
            <a:ext cx="2080373" cy="447665"/>
          </a:xfrm>
          <a:prstGeom prst="rect">
            <a:avLst/>
          </a:prstGeom>
          <a:noFill/>
          <a:ln/>
        </p:spPr>
        <p:txBody>
          <a:bodyPr wrap="square" lIns="0" tIns="0" rIns="0" bIns="0" rtlCol="0" anchor="ctr">
            <a:normAutofit/>
          </a:bodyPr>
          <a:lstStyle/>
          <a:p>
            <a:pPr algn="r"/>
            <a:r>
              <a:rPr lang="en-GB" sz="2000" b="1" dirty="0">
                <a:solidFill>
                  <a:srgbClr val="A50908"/>
                </a:solidFill>
              </a:rPr>
              <a:t>New Observation</a:t>
            </a:r>
            <a:endParaRPr lang="en-US" sz="2000" b="1" dirty="0">
              <a:solidFill>
                <a:srgbClr val="A50908"/>
              </a:solidFill>
            </a:endParaRPr>
          </a:p>
        </p:txBody>
      </p:sp>
      <p:sp>
        <p:nvSpPr>
          <p:cNvPr id="41" name="Text 0">
            <a:extLst>
              <a:ext uri="{FF2B5EF4-FFF2-40B4-BE49-F238E27FC236}">
                <a16:creationId xmlns:a16="http://schemas.microsoft.com/office/drawing/2014/main" id="{34B97D8C-4EA2-69E5-74AA-70F80A9EAA30}"/>
              </a:ext>
            </a:extLst>
          </p:cNvPr>
          <p:cNvSpPr/>
          <p:nvPr/>
        </p:nvSpPr>
        <p:spPr>
          <a:xfrm>
            <a:off x="808939" y="4127113"/>
            <a:ext cx="2080373" cy="447665"/>
          </a:xfrm>
          <a:prstGeom prst="rect">
            <a:avLst/>
          </a:prstGeom>
          <a:noFill/>
          <a:ln/>
        </p:spPr>
        <p:txBody>
          <a:bodyPr wrap="square" lIns="0" tIns="0" rIns="0" bIns="0" rtlCol="0" anchor="ctr">
            <a:normAutofit/>
          </a:bodyPr>
          <a:lstStyle/>
          <a:p>
            <a:pPr algn="r"/>
            <a:r>
              <a:rPr lang="en-GB" sz="2000" b="1" dirty="0"/>
              <a:t>Stored Pattern</a:t>
            </a:r>
            <a:endParaRPr lang="en-US" sz="2000" b="1" dirty="0"/>
          </a:p>
        </p:txBody>
      </p:sp>
      <p:sp>
        <p:nvSpPr>
          <p:cNvPr id="42" name="Rounded Rectangle 41">
            <a:extLst>
              <a:ext uri="{FF2B5EF4-FFF2-40B4-BE49-F238E27FC236}">
                <a16:creationId xmlns:a16="http://schemas.microsoft.com/office/drawing/2014/main" id="{45DB1C69-18AC-84C9-1C18-64B019FA2EEA}"/>
              </a:ext>
            </a:extLst>
          </p:cNvPr>
          <p:cNvSpPr>
            <a:spLocks noGrp="1"/>
          </p:cNvSpPr>
          <p:nvPr/>
        </p:nvSpPr>
        <p:spPr>
          <a:xfrm>
            <a:off x="3038950" y="5323776"/>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43" name="Rounded Rectangle 42">
            <a:extLst>
              <a:ext uri="{FF2B5EF4-FFF2-40B4-BE49-F238E27FC236}">
                <a16:creationId xmlns:a16="http://schemas.microsoft.com/office/drawing/2014/main" id="{75AB038D-1736-626D-54D9-DB77BEC6578D}"/>
              </a:ext>
            </a:extLst>
          </p:cNvPr>
          <p:cNvSpPr>
            <a:spLocks noGrp="1"/>
          </p:cNvSpPr>
          <p:nvPr/>
        </p:nvSpPr>
        <p:spPr>
          <a:xfrm>
            <a:off x="3449500"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C60D6208-9E0D-DE85-5E3F-8FD415FB2CC0}"/>
              </a:ext>
            </a:extLst>
          </p:cNvPr>
          <p:cNvSpPr>
            <a:spLocks noGrp="1"/>
          </p:cNvSpPr>
          <p:nvPr/>
        </p:nvSpPr>
        <p:spPr>
          <a:xfrm>
            <a:off x="3860050" y="5323776"/>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6" name="Rounded Rectangle 45">
            <a:extLst>
              <a:ext uri="{FF2B5EF4-FFF2-40B4-BE49-F238E27FC236}">
                <a16:creationId xmlns:a16="http://schemas.microsoft.com/office/drawing/2014/main" id="{A4CBE427-48CC-2B58-5CDA-4B61EE44ABA7}"/>
              </a:ext>
            </a:extLst>
          </p:cNvPr>
          <p:cNvSpPr>
            <a:spLocks noGrp="1"/>
          </p:cNvSpPr>
          <p:nvPr/>
        </p:nvSpPr>
        <p:spPr>
          <a:xfrm>
            <a:off x="4887775"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47" name="Rounded Rectangle 46">
            <a:extLst>
              <a:ext uri="{FF2B5EF4-FFF2-40B4-BE49-F238E27FC236}">
                <a16:creationId xmlns:a16="http://schemas.microsoft.com/office/drawing/2014/main" id="{53DA6C3B-0F05-6001-C146-FA4AD7BDF22F}"/>
              </a:ext>
            </a:extLst>
          </p:cNvPr>
          <p:cNvSpPr>
            <a:spLocks noGrp="1"/>
          </p:cNvSpPr>
          <p:nvPr/>
        </p:nvSpPr>
        <p:spPr>
          <a:xfrm>
            <a:off x="5298325"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9" name="Rounded Rectangle 48">
            <a:extLst>
              <a:ext uri="{FF2B5EF4-FFF2-40B4-BE49-F238E27FC236}">
                <a16:creationId xmlns:a16="http://schemas.microsoft.com/office/drawing/2014/main" id="{86A25D4F-94B1-06E9-8551-86DBF1276054}"/>
              </a:ext>
            </a:extLst>
          </p:cNvPr>
          <p:cNvSpPr>
            <a:spLocks noGrp="1"/>
          </p:cNvSpPr>
          <p:nvPr/>
        </p:nvSpPr>
        <p:spPr>
          <a:xfrm>
            <a:off x="6112186"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1" name="Rounded Rectangle 50">
            <a:extLst>
              <a:ext uri="{FF2B5EF4-FFF2-40B4-BE49-F238E27FC236}">
                <a16:creationId xmlns:a16="http://schemas.microsoft.com/office/drawing/2014/main" id="{7C3C2333-9153-F057-692E-FA00971F23F1}"/>
              </a:ext>
            </a:extLst>
          </p:cNvPr>
          <p:cNvSpPr>
            <a:spLocks noGrp="1"/>
          </p:cNvSpPr>
          <p:nvPr/>
        </p:nvSpPr>
        <p:spPr>
          <a:xfrm>
            <a:off x="7137676"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86704C02-4EEF-22E3-374A-20EDE747E73D}"/>
              </a:ext>
            </a:extLst>
          </p:cNvPr>
          <p:cNvSpPr>
            <a:spLocks noGrp="1"/>
          </p:cNvSpPr>
          <p:nvPr/>
        </p:nvSpPr>
        <p:spPr>
          <a:xfrm>
            <a:off x="9397051" y="53229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8" name="Text 0">
            <a:extLst>
              <a:ext uri="{FF2B5EF4-FFF2-40B4-BE49-F238E27FC236}">
                <a16:creationId xmlns:a16="http://schemas.microsoft.com/office/drawing/2014/main" id="{F34B7414-24D6-6CB0-A746-BB720ACEB30F}"/>
              </a:ext>
            </a:extLst>
          </p:cNvPr>
          <p:cNvSpPr/>
          <p:nvPr/>
        </p:nvSpPr>
        <p:spPr>
          <a:xfrm>
            <a:off x="497145" y="5280741"/>
            <a:ext cx="2392167" cy="447665"/>
          </a:xfrm>
          <a:prstGeom prst="rect">
            <a:avLst/>
          </a:prstGeom>
          <a:noFill/>
          <a:ln/>
        </p:spPr>
        <p:txBody>
          <a:bodyPr wrap="square" lIns="0" tIns="0" rIns="0" bIns="0" rtlCol="0" anchor="ctr">
            <a:normAutofit/>
          </a:bodyPr>
          <a:lstStyle/>
          <a:p>
            <a:pPr algn="r"/>
            <a:r>
              <a:rPr lang="en-GB" sz="2000" b="1" dirty="0"/>
              <a:t>Updated Pattern</a:t>
            </a:r>
            <a:endParaRPr lang="en-US" sz="2000" b="1" dirty="0"/>
          </a:p>
        </p:txBody>
      </p:sp>
      <p:sp>
        <p:nvSpPr>
          <p:cNvPr id="6" name="Text 0">
            <a:extLst>
              <a:ext uri="{FF2B5EF4-FFF2-40B4-BE49-F238E27FC236}">
                <a16:creationId xmlns:a16="http://schemas.microsoft.com/office/drawing/2014/main" id="{EEFB0162-3CBC-F193-974B-E0EC3E92BF5A}"/>
              </a:ext>
            </a:extLst>
          </p:cNvPr>
          <p:cNvSpPr/>
          <p:nvPr/>
        </p:nvSpPr>
        <p:spPr>
          <a:xfrm>
            <a:off x="587888" y="2898771"/>
            <a:ext cx="4897874" cy="447665"/>
          </a:xfrm>
          <a:prstGeom prst="rect">
            <a:avLst/>
          </a:prstGeom>
          <a:noFill/>
          <a:ln/>
        </p:spPr>
        <p:txBody>
          <a:bodyPr wrap="square" lIns="0" tIns="0" rIns="0" bIns="0" rtlCol="0" anchor="ctr">
            <a:normAutofit/>
          </a:bodyPr>
          <a:lstStyle/>
          <a:p>
            <a:r>
              <a:rPr lang="en-GB" sz="2000" b="1" dirty="0">
                <a:solidFill>
                  <a:srgbClr val="A50908"/>
                </a:solidFill>
              </a:rPr>
              <a:t>STEP 2: Probabilistic Insertion</a:t>
            </a:r>
            <a:endParaRPr lang="en-US" sz="2000" b="1" dirty="0">
              <a:solidFill>
                <a:srgbClr val="A50908"/>
              </a:solidFill>
            </a:endParaRPr>
          </a:p>
        </p:txBody>
      </p:sp>
      <p:cxnSp>
        <p:nvCxnSpPr>
          <p:cNvPr id="48" name="Straight Arrow Connector 47">
            <a:extLst>
              <a:ext uri="{FF2B5EF4-FFF2-40B4-BE49-F238E27FC236}">
                <a16:creationId xmlns:a16="http://schemas.microsoft.com/office/drawing/2014/main" id="{6FECA964-CE42-F2E9-CEB7-382583898EFC}"/>
              </a:ext>
            </a:extLst>
          </p:cNvPr>
          <p:cNvCxnSpPr/>
          <p:nvPr/>
        </p:nvCxnSpPr>
        <p:spPr>
          <a:xfrm>
            <a:off x="4445302" y="3954526"/>
            <a:ext cx="0" cy="1326215"/>
          </a:xfrm>
          <a:prstGeom prst="straightConnector1">
            <a:avLst/>
          </a:prstGeom>
          <a:ln w="38100">
            <a:solidFill>
              <a:srgbClr val="A50908"/>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8D00DC3-E95A-3464-C8D9-DBA1AAC0FF15}"/>
              </a:ext>
            </a:extLst>
          </p:cNvPr>
          <p:cNvCxnSpPr/>
          <p:nvPr/>
        </p:nvCxnSpPr>
        <p:spPr>
          <a:xfrm>
            <a:off x="7728829" y="3954526"/>
            <a:ext cx="0" cy="1326215"/>
          </a:xfrm>
          <a:prstGeom prst="straightConnector1">
            <a:avLst/>
          </a:prstGeom>
          <a:ln w="38100">
            <a:solidFill>
              <a:srgbClr val="A50908"/>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B2573B3-E2DC-6F01-9A57-8B8F59591B48}"/>
              </a:ext>
            </a:extLst>
          </p:cNvPr>
          <p:cNvCxnSpPr/>
          <p:nvPr/>
        </p:nvCxnSpPr>
        <p:spPr>
          <a:xfrm>
            <a:off x="8141694" y="3954526"/>
            <a:ext cx="0" cy="1326215"/>
          </a:xfrm>
          <a:prstGeom prst="straightConnector1">
            <a:avLst/>
          </a:prstGeom>
          <a:ln w="38100">
            <a:solidFill>
              <a:srgbClr val="A50908"/>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7A9C8B5-01C3-2248-CD12-97DFE24A427C}"/>
              </a:ext>
            </a:extLst>
          </p:cNvPr>
          <p:cNvCxnSpPr/>
          <p:nvPr/>
        </p:nvCxnSpPr>
        <p:spPr>
          <a:xfrm>
            <a:off x="8765149" y="3954526"/>
            <a:ext cx="0" cy="1326215"/>
          </a:xfrm>
          <a:prstGeom prst="straightConnector1">
            <a:avLst/>
          </a:prstGeom>
          <a:ln w="38100">
            <a:solidFill>
              <a:srgbClr val="A50908"/>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FBA53B3-B756-435B-F4DF-796BB2E3D735}"/>
              </a:ext>
            </a:extLst>
          </p:cNvPr>
          <p:cNvCxnSpPr/>
          <p:nvPr/>
        </p:nvCxnSpPr>
        <p:spPr>
          <a:xfrm>
            <a:off x="9189099" y="3954526"/>
            <a:ext cx="0" cy="1326215"/>
          </a:xfrm>
          <a:prstGeom prst="straightConnector1">
            <a:avLst/>
          </a:prstGeom>
          <a:ln w="38100">
            <a:solidFill>
              <a:srgbClr val="A50908"/>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E784282-7C98-F5D3-D030-F42903E19BBD}"/>
              </a:ext>
            </a:extLst>
          </p:cNvPr>
          <p:cNvSpPr txBox="1"/>
          <p:nvPr/>
        </p:nvSpPr>
        <p:spPr>
          <a:xfrm>
            <a:off x="4285168" y="4677224"/>
            <a:ext cx="3761927" cy="400110"/>
          </a:xfrm>
          <a:prstGeom prst="rect">
            <a:avLst/>
          </a:prstGeom>
          <a:noFill/>
        </p:spPr>
        <p:txBody>
          <a:bodyPr wrap="square">
            <a:spAutoFit/>
          </a:bodyPr>
          <a:lstStyle/>
          <a:p>
            <a:pPr algn="ctr"/>
            <a:r>
              <a:rPr lang="en-GB" sz="2000" b="1" dirty="0">
                <a:solidFill>
                  <a:srgbClr val="A50908"/>
                </a:solidFill>
              </a:rPr>
              <a:t>Insertion</a:t>
            </a:r>
            <a:r>
              <a:rPr lang="zh-CN" altLang="en-US" sz="2000" b="1" dirty="0">
                <a:solidFill>
                  <a:srgbClr val="A50908"/>
                </a:solidFill>
              </a:rPr>
              <a:t> </a:t>
            </a:r>
            <a:r>
              <a:rPr lang="en-GB" sz="2000" b="1" dirty="0">
                <a:solidFill>
                  <a:srgbClr val="A50908"/>
                </a:solidFill>
              </a:rPr>
              <a:t>Probability p</a:t>
            </a:r>
            <a:endParaRPr lang="en-US" sz="2000" dirty="0">
              <a:solidFill>
                <a:srgbClr val="A50908"/>
              </a:solidFill>
            </a:endParaRPr>
          </a:p>
        </p:txBody>
      </p:sp>
      <p:sp>
        <p:nvSpPr>
          <p:cNvPr id="69" name="Rounded Rectangle 68">
            <a:extLst>
              <a:ext uri="{FF2B5EF4-FFF2-40B4-BE49-F238E27FC236}">
                <a16:creationId xmlns:a16="http://schemas.microsoft.com/office/drawing/2014/main" id="{F3EA909E-9BDE-3FEE-8F57-B4DD6A6E908F}"/>
              </a:ext>
            </a:extLst>
          </p:cNvPr>
          <p:cNvSpPr>
            <a:spLocks noGrp="1"/>
          </p:cNvSpPr>
          <p:nvPr/>
        </p:nvSpPr>
        <p:spPr>
          <a:xfrm>
            <a:off x="4270600"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0" name="Rounded Rectangle 69">
            <a:extLst>
              <a:ext uri="{FF2B5EF4-FFF2-40B4-BE49-F238E27FC236}">
                <a16:creationId xmlns:a16="http://schemas.microsoft.com/office/drawing/2014/main" id="{C4A91440-3103-2EC8-F66E-AED3E2BF965D}"/>
              </a:ext>
            </a:extLst>
          </p:cNvPr>
          <p:cNvSpPr>
            <a:spLocks noGrp="1"/>
          </p:cNvSpPr>
          <p:nvPr/>
        </p:nvSpPr>
        <p:spPr>
          <a:xfrm>
            <a:off x="7540987"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1" name="Rounded Rectangle 70">
            <a:extLst>
              <a:ext uri="{FF2B5EF4-FFF2-40B4-BE49-F238E27FC236}">
                <a16:creationId xmlns:a16="http://schemas.microsoft.com/office/drawing/2014/main" id="{D187F60A-E29C-6CA4-5FC1-2EEF6C4C77A7}"/>
              </a:ext>
            </a:extLst>
          </p:cNvPr>
          <p:cNvSpPr>
            <a:spLocks noGrp="1"/>
          </p:cNvSpPr>
          <p:nvPr/>
        </p:nvSpPr>
        <p:spPr>
          <a:xfrm>
            <a:off x="7951537"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2" name="Rounded Rectangle 71">
            <a:extLst>
              <a:ext uri="{FF2B5EF4-FFF2-40B4-BE49-F238E27FC236}">
                <a16:creationId xmlns:a16="http://schemas.microsoft.com/office/drawing/2014/main" id="{CA079638-4344-E7FE-93FD-B245563D3CD2}"/>
              </a:ext>
            </a:extLst>
          </p:cNvPr>
          <p:cNvSpPr>
            <a:spLocks noGrp="1"/>
          </p:cNvSpPr>
          <p:nvPr/>
        </p:nvSpPr>
        <p:spPr>
          <a:xfrm>
            <a:off x="8585149"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3" name="Rounded Rectangle 72">
            <a:extLst>
              <a:ext uri="{FF2B5EF4-FFF2-40B4-BE49-F238E27FC236}">
                <a16:creationId xmlns:a16="http://schemas.microsoft.com/office/drawing/2014/main" id="{3C4FC9A6-633E-E0A2-CD31-C0A84435DB38}"/>
              </a:ext>
            </a:extLst>
          </p:cNvPr>
          <p:cNvSpPr>
            <a:spLocks noGrp="1"/>
          </p:cNvSpPr>
          <p:nvPr/>
        </p:nvSpPr>
        <p:spPr>
          <a:xfrm>
            <a:off x="9003652"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cxnSp>
        <p:nvCxnSpPr>
          <p:cNvPr id="75" name="Straight Connector 74">
            <a:extLst>
              <a:ext uri="{FF2B5EF4-FFF2-40B4-BE49-F238E27FC236}">
                <a16:creationId xmlns:a16="http://schemas.microsoft.com/office/drawing/2014/main" id="{C8913C07-7FF7-7154-6253-4264575CCA54}"/>
              </a:ext>
            </a:extLst>
          </p:cNvPr>
          <p:cNvCxnSpPr/>
          <p:nvPr/>
        </p:nvCxnSpPr>
        <p:spPr>
          <a:xfrm flipH="1" flipV="1">
            <a:off x="7548226" y="3550694"/>
            <a:ext cx="360000"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606C1D-B9C8-13BE-7799-F18E36D89A64}"/>
              </a:ext>
            </a:extLst>
          </p:cNvPr>
          <p:cNvCxnSpPr>
            <a:cxnSpLocks/>
          </p:cNvCxnSpPr>
          <p:nvPr/>
        </p:nvCxnSpPr>
        <p:spPr>
          <a:xfrm flipV="1">
            <a:off x="7548226" y="3550694"/>
            <a:ext cx="349294"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5300201-CCCA-C8C8-C002-29ED81936E13}"/>
              </a:ext>
            </a:extLst>
          </p:cNvPr>
          <p:cNvCxnSpPr>
            <a:cxnSpLocks/>
          </p:cNvCxnSpPr>
          <p:nvPr/>
        </p:nvCxnSpPr>
        <p:spPr>
          <a:xfrm flipH="1" flipV="1">
            <a:off x="8580307" y="3548529"/>
            <a:ext cx="360000"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7E5DB96-36FB-781B-9C35-546BD013EAD4}"/>
              </a:ext>
            </a:extLst>
          </p:cNvPr>
          <p:cNvCxnSpPr>
            <a:cxnSpLocks/>
          </p:cNvCxnSpPr>
          <p:nvPr/>
        </p:nvCxnSpPr>
        <p:spPr>
          <a:xfrm flipV="1">
            <a:off x="8586657" y="3554879"/>
            <a:ext cx="349294"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 0">
            <a:extLst>
              <a:ext uri="{FF2B5EF4-FFF2-40B4-BE49-F238E27FC236}">
                <a16:creationId xmlns:a16="http://schemas.microsoft.com/office/drawing/2014/main" id="{995CDA0F-76C2-FEC1-3C16-684587551544}"/>
              </a:ext>
            </a:extLst>
          </p:cNvPr>
          <p:cNvSpPr/>
          <p:nvPr/>
        </p:nvSpPr>
        <p:spPr>
          <a:xfrm>
            <a:off x="502920" y="320040"/>
            <a:ext cx="10789920" cy="946404"/>
          </a:xfrm>
          <a:prstGeom prst="rect">
            <a:avLst/>
          </a:prstGeom>
          <a:noFill/>
          <a:ln/>
        </p:spPr>
        <p:txBody>
          <a:bodyPr wrap="square" lIns="0" tIns="0" rIns="0" bIns="0" rtlCol="0" anchor="ctr">
            <a:normAutofit/>
          </a:bodyPr>
          <a:lstStyle/>
          <a:p>
            <a:r>
              <a:rPr lang="en-GB" altLang="zh-CN" sz="3200" b="1" dirty="0">
                <a:solidFill>
                  <a:srgbClr val="A50908"/>
                </a:solidFill>
              </a:rPr>
              <a:t>Core Idea: Probabilistic Pattern Update </a:t>
            </a:r>
            <a:endParaRPr lang="en-US" sz="3200" b="1" dirty="0">
              <a:solidFill>
                <a:srgbClr val="A50908"/>
              </a:solidFill>
            </a:endParaRPr>
          </a:p>
        </p:txBody>
      </p:sp>
      <p:sp>
        <p:nvSpPr>
          <p:cNvPr id="57" name="Text 5">
            <a:extLst>
              <a:ext uri="{FF2B5EF4-FFF2-40B4-BE49-F238E27FC236}">
                <a16:creationId xmlns:a16="http://schemas.microsoft.com/office/drawing/2014/main" id="{5F3DE223-6719-77A6-2479-9DAF301BE812}"/>
              </a:ext>
            </a:extLst>
          </p:cNvPr>
          <p:cNvSpPr/>
          <p:nvPr/>
        </p:nvSpPr>
        <p:spPr>
          <a:xfrm>
            <a:off x="497145" y="1266444"/>
            <a:ext cx="10789920" cy="1496851"/>
          </a:xfrm>
          <a:prstGeom prst="rect">
            <a:avLst/>
          </a:prstGeom>
          <a:noFill/>
          <a:ln/>
        </p:spPr>
        <p:txBody>
          <a:bodyPr wrap="square" lIns="635" tIns="635" rIns="635" bIns="635" rtlCol="0" anchor="ctr">
            <a:noAutofit/>
          </a:bodyPr>
          <a:lstStyle/>
          <a:p>
            <a:pPr marL="285750" lvl="0" indent="-285750">
              <a:buFont typeface="Arial" panose="020B0604020202020204" pitchFamily="34" charset="0"/>
              <a:buChar char="•"/>
            </a:pPr>
            <a:r>
              <a:rPr lang="en-GB" sz="2000" dirty="0"/>
              <a:t>Treat the update of a stored pattern with a new observation as a </a:t>
            </a:r>
            <a:r>
              <a:rPr lang="en-GB" sz="2000" b="1" dirty="0">
                <a:solidFill>
                  <a:srgbClr val="A50908"/>
                </a:solidFill>
              </a:rPr>
              <a:t>stochastic process</a:t>
            </a:r>
            <a:r>
              <a:rPr lang="en-GB" sz="2000" dirty="0"/>
              <a:t>.</a:t>
            </a:r>
          </a:p>
          <a:p>
            <a:pPr marL="285750" lvl="0" indent="-285750">
              <a:buFont typeface="Arial" panose="020B0604020202020204" pitchFamily="34" charset="0"/>
              <a:buChar char="•"/>
            </a:pPr>
            <a:r>
              <a:rPr lang="en-GB" sz="2000" dirty="0"/>
              <a:t>Store only a </a:t>
            </a:r>
            <a:r>
              <a:rPr lang="en-GB" sz="2000" b="1" dirty="0">
                <a:solidFill>
                  <a:srgbClr val="A50908"/>
                </a:solidFill>
              </a:rPr>
              <a:t>single bit pattern </a:t>
            </a:r>
            <a:r>
              <a:rPr lang="en-GB" sz="2000" dirty="0"/>
              <a:t>per entry. </a:t>
            </a:r>
            <a:endParaRPr lang="en-GB" sz="2000" b="1" dirty="0"/>
          </a:p>
        </p:txBody>
      </p:sp>
      <p:sp>
        <p:nvSpPr>
          <p:cNvPr id="2" name="Footer Placeholder 1">
            <a:extLst>
              <a:ext uri="{FF2B5EF4-FFF2-40B4-BE49-F238E27FC236}">
                <a16:creationId xmlns:a16="http://schemas.microsoft.com/office/drawing/2014/main" id="{E0F4348A-2C42-7C73-52DB-D9FFBA8343CA}"/>
              </a:ext>
            </a:extLst>
          </p:cNvPr>
          <p:cNvSpPr>
            <a:spLocks noGrp="1"/>
          </p:cNvSpPr>
          <p:nvPr>
            <p:ph type="ftr" sz="quarter" idx="11"/>
          </p:nvPr>
        </p:nvSpPr>
        <p:spPr/>
        <p:txBody>
          <a:bodyPr/>
          <a:lstStyle/>
          <a:p>
            <a:r>
              <a:rPr lang="en-US"/>
              <a:t>yh653@cam.ac.uk</a:t>
            </a:r>
            <a:endParaRPr lang="en-GB" sz="1600" dirty="0"/>
          </a:p>
        </p:txBody>
      </p:sp>
      <p:sp>
        <p:nvSpPr>
          <p:cNvPr id="10" name="Slide Number Placeholder 9">
            <a:extLst>
              <a:ext uri="{FF2B5EF4-FFF2-40B4-BE49-F238E27FC236}">
                <a16:creationId xmlns:a16="http://schemas.microsoft.com/office/drawing/2014/main" id="{393FA7AD-C4CB-E1E5-10DB-10BB45FD1B1E}"/>
              </a:ext>
            </a:extLst>
          </p:cNvPr>
          <p:cNvSpPr>
            <a:spLocks noGrp="1"/>
          </p:cNvSpPr>
          <p:nvPr>
            <p:ph type="sldNum" sz="quarter" idx="10"/>
          </p:nvPr>
        </p:nvSpPr>
        <p:spPr/>
        <p:txBody>
          <a:bodyPr/>
          <a:lstStyle/>
          <a:p>
            <a:fld id="{A04C8923-7248-483A-ACCB-0382A1F5224A}" type="slidenum">
              <a:rPr lang="en-GB" smtClean="0"/>
              <a:t>14</a:t>
            </a:fld>
            <a:endParaRPr lang="en-GB"/>
          </a:p>
        </p:txBody>
      </p:sp>
    </p:spTree>
    <p:extLst>
      <p:ext uri="{BB962C8B-B14F-4D97-AF65-F5344CB8AC3E}">
        <p14:creationId xmlns:p14="http://schemas.microsoft.com/office/powerpoint/2010/main" val="320537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1000"/>
                                        <p:tgtEl>
                                          <p:spTgt spid="48"/>
                                        </p:tgtEl>
                                      </p:cBhvr>
                                    </p:animEffect>
                                  </p:childTnLst>
                                </p:cTn>
                              </p:par>
                              <p:par>
                                <p:cTn id="8" presetID="9"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dissolve">
                                      <p:cBhvr>
                                        <p:cTn id="10" dur="1000"/>
                                        <p:tgtEl>
                                          <p:spTgt spid="5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dissolve">
                                      <p:cBhvr>
                                        <p:cTn id="13" dur="1000"/>
                                        <p:tgtEl>
                                          <p:spTgt spid="59"/>
                                        </p:tgtEl>
                                      </p:cBhvr>
                                    </p:animEffect>
                                  </p:childTnLst>
                                </p:cTn>
                              </p:par>
                              <p:par>
                                <p:cTn id="14" presetID="9" presetClass="entr" presetSubtype="0" fill="hold"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dissolve">
                                      <p:cBhvr>
                                        <p:cTn id="16" dur="1000"/>
                                        <p:tgtEl>
                                          <p:spTgt spid="53"/>
                                        </p:tgtEl>
                                      </p:cBhvr>
                                    </p:animEffect>
                                  </p:childTnLst>
                                </p:cTn>
                              </p:par>
                              <p:par>
                                <p:cTn id="17" presetID="9" presetClass="entr" presetSubtype="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dissolve">
                                      <p:cBhvr>
                                        <p:cTn id="19" dur="1000"/>
                                        <p:tgtEl>
                                          <p:spTgt spid="54"/>
                                        </p:tgtEl>
                                      </p:cBhvr>
                                    </p:animEffect>
                                  </p:childTnLst>
                                </p:cTn>
                              </p:par>
                              <p:par>
                                <p:cTn id="20" presetID="9"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dissolve">
                                      <p:cBhvr>
                                        <p:cTn id="22" dur="1000"/>
                                        <p:tgtEl>
                                          <p:spTgt spid="55"/>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par>
                                <p:cTn id="33" presetID="1" presetClass="emph" presetSubtype="2" fill="hold" nodeType="withEffect">
                                  <p:stCondLst>
                                    <p:cond delay="0"/>
                                  </p:stCondLst>
                                  <p:childTnLst>
                                    <p:animClr clrSpc="rgb" dir="cw">
                                      <p:cBhvr>
                                        <p:cTn id="34" dur="1000" fill="hold"/>
                                        <p:tgtEl>
                                          <p:spTgt spid="69"/>
                                        </p:tgtEl>
                                        <p:attrNameLst>
                                          <p:attrName>fillcolor</p:attrName>
                                        </p:attrNameLst>
                                      </p:cBhvr>
                                      <p:to>
                                        <a:srgbClr val="D9D9D9"/>
                                      </p:to>
                                    </p:animClr>
                                    <p:set>
                                      <p:cBhvr>
                                        <p:cTn id="35" dur="1000" fill="hold"/>
                                        <p:tgtEl>
                                          <p:spTgt spid="69"/>
                                        </p:tgtEl>
                                        <p:attrNameLst>
                                          <p:attrName>fill.type</p:attrName>
                                        </p:attrNameLst>
                                      </p:cBhvr>
                                      <p:to>
                                        <p:strVal val="solid"/>
                                      </p:to>
                                    </p:set>
                                    <p:set>
                                      <p:cBhvr>
                                        <p:cTn id="36" dur="1000" fill="hold"/>
                                        <p:tgtEl>
                                          <p:spTgt spid="69"/>
                                        </p:tgtEl>
                                        <p:attrNameLst>
                                          <p:attrName>fill.on</p:attrName>
                                        </p:attrNameLst>
                                      </p:cBhvr>
                                      <p:to>
                                        <p:strVal val="true"/>
                                      </p:to>
                                    </p:set>
                                  </p:childTnLst>
                                </p:cTn>
                              </p:par>
                              <p:par>
                                <p:cTn id="37" presetID="1" presetClass="emph" presetSubtype="2" fill="hold" nodeType="withEffect">
                                  <p:stCondLst>
                                    <p:cond delay="0"/>
                                  </p:stCondLst>
                                  <p:childTnLst>
                                    <p:animClr clrSpc="rgb" dir="cw">
                                      <p:cBhvr>
                                        <p:cTn id="38" dur="1000" fill="hold"/>
                                        <p:tgtEl>
                                          <p:spTgt spid="70"/>
                                        </p:tgtEl>
                                        <p:attrNameLst>
                                          <p:attrName>fillcolor</p:attrName>
                                        </p:attrNameLst>
                                      </p:cBhvr>
                                      <p:to>
                                        <a:srgbClr val="D9D9D9"/>
                                      </p:to>
                                    </p:animClr>
                                    <p:set>
                                      <p:cBhvr>
                                        <p:cTn id="39" dur="1000" fill="hold"/>
                                        <p:tgtEl>
                                          <p:spTgt spid="70"/>
                                        </p:tgtEl>
                                        <p:attrNameLst>
                                          <p:attrName>fill.type</p:attrName>
                                        </p:attrNameLst>
                                      </p:cBhvr>
                                      <p:to>
                                        <p:strVal val="solid"/>
                                      </p:to>
                                    </p:set>
                                    <p:set>
                                      <p:cBhvr>
                                        <p:cTn id="40" dur="1000" fill="hold"/>
                                        <p:tgtEl>
                                          <p:spTgt spid="70"/>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1000" fill="hold"/>
                                        <p:tgtEl>
                                          <p:spTgt spid="71"/>
                                        </p:tgtEl>
                                        <p:attrNameLst>
                                          <p:attrName>fillcolor</p:attrName>
                                        </p:attrNameLst>
                                      </p:cBhvr>
                                      <p:to>
                                        <a:srgbClr val="D9D9D9"/>
                                      </p:to>
                                    </p:animClr>
                                    <p:set>
                                      <p:cBhvr>
                                        <p:cTn id="43" dur="1000" fill="hold"/>
                                        <p:tgtEl>
                                          <p:spTgt spid="71"/>
                                        </p:tgtEl>
                                        <p:attrNameLst>
                                          <p:attrName>fill.type</p:attrName>
                                        </p:attrNameLst>
                                      </p:cBhvr>
                                      <p:to>
                                        <p:strVal val="solid"/>
                                      </p:to>
                                    </p:set>
                                    <p:set>
                                      <p:cBhvr>
                                        <p:cTn id="44" dur="1000" fill="hold"/>
                                        <p:tgtEl>
                                          <p:spTgt spid="71"/>
                                        </p:tgtEl>
                                        <p:attrNameLst>
                                          <p:attrName>fill.on</p:attrName>
                                        </p:attrNameLst>
                                      </p:cBhvr>
                                      <p:to>
                                        <p:strVal val="true"/>
                                      </p:to>
                                    </p:set>
                                  </p:childTnLst>
                                </p:cTn>
                              </p:par>
                              <p:par>
                                <p:cTn id="45" presetID="1" presetClass="emph" presetSubtype="2" fill="hold" nodeType="withEffect">
                                  <p:stCondLst>
                                    <p:cond delay="0"/>
                                  </p:stCondLst>
                                  <p:childTnLst>
                                    <p:animClr clrSpc="rgb" dir="cw">
                                      <p:cBhvr>
                                        <p:cTn id="46" dur="1000" fill="hold"/>
                                        <p:tgtEl>
                                          <p:spTgt spid="72"/>
                                        </p:tgtEl>
                                        <p:attrNameLst>
                                          <p:attrName>fillcolor</p:attrName>
                                        </p:attrNameLst>
                                      </p:cBhvr>
                                      <p:to>
                                        <a:srgbClr val="D9D9D9"/>
                                      </p:to>
                                    </p:animClr>
                                    <p:set>
                                      <p:cBhvr>
                                        <p:cTn id="47" dur="1000" fill="hold"/>
                                        <p:tgtEl>
                                          <p:spTgt spid="72"/>
                                        </p:tgtEl>
                                        <p:attrNameLst>
                                          <p:attrName>fill.type</p:attrName>
                                        </p:attrNameLst>
                                      </p:cBhvr>
                                      <p:to>
                                        <p:strVal val="solid"/>
                                      </p:to>
                                    </p:set>
                                    <p:set>
                                      <p:cBhvr>
                                        <p:cTn id="48" dur="1000" fill="hold"/>
                                        <p:tgtEl>
                                          <p:spTgt spid="72"/>
                                        </p:tgtEl>
                                        <p:attrNameLst>
                                          <p:attrName>fill.on</p:attrName>
                                        </p:attrNameLst>
                                      </p:cBhvr>
                                      <p:to>
                                        <p:strVal val="true"/>
                                      </p:to>
                                    </p:set>
                                  </p:childTnLst>
                                </p:cTn>
                              </p:par>
                              <p:par>
                                <p:cTn id="49" presetID="1" presetClass="emph" presetSubtype="2" fill="hold" nodeType="withEffect">
                                  <p:stCondLst>
                                    <p:cond delay="0"/>
                                  </p:stCondLst>
                                  <p:childTnLst>
                                    <p:animClr clrSpc="rgb" dir="cw">
                                      <p:cBhvr>
                                        <p:cTn id="50" dur="1000" fill="hold"/>
                                        <p:tgtEl>
                                          <p:spTgt spid="73"/>
                                        </p:tgtEl>
                                        <p:attrNameLst>
                                          <p:attrName>fillcolor</p:attrName>
                                        </p:attrNameLst>
                                      </p:cBhvr>
                                      <p:to>
                                        <a:srgbClr val="D9D9D9"/>
                                      </p:to>
                                    </p:animClr>
                                    <p:set>
                                      <p:cBhvr>
                                        <p:cTn id="51" dur="1000" fill="hold"/>
                                        <p:tgtEl>
                                          <p:spTgt spid="73"/>
                                        </p:tgtEl>
                                        <p:attrNameLst>
                                          <p:attrName>fill.type</p:attrName>
                                        </p:attrNameLst>
                                      </p:cBhvr>
                                      <p:to>
                                        <p:strVal val="solid"/>
                                      </p:to>
                                    </p:set>
                                    <p:set>
                                      <p:cBhvr>
                                        <p:cTn id="52" dur="1000" fill="hold"/>
                                        <p:tgtEl>
                                          <p:spTgt spid="73"/>
                                        </p:tgtEl>
                                        <p:attrNameLst>
                                          <p:attrName>fill.on</p:attrName>
                                        </p:attrNameLst>
                                      </p:cBhvr>
                                      <p:to>
                                        <p:strVal val="true"/>
                                      </p:to>
                                    </p:set>
                                  </p:childTnLst>
                                </p:cTn>
                              </p:par>
                            </p:childTnLst>
                          </p:cTn>
                        </p:par>
                        <p:par>
                          <p:cTn id="53" fill="hold">
                            <p:stCondLst>
                              <p:cond delay="1000"/>
                            </p:stCondLst>
                            <p:childTnLst>
                              <p:par>
                                <p:cTn id="54" presetID="1" presetClass="emph" presetSubtype="2" fill="hold" nodeType="afterEffect">
                                  <p:stCondLst>
                                    <p:cond delay="0"/>
                                  </p:stCondLst>
                                  <p:childTnLst>
                                    <p:animClr clrSpc="rgb" dir="cw">
                                      <p:cBhvr>
                                        <p:cTn id="55" dur="1000" fill="hold"/>
                                        <p:tgtEl>
                                          <p:spTgt spid="69"/>
                                        </p:tgtEl>
                                        <p:attrNameLst>
                                          <p:attrName>fillcolor</p:attrName>
                                        </p:attrNameLst>
                                      </p:cBhvr>
                                      <p:to>
                                        <a:srgbClr val="262626"/>
                                      </p:to>
                                    </p:animClr>
                                    <p:set>
                                      <p:cBhvr>
                                        <p:cTn id="56" dur="1000" fill="hold"/>
                                        <p:tgtEl>
                                          <p:spTgt spid="69"/>
                                        </p:tgtEl>
                                        <p:attrNameLst>
                                          <p:attrName>fill.type</p:attrName>
                                        </p:attrNameLst>
                                      </p:cBhvr>
                                      <p:to>
                                        <p:strVal val="solid"/>
                                      </p:to>
                                    </p:set>
                                    <p:set>
                                      <p:cBhvr>
                                        <p:cTn id="57" dur="1000" fill="hold"/>
                                        <p:tgtEl>
                                          <p:spTgt spid="69"/>
                                        </p:tgtEl>
                                        <p:attrNameLst>
                                          <p:attrName>fill.on</p:attrName>
                                        </p:attrNameLst>
                                      </p:cBhvr>
                                      <p:to>
                                        <p:strVal val="true"/>
                                      </p:to>
                                    </p:set>
                                  </p:childTnLst>
                                </p:cTn>
                              </p:par>
                              <p:par>
                                <p:cTn id="58" presetID="1" presetClass="emph" presetSubtype="2" fill="hold" nodeType="withEffect">
                                  <p:stCondLst>
                                    <p:cond delay="0"/>
                                  </p:stCondLst>
                                  <p:childTnLst>
                                    <p:animClr clrSpc="rgb" dir="cw">
                                      <p:cBhvr>
                                        <p:cTn id="59" dur="1000" fill="hold"/>
                                        <p:tgtEl>
                                          <p:spTgt spid="70"/>
                                        </p:tgtEl>
                                        <p:attrNameLst>
                                          <p:attrName>fillcolor</p:attrName>
                                        </p:attrNameLst>
                                      </p:cBhvr>
                                      <p:to>
                                        <a:srgbClr val="262626"/>
                                      </p:to>
                                    </p:animClr>
                                    <p:set>
                                      <p:cBhvr>
                                        <p:cTn id="60" dur="1000" fill="hold"/>
                                        <p:tgtEl>
                                          <p:spTgt spid="70"/>
                                        </p:tgtEl>
                                        <p:attrNameLst>
                                          <p:attrName>fill.type</p:attrName>
                                        </p:attrNameLst>
                                      </p:cBhvr>
                                      <p:to>
                                        <p:strVal val="solid"/>
                                      </p:to>
                                    </p:set>
                                    <p:set>
                                      <p:cBhvr>
                                        <p:cTn id="61" dur="1000" fill="hold"/>
                                        <p:tgtEl>
                                          <p:spTgt spid="70"/>
                                        </p:tgtEl>
                                        <p:attrNameLst>
                                          <p:attrName>fill.on</p:attrName>
                                        </p:attrNameLst>
                                      </p:cBhvr>
                                      <p:to>
                                        <p:strVal val="true"/>
                                      </p:to>
                                    </p:set>
                                  </p:childTnLst>
                                </p:cTn>
                              </p:par>
                              <p:par>
                                <p:cTn id="62" presetID="1" presetClass="emph" presetSubtype="2" fill="hold" nodeType="withEffect">
                                  <p:stCondLst>
                                    <p:cond delay="0"/>
                                  </p:stCondLst>
                                  <p:childTnLst>
                                    <p:animClr clrSpc="rgb" dir="cw">
                                      <p:cBhvr>
                                        <p:cTn id="63" dur="1000" fill="hold"/>
                                        <p:tgtEl>
                                          <p:spTgt spid="71"/>
                                        </p:tgtEl>
                                        <p:attrNameLst>
                                          <p:attrName>fillcolor</p:attrName>
                                        </p:attrNameLst>
                                      </p:cBhvr>
                                      <p:to>
                                        <a:srgbClr val="262626"/>
                                      </p:to>
                                    </p:animClr>
                                    <p:set>
                                      <p:cBhvr>
                                        <p:cTn id="64" dur="1000" fill="hold"/>
                                        <p:tgtEl>
                                          <p:spTgt spid="71"/>
                                        </p:tgtEl>
                                        <p:attrNameLst>
                                          <p:attrName>fill.type</p:attrName>
                                        </p:attrNameLst>
                                      </p:cBhvr>
                                      <p:to>
                                        <p:strVal val="solid"/>
                                      </p:to>
                                    </p:set>
                                    <p:set>
                                      <p:cBhvr>
                                        <p:cTn id="65" dur="1000" fill="hold"/>
                                        <p:tgtEl>
                                          <p:spTgt spid="71"/>
                                        </p:tgtEl>
                                        <p:attrNameLst>
                                          <p:attrName>fill.on</p:attrName>
                                        </p:attrNameLst>
                                      </p:cBhvr>
                                      <p:to>
                                        <p:strVal val="true"/>
                                      </p:to>
                                    </p:set>
                                  </p:childTnLst>
                                </p:cTn>
                              </p:par>
                              <p:par>
                                <p:cTn id="66" presetID="1" presetClass="emph" presetSubtype="2" fill="hold" nodeType="withEffect">
                                  <p:stCondLst>
                                    <p:cond delay="0"/>
                                  </p:stCondLst>
                                  <p:childTnLst>
                                    <p:animClr clrSpc="rgb" dir="cw">
                                      <p:cBhvr>
                                        <p:cTn id="67" dur="1000" fill="hold"/>
                                        <p:tgtEl>
                                          <p:spTgt spid="72"/>
                                        </p:tgtEl>
                                        <p:attrNameLst>
                                          <p:attrName>fillcolor</p:attrName>
                                        </p:attrNameLst>
                                      </p:cBhvr>
                                      <p:to>
                                        <a:srgbClr val="262626"/>
                                      </p:to>
                                    </p:animClr>
                                    <p:set>
                                      <p:cBhvr>
                                        <p:cTn id="68" dur="1000" fill="hold"/>
                                        <p:tgtEl>
                                          <p:spTgt spid="72"/>
                                        </p:tgtEl>
                                        <p:attrNameLst>
                                          <p:attrName>fill.type</p:attrName>
                                        </p:attrNameLst>
                                      </p:cBhvr>
                                      <p:to>
                                        <p:strVal val="solid"/>
                                      </p:to>
                                    </p:set>
                                    <p:set>
                                      <p:cBhvr>
                                        <p:cTn id="69" dur="1000" fill="hold"/>
                                        <p:tgtEl>
                                          <p:spTgt spid="72"/>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1000" fill="hold"/>
                                        <p:tgtEl>
                                          <p:spTgt spid="73"/>
                                        </p:tgtEl>
                                        <p:attrNameLst>
                                          <p:attrName>fillcolor</p:attrName>
                                        </p:attrNameLst>
                                      </p:cBhvr>
                                      <p:to>
                                        <a:srgbClr val="262626"/>
                                      </p:to>
                                    </p:animClr>
                                    <p:set>
                                      <p:cBhvr>
                                        <p:cTn id="72" dur="1000" fill="hold"/>
                                        <p:tgtEl>
                                          <p:spTgt spid="73"/>
                                        </p:tgtEl>
                                        <p:attrNameLst>
                                          <p:attrName>fill.type</p:attrName>
                                        </p:attrNameLst>
                                      </p:cBhvr>
                                      <p:to>
                                        <p:strVal val="solid"/>
                                      </p:to>
                                    </p:set>
                                    <p:set>
                                      <p:cBhvr>
                                        <p:cTn id="73" dur="1000" fill="hold"/>
                                        <p:tgtEl>
                                          <p:spTgt spid="73"/>
                                        </p:tgtEl>
                                        <p:attrNameLst>
                                          <p:attrName>fill.on</p:attrName>
                                        </p:attrNameLst>
                                      </p:cBhvr>
                                      <p:to>
                                        <p:strVal val="true"/>
                                      </p:to>
                                    </p:set>
                                  </p:childTnLst>
                                </p:cTn>
                              </p:par>
                            </p:childTnLst>
                          </p:cTn>
                        </p:par>
                        <p:par>
                          <p:cTn id="74" fill="hold">
                            <p:stCondLst>
                              <p:cond delay="2000"/>
                            </p:stCondLst>
                            <p:childTnLst>
                              <p:par>
                                <p:cTn id="75" presetID="1" presetClass="emph" presetSubtype="2" fill="hold" nodeType="afterEffect">
                                  <p:stCondLst>
                                    <p:cond delay="0"/>
                                  </p:stCondLst>
                                  <p:childTnLst>
                                    <p:animClr clrSpc="rgb" dir="cw">
                                      <p:cBhvr>
                                        <p:cTn id="76" dur="1000" fill="hold"/>
                                        <p:tgtEl>
                                          <p:spTgt spid="69"/>
                                        </p:tgtEl>
                                        <p:attrNameLst>
                                          <p:attrName>fillcolor</p:attrName>
                                        </p:attrNameLst>
                                      </p:cBhvr>
                                      <p:to>
                                        <a:srgbClr val="D9D9D9"/>
                                      </p:to>
                                    </p:animClr>
                                    <p:set>
                                      <p:cBhvr>
                                        <p:cTn id="77" dur="1000" fill="hold"/>
                                        <p:tgtEl>
                                          <p:spTgt spid="69"/>
                                        </p:tgtEl>
                                        <p:attrNameLst>
                                          <p:attrName>fill.type</p:attrName>
                                        </p:attrNameLst>
                                      </p:cBhvr>
                                      <p:to>
                                        <p:strVal val="solid"/>
                                      </p:to>
                                    </p:set>
                                    <p:set>
                                      <p:cBhvr>
                                        <p:cTn id="78" dur="1000" fill="hold"/>
                                        <p:tgtEl>
                                          <p:spTgt spid="69"/>
                                        </p:tgtEl>
                                        <p:attrNameLst>
                                          <p:attrName>fill.on</p:attrName>
                                        </p:attrNameLst>
                                      </p:cBhvr>
                                      <p:to>
                                        <p:strVal val="true"/>
                                      </p:to>
                                    </p:set>
                                  </p:childTnLst>
                                </p:cTn>
                              </p:par>
                              <p:par>
                                <p:cTn id="79" presetID="1" presetClass="emph" presetSubtype="2" fill="hold" nodeType="withEffect">
                                  <p:stCondLst>
                                    <p:cond delay="0"/>
                                  </p:stCondLst>
                                  <p:childTnLst>
                                    <p:animClr clrSpc="rgb" dir="cw">
                                      <p:cBhvr>
                                        <p:cTn id="80" dur="1000" fill="hold"/>
                                        <p:tgtEl>
                                          <p:spTgt spid="70"/>
                                        </p:tgtEl>
                                        <p:attrNameLst>
                                          <p:attrName>fillcolor</p:attrName>
                                        </p:attrNameLst>
                                      </p:cBhvr>
                                      <p:to>
                                        <a:srgbClr val="D9D9D9"/>
                                      </p:to>
                                    </p:animClr>
                                    <p:set>
                                      <p:cBhvr>
                                        <p:cTn id="81" dur="1000" fill="hold"/>
                                        <p:tgtEl>
                                          <p:spTgt spid="70"/>
                                        </p:tgtEl>
                                        <p:attrNameLst>
                                          <p:attrName>fill.type</p:attrName>
                                        </p:attrNameLst>
                                      </p:cBhvr>
                                      <p:to>
                                        <p:strVal val="solid"/>
                                      </p:to>
                                    </p:set>
                                    <p:set>
                                      <p:cBhvr>
                                        <p:cTn id="82" dur="1000" fill="hold"/>
                                        <p:tgtEl>
                                          <p:spTgt spid="70"/>
                                        </p:tgtEl>
                                        <p:attrNameLst>
                                          <p:attrName>fill.on</p:attrName>
                                        </p:attrNameLst>
                                      </p:cBhvr>
                                      <p:to>
                                        <p:strVal val="true"/>
                                      </p:to>
                                    </p:set>
                                  </p:childTnLst>
                                </p:cTn>
                              </p:par>
                              <p:par>
                                <p:cTn id="83" presetID="1" presetClass="emph" presetSubtype="2" fill="hold" nodeType="withEffect">
                                  <p:stCondLst>
                                    <p:cond delay="0"/>
                                  </p:stCondLst>
                                  <p:childTnLst>
                                    <p:animClr clrSpc="rgb" dir="cw">
                                      <p:cBhvr>
                                        <p:cTn id="84" dur="1000" fill="hold"/>
                                        <p:tgtEl>
                                          <p:spTgt spid="71"/>
                                        </p:tgtEl>
                                        <p:attrNameLst>
                                          <p:attrName>fillcolor</p:attrName>
                                        </p:attrNameLst>
                                      </p:cBhvr>
                                      <p:to>
                                        <a:srgbClr val="D9D9D9"/>
                                      </p:to>
                                    </p:animClr>
                                    <p:set>
                                      <p:cBhvr>
                                        <p:cTn id="85" dur="1000" fill="hold"/>
                                        <p:tgtEl>
                                          <p:spTgt spid="71"/>
                                        </p:tgtEl>
                                        <p:attrNameLst>
                                          <p:attrName>fill.type</p:attrName>
                                        </p:attrNameLst>
                                      </p:cBhvr>
                                      <p:to>
                                        <p:strVal val="solid"/>
                                      </p:to>
                                    </p:set>
                                    <p:set>
                                      <p:cBhvr>
                                        <p:cTn id="86" dur="1000" fill="hold"/>
                                        <p:tgtEl>
                                          <p:spTgt spid="71"/>
                                        </p:tgtEl>
                                        <p:attrNameLst>
                                          <p:attrName>fill.on</p:attrName>
                                        </p:attrNameLst>
                                      </p:cBhvr>
                                      <p:to>
                                        <p:strVal val="true"/>
                                      </p:to>
                                    </p:set>
                                  </p:childTnLst>
                                </p:cTn>
                              </p:par>
                              <p:par>
                                <p:cTn id="87" presetID="1" presetClass="emph" presetSubtype="2" fill="hold" nodeType="withEffect">
                                  <p:stCondLst>
                                    <p:cond delay="0"/>
                                  </p:stCondLst>
                                  <p:childTnLst>
                                    <p:animClr clrSpc="rgb" dir="cw">
                                      <p:cBhvr>
                                        <p:cTn id="88" dur="1000" fill="hold"/>
                                        <p:tgtEl>
                                          <p:spTgt spid="72"/>
                                        </p:tgtEl>
                                        <p:attrNameLst>
                                          <p:attrName>fillcolor</p:attrName>
                                        </p:attrNameLst>
                                      </p:cBhvr>
                                      <p:to>
                                        <a:srgbClr val="D9D9D9"/>
                                      </p:to>
                                    </p:animClr>
                                    <p:set>
                                      <p:cBhvr>
                                        <p:cTn id="89" dur="1000" fill="hold"/>
                                        <p:tgtEl>
                                          <p:spTgt spid="72"/>
                                        </p:tgtEl>
                                        <p:attrNameLst>
                                          <p:attrName>fill.type</p:attrName>
                                        </p:attrNameLst>
                                      </p:cBhvr>
                                      <p:to>
                                        <p:strVal val="solid"/>
                                      </p:to>
                                    </p:set>
                                    <p:set>
                                      <p:cBhvr>
                                        <p:cTn id="90" dur="1000" fill="hold"/>
                                        <p:tgtEl>
                                          <p:spTgt spid="72"/>
                                        </p:tgtEl>
                                        <p:attrNameLst>
                                          <p:attrName>fill.on</p:attrName>
                                        </p:attrNameLst>
                                      </p:cBhvr>
                                      <p:to>
                                        <p:strVal val="true"/>
                                      </p:to>
                                    </p:set>
                                  </p:childTnLst>
                                </p:cTn>
                              </p:par>
                              <p:par>
                                <p:cTn id="91" presetID="1" presetClass="emph" presetSubtype="2" fill="hold" nodeType="withEffect">
                                  <p:stCondLst>
                                    <p:cond delay="0"/>
                                  </p:stCondLst>
                                  <p:childTnLst>
                                    <p:animClr clrSpc="rgb" dir="cw">
                                      <p:cBhvr>
                                        <p:cTn id="92" dur="1000" fill="hold"/>
                                        <p:tgtEl>
                                          <p:spTgt spid="73"/>
                                        </p:tgtEl>
                                        <p:attrNameLst>
                                          <p:attrName>fillcolor</p:attrName>
                                        </p:attrNameLst>
                                      </p:cBhvr>
                                      <p:to>
                                        <a:srgbClr val="D9D9D9"/>
                                      </p:to>
                                    </p:animClr>
                                    <p:set>
                                      <p:cBhvr>
                                        <p:cTn id="93" dur="1000" fill="hold"/>
                                        <p:tgtEl>
                                          <p:spTgt spid="73"/>
                                        </p:tgtEl>
                                        <p:attrNameLst>
                                          <p:attrName>fill.type</p:attrName>
                                        </p:attrNameLst>
                                      </p:cBhvr>
                                      <p:to>
                                        <p:strVal val="solid"/>
                                      </p:to>
                                    </p:set>
                                    <p:set>
                                      <p:cBhvr>
                                        <p:cTn id="94" dur="1000" fill="hold"/>
                                        <p:tgtEl>
                                          <p:spTgt spid="73"/>
                                        </p:tgtEl>
                                        <p:attrNameLst>
                                          <p:attrName>fill.on</p:attrName>
                                        </p:attrNameLst>
                                      </p:cBhvr>
                                      <p:to>
                                        <p:strVal val="true"/>
                                      </p:to>
                                    </p:set>
                                  </p:childTnLst>
                                </p:cTn>
                              </p:par>
                            </p:childTnLst>
                          </p:cTn>
                        </p:par>
                        <p:par>
                          <p:cTn id="95" fill="hold">
                            <p:stCondLst>
                              <p:cond delay="3000"/>
                            </p:stCondLst>
                            <p:childTnLst>
                              <p:par>
                                <p:cTn id="96" presetID="1" presetClass="emph" presetSubtype="2" fill="hold" nodeType="afterEffect">
                                  <p:stCondLst>
                                    <p:cond delay="0"/>
                                  </p:stCondLst>
                                  <p:childTnLst>
                                    <p:animClr clrSpc="rgb" dir="cw">
                                      <p:cBhvr>
                                        <p:cTn id="97" dur="1000" fill="hold"/>
                                        <p:tgtEl>
                                          <p:spTgt spid="69"/>
                                        </p:tgtEl>
                                        <p:attrNameLst>
                                          <p:attrName>fillcolor</p:attrName>
                                        </p:attrNameLst>
                                      </p:cBhvr>
                                      <p:to>
                                        <a:srgbClr val="262626"/>
                                      </p:to>
                                    </p:animClr>
                                    <p:set>
                                      <p:cBhvr>
                                        <p:cTn id="98" dur="1000" fill="hold"/>
                                        <p:tgtEl>
                                          <p:spTgt spid="69"/>
                                        </p:tgtEl>
                                        <p:attrNameLst>
                                          <p:attrName>fill.type</p:attrName>
                                        </p:attrNameLst>
                                      </p:cBhvr>
                                      <p:to>
                                        <p:strVal val="solid"/>
                                      </p:to>
                                    </p:set>
                                    <p:set>
                                      <p:cBhvr>
                                        <p:cTn id="99" dur="1000" fill="hold"/>
                                        <p:tgtEl>
                                          <p:spTgt spid="69"/>
                                        </p:tgtEl>
                                        <p:attrNameLst>
                                          <p:attrName>fill.on</p:attrName>
                                        </p:attrNameLst>
                                      </p:cBhvr>
                                      <p:to>
                                        <p:strVal val="true"/>
                                      </p:to>
                                    </p:set>
                                  </p:childTnLst>
                                </p:cTn>
                              </p:par>
                              <p:par>
                                <p:cTn id="100" presetID="1" presetClass="emph" presetSubtype="2" fill="hold" nodeType="withEffect">
                                  <p:stCondLst>
                                    <p:cond delay="0"/>
                                  </p:stCondLst>
                                  <p:childTnLst>
                                    <p:animClr clrSpc="rgb" dir="cw">
                                      <p:cBhvr>
                                        <p:cTn id="101" dur="1000" fill="hold"/>
                                        <p:tgtEl>
                                          <p:spTgt spid="70"/>
                                        </p:tgtEl>
                                        <p:attrNameLst>
                                          <p:attrName>fillcolor</p:attrName>
                                        </p:attrNameLst>
                                      </p:cBhvr>
                                      <p:to>
                                        <a:srgbClr val="262626"/>
                                      </p:to>
                                    </p:animClr>
                                    <p:set>
                                      <p:cBhvr>
                                        <p:cTn id="102" dur="1000" fill="hold"/>
                                        <p:tgtEl>
                                          <p:spTgt spid="70"/>
                                        </p:tgtEl>
                                        <p:attrNameLst>
                                          <p:attrName>fill.type</p:attrName>
                                        </p:attrNameLst>
                                      </p:cBhvr>
                                      <p:to>
                                        <p:strVal val="solid"/>
                                      </p:to>
                                    </p:set>
                                    <p:set>
                                      <p:cBhvr>
                                        <p:cTn id="103" dur="1000" fill="hold"/>
                                        <p:tgtEl>
                                          <p:spTgt spid="70"/>
                                        </p:tgtEl>
                                        <p:attrNameLst>
                                          <p:attrName>fill.on</p:attrName>
                                        </p:attrNameLst>
                                      </p:cBhvr>
                                      <p:to>
                                        <p:strVal val="true"/>
                                      </p:to>
                                    </p:set>
                                  </p:childTnLst>
                                </p:cTn>
                              </p:par>
                              <p:par>
                                <p:cTn id="104" presetID="1" presetClass="emph" presetSubtype="2" fill="hold" nodeType="withEffect">
                                  <p:stCondLst>
                                    <p:cond delay="0"/>
                                  </p:stCondLst>
                                  <p:childTnLst>
                                    <p:animClr clrSpc="rgb" dir="cw">
                                      <p:cBhvr>
                                        <p:cTn id="105" dur="1000" fill="hold"/>
                                        <p:tgtEl>
                                          <p:spTgt spid="71"/>
                                        </p:tgtEl>
                                        <p:attrNameLst>
                                          <p:attrName>fillcolor</p:attrName>
                                        </p:attrNameLst>
                                      </p:cBhvr>
                                      <p:to>
                                        <a:srgbClr val="262626"/>
                                      </p:to>
                                    </p:animClr>
                                    <p:set>
                                      <p:cBhvr>
                                        <p:cTn id="106" dur="1000" fill="hold"/>
                                        <p:tgtEl>
                                          <p:spTgt spid="71"/>
                                        </p:tgtEl>
                                        <p:attrNameLst>
                                          <p:attrName>fill.type</p:attrName>
                                        </p:attrNameLst>
                                      </p:cBhvr>
                                      <p:to>
                                        <p:strVal val="solid"/>
                                      </p:to>
                                    </p:set>
                                    <p:set>
                                      <p:cBhvr>
                                        <p:cTn id="107" dur="1000" fill="hold"/>
                                        <p:tgtEl>
                                          <p:spTgt spid="71"/>
                                        </p:tgtEl>
                                        <p:attrNameLst>
                                          <p:attrName>fill.on</p:attrName>
                                        </p:attrNameLst>
                                      </p:cBhvr>
                                      <p:to>
                                        <p:strVal val="true"/>
                                      </p:to>
                                    </p:set>
                                  </p:childTnLst>
                                </p:cTn>
                              </p:par>
                              <p:par>
                                <p:cTn id="108" presetID="1" presetClass="emph" presetSubtype="2" fill="hold" nodeType="withEffect">
                                  <p:stCondLst>
                                    <p:cond delay="0"/>
                                  </p:stCondLst>
                                  <p:childTnLst>
                                    <p:animClr clrSpc="rgb" dir="cw">
                                      <p:cBhvr>
                                        <p:cTn id="109" dur="1000" fill="hold"/>
                                        <p:tgtEl>
                                          <p:spTgt spid="72"/>
                                        </p:tgtEl>
                                        <p:attrNameLst>
                                          <p:attrName>fillcolor</p:attrName>
                                        </p:attrNameLst>
                                      </p:cBhvr>
                                      <p:to>
                                        <a:srgbClr val="262626"/>
                                      </p:to>
                                    </p:animClr>
                                    <p:set>
                                      <p:cBhvr>
                                        <p:cTn id="110" dur="1000" fill="hold"/>
                                        <p:tgtEl>
                                          <p:spTgt spid="72"/>
                                        </p:tgtEl>
                                        <p:attrNameLst>
                                          <p:attrName>fill.type</p:attrName>
                                        </p:attrNameLst>
                                      </p:cBhvr>
                                      <p:to>
                                        <p:strVal val="solid"/>
                                      </p:to>
                                    </p:set>
                                    <p:set>
                                      <p:cBhvr>
                                        <p:cTn id="111" dur="1000" fill="hold"/>
                                        <p:tgtEl>
                                          <p:spTgt spid="72"/>
                                        </p:tgtEl>
                                        <p:attrNameLst>
                                          <p:attrName>fill.on</p:attrName>
                                        </p:attrNameLst>
                                      </p:cBhvr>
                                      <p:to>
                                        <p:strVal val="true"/>
                                      </p:to>
                                    </p:set>
                                  </p:childTnLst>
                                </p:cTn>
                              </p:par>
                              <p:par>
                                <p:cTn id="112" presetID="1" presetClass="emph" presetSubtype="2" fill="hold" nodeType="withEffect">
                                  <p:stCondLst>
                                    <p:cond delay="0"/>
                                  </p:stCondLst>
                                  <p:childTnLst>
                                    <p:animClr clrSpc="rgb" dir="cw">
                                      <p:cBhvr>
                                        <p:cTn id="113" dur="1000" fill="hold"/>
                                        <p:tgtEl>
                                          <p:spTgt spid="73"/>
                                        </p:tgtEl>
                                        <p:attrNameLst>
                                          <p:attrName>fillcolor</p:attrName>
                                        </p:attrNameLst>
                                      </p:cBhvr>
                                      <p:to>
                                        <a:srgbClr val="262626"/>
                                      </p:to>
                                    </p:animClr>
                                    <p:set>
                                      <p:cBhvr>
                                        <p:cTn id="114" dur="1000" fill="hold"/>
                                        <p:tgtEl>
                                          <p:spTgt spid="73"/>
                                        </p:tgtEl>
                                        <p:attrNameLst>
                                          <p:attrName>fill.type</p:attrName>
                                        </p:attrNameLst>
                                      </p:cBhvr>
                                      <p:to>
                                        <p:strVal val="solid"/>
                                      </p:to>
                                    </p:set>
                                    <p:set>
                                      <p:cBhvr>
                                        <p:cTn id="115" dur="1000" fill="hold"/>
                                        <p:tgtEl>
                                          <p:spTgt spid="73"/>
                                        </p:tgtEl>
                                        <p:attrNameLst>
                                          <p:attrName>fill.on</p:attrName>
                                        </p:attrNameLst>
                                      </p:cBhvr>
                                      <p:to>
                                        <p:strVal val="true"/>
                                      </p:to>
                                    </p:set>
                                  </p:childTnLst>
                                </p:cTn>
                              </p:par>
                            </p:childTnLst>
                          </p:cTn>
                        </p:par>
                        <p:par>
                          <p:cTn id="116" fill="hold">
                            <p:stCondLst>
                              <p:cond delay="4000"/>
                            </p:stCondLst>
                            <p:childTnLst>
                              <p:par>
                                <p:cTn id="117" presetID="1" presetClass="emph" presetSubtype="2" fill="hold" nodeType="afterEffect">
                                  <p:stCondLst>
                                    <p:cond delay="0"/>
                                  </p:stCondLst>
                                  <p:childTnLst>
                                    <p:animClr clrSpc="rgb" dir="cw">
                                      <p:cBhvr>
                                        <p:cTn id="118" dur="1000" fill="hold"/>
                                        <p:tgtEl>
                                          <p:spTgt spid="69"/>
                                        </p:tgtEl>
                                        <p:attrNameLst>
                                          <p:attrName>fillcolor</p:attrName>
                                        </p:attrNameLst>
                                      </p:cBhvr>
                                      <p:to>
                                        <a:srgbClr val="D9D9D9"/>
                                      </p:to>
                                    </p:animClr>
                                    <p:set>
                                      <p:cBhvr>
                                        <p:cTn id="119" dur="1000" fill="hold"/>
                                        <p:tgtEl>
                                          <p:spTgt spid="69"/>
                                        </p:tgtEl>
                                        <p:attrNameLst>
                                          <p:attrName>fill.type</p:attrName>
                                        </p:attrNameLst>
                                      </p:cBhvr>
                                      <p:to>
                                        <p:strVal val="solid"/>
                                      </p:to>
                                    </p:set>
                                    <p:set>
                                      <p:cBhvr>
                                        <p:cTn id="120" dur="1000" fill="hold"/>
                                        <p:tgtEl>
                                          <p:spTgt spid="69"/>
                                        </p:tgtEl>
                                        <p:attrNameLst>
                                          <p:attrName>fill.on</p:attrName>
                                        </p:attrNameLst>
                                      </p:cBhvr>
                                      <p:to>
                                        <p:strVal val="true"/>
                                      </p:to>
                                    </p:set>
                                  </p:childTnLst>
                                </p:cTn>
                              </p:par>
                              <p:par>
                                <p:cTn id="121" presetID="1" presetClass="emph" presetSubtype="2" fill="hold" nodeType="withEffect">
                                  <p:stCondLst>
                                    <p:cond delay="0"/>
                                  </p:stCondLst>
                                  <p:childTnLst>
                                    <p:animClr clrSpc="rgb" dir="cw">
                                      <p:cBhvr>
                                        <p:cTn id="122" dur="1000" fill="hold"/>
                                        <p:tgtEl>
                                          <p:spTgt spid="70"/>
                                        </p:tgtEl>
                                        <p:attrNameLst>
                                          <p:attrName>fillcolor</p:attrName>
                                        </p:attrNameLst>
                                      </p:cBhvr>
                                      <p:to>
                                        <a:srgbClr val="D9D9D9"/>
                                      </p:to>
                                    </p:animClr>
                                    <p:set>
                                      <p:cBhvr>
                                        <p:cTn id="123" dur="1000" fill="hold"/>
                                        <p:tgtEl>
                                          <p:spTgt spid="70"/>
                                        </p:tgtEl>
                                        <p:attrNameLst>
                                          <p:attrName>fill.type</p:attrName>
                                        </p:attrNameLst>
                                      </p:cBhvr>
                                      <p:to>
                                        <p:strVal val="solid"/>
                                      </p:to>
                                    </p:set>
                                    <p:set>
                                      <p:cBhvr>
                                        <p:cTn id="124" dur="1000" fill="hold"/>
                                        <p:tgtEl>
                                          <p:spTgt spid="70"/>
                                        </p:tgtEl>
                                        <p:attrNameLst>
                                          <p:attrName>fill.on</p:attrName>
                                        </p:attrNameLst>
                                      </p:cBhvr>
                                      <p:to>
                                        <p:strVal val="true"/>
                                      </p:to>
                                    </p:set>
                                  </p:childTnLst>
                                </p:cTn>
                              </p:par>
                              <p:par>
                                <p:cTn id="125" presetID="1" presetClass="emph" presetSubtype="2" fill="hold" nodeType="withEffect">
                                  <p:stCondLst>
                                    <p:cond delay="0"/>
                                  </p:stCondLst>
                                  <p:childTnLst>
                                    <p:animClr clrSpc="rgb" dir="cw">
                                      <p:cBhvr>
                                        <p:cTn id="126" dur="1000" fill="hold"/>
                                        <p:tgtEl>
                                          <p:spTgt spid="71"/>
                                        </p:tgtEl>
                                        <p:attrNameLst>
                                          <p:attrName>fillcolor</p:attrName>
                                        </p:attrNameLst>
                                      </p:cBhvr>
                                      <p:to>
                                        <a:srgbClr val="D9D9D9"/>
                                      </p:to>
                                    </p:animClr>
                                    <p:set>
                                      <p:cBhvr>
                                        <p:cTn id="127" dur="1000" fill="hold"/>
                                        <p:tgtEl>
                                          <p:spTgt spid="71"/>
                                        </p:tgtEl>
                                        <p:attrNameLst>
                                          <p:attrName>fill.type</p:attrName>
                                        </p:attrNameLst>
                                      </p:cBhvr>
                                      <p:to>
                                        <p:strVal val="solid"/>
                                      </p:to>
                                    </p:set>
                                    <p:set>
                                      <p:cBhvr>
                                        <p:cTn id="128" dur="1000" fill="hold"/>
                                        <p:tgtEl>
                                          <p:spTgt spid="71"/>
                                        </p:tgtEl>
                                        <p:attrNameLst>
                                          <p:attrName>fill.on</p:attrName>
                                        </p:attrNameLst>
                                      </p:cBhvr>
                                      <p:to>
                                        <p:strVal val="true"/>
                                      </p:to>
                                    </p:set>
                                  </p:childTnLst>
                                </p:cTn>
                              </p:par>
                              <p:par>
                                <p:cTn id="129" presetID="1" presetClass="emph" presetSubtype="2" fill="hold" nodeType="withEffect">
                                  <p:stCondLst>
                                    <p:cond delay="0"/>
                                  </p:stCondLst>
                                  <p:childTnLst>
                                    <p:animClr clrSpc="rgb" dir="cw">
                                      <p:cBhvr>
                                        <p:cTn id="130" dur="1000" fill="hold"/>
                                        <p:tgtEl>
                                          <p:spTgt spid="72"/>
                                        </p:tgtEl>
                                        <p:attrNameLst>
                                          <p:attrName>fillcolor</p:attrName>
                                        </p:attrNameLst>
                                      </p:cBhvr>
                                      <p:to>
                                        <a:srgbClr val="D9D9D9"/>
                                      </p:to>
                                    </p:animClr>
                                    <p:set>
                                      <p:cBhvr>
                                        <p:cTn id="131" dur="1000" fill="hold"/>
                                        <p:tgtEl>
                                          <p:spTgt spid="72"/>
                                        </p:tgtEl>
                                        <p:attrNameLst>
                                          <p:attrName>fill.type</p:attrName>
                                        </p:attrNameLst>
                                      </p:cBhvr>
                                      <p:to>
                                        <p:strVal val="solid"/>
                                      </p:to>
                                    </p:set>
                                    <p:set>
                                      <p:cBhvr>
                                        <p:cTn id="132" dur="1000" fill="hold"/>
                                        <p:tgtEl>
                                          <p:spTgt spid="72"/>
                                        </p:tgtEl>
                                        <p:attrNameLst>
                                          <p:attrName>fill.on</p:attrName>
                                        </p:attrNameLst>
                                      </p:cBhvr>
                                      <p:to>
                                        <p:strVal val="true"/>
                                      </p:to>
                                    </p:set>
                                  </p:childTnLst>
                                </p:cTn>
                              </p:par>
                              <p:par>
                                <p:cTn id="133" presetID="1" presetClass="emph" presetSubtype="2" fill="hold" nodeType="withEffect">
                                  <p:stCondLst>
                                    <p:cond delay="0"/>
                                  </p:stCondLst>
                                  <p:childTnLst>
                                    <p:animClr clrSpc="rgb" dir="cw">
                                      <p:cBhvr>
                                        <p:cTn id="134" dur="1000" fill="hold"/>
                                        <p:tgtEl>
                                          <p:spTgt spid="73"/>
                                        </p:tgtEl>
                                        <p:attrNameLst>
                                          <p:attrName>fillcolor</p:attrName>
                                        </p:attrNameLst>
                                      </p:cBhvr>
                                      <p:to>
                                        <a:srgbClr val="D9D9D9"/>
                                      </p:to>
                                    </p:animClr>
                                    <p:set>
                                      <p:cBhvr>
                                        <p:cTn id="135" dur="1000" fill="hold"/>
                                        <p:tgtEl>
                                          <p:spTgt spid="73"/>
                                        </p:tgtEl>
                                        <p:attrNameLst>
                                          <p:attrName>fill.type</p:attrName>
                                        </p:attrNameLst>
                                      </p:cBhvr>
                                      <p:to>
                                        <p:strVal val="solid"/>
                                      </p:to>
                                    </p:set>
                                    <p:set>
                                      <p:cBhvr>
                                        <p:cTn id="136" dur="1000" fill="hold"/>
                                        <p:tgtEl>
                                          <p:spTgt spid="73"/>
                                        </p:tgtEl>
                                        <p:attrNameLst>
                                          <p:attrName>fill.on</p:attrName>
                                        </p:attrNameLst>
                                      </p:cBhvr>
                                      <p:to>
                                        <p:strVal val="true"/>
                                      </p:to>
                                    </p:set>
                                  </p:childTnLst>
                                </p:cTn>
                              </p:par>
                            </p:childTnLst>
                          </p:cTn>
                        </p:par>
                        <p:par>
                          <p:cTn id="137" fill="hold">
                            <p:stCondLst>
                              <p:cond delay="5000"/>
                            </p:stCondLst>
                            <p:childTnLst>
                              <p:par>
                                <p:cTn id="138" presetID="1" presetClass="emph" presetSubtype="2" fill="hold" nodeType="afterEffect">
                                  <p:stCondLst>
                                    <p:cond delay="0"/>
                                  </p:stCondLst>
                                  <p:childTnLst>
                                    <p:animClr clrSpc="rgb" dir="cw">
                                      <p:cBhvr>
                                        <p:cTn id="139" dur="1000" fill="hold"/>
                                        <p:tgtEl>
                                          <p:spTgt spid="69"/>
                                        </p:tgtEl>
                                        <p:attrNameLst>
                                          <p:attrName>fillcolor</p:attrName>
                                        </p:attrNameLst>
                                      </p:cBhvr>
                                      <p:to>
                                        <a:srgbClr val="262626"/>
                                      </p:to>
                                    </p:animClr>
                                    <p:set>
                                      <p:cBhvr>
                                        <p:cTn id="140" dur="1000" fill="hold"/>
                                        <p:tgtEl>
                                          <p:spTgt spid="69"/>
                                        </p:tgtEl>
                                        <p:attrNameLst>
                                          <p:attrName>fill.type</p:attrName>
                                        </p:attrNameLst>
                                      </p:cBhvr>
                                      <p:to>
                                        <p:strVal val="solid"/>
                                      </p:to>
                                    </p:set>
                                    <p:set>
                                      <p:cBhvr>
                                        <p:cTn id="141" dur="1000" fill="hold"/>
                                        <p:tgtEl>
                                          <p:spTgt spid="69"/>
                                        </p:tgtEl>
                                        <p:attrNameLst>
                                          <p:attrName>fill.on</p:attrName>
                                        </p:attrNameLst>
                                      </p:cBhvr>
                                      <p:to>
                                        <p:strVal val="true"/>
                                      </p:to>
                                    </p:set>
                                  </p:childTnLst>
                                </p:cTn>
                              </p:par>
                              <p:par>
                                <p:cTn id="142" presetID="1" presetClass="emph" presetSubtype="2" fill="hold" nodeType="withEffect">
                                  <p:stCondLst>
                                    <p:cond delay="0"/>
                                  </p:stCondLst>
                                  <p:childTnLst>
                                    <p:animClr clrSpc="rgb" dir="cw">
                                      <p:cBhvr>
                                        <p:cTn id="143" dur="1000" fill="hold"/>
                                        <p:tgtEl>
                                          <p:spTgt spid="70"/>
                                        </p:tgtEl>
                                        <p:attrNameLst>
                                          <p:attrName>fillcolor</p:attrName>
                                        </p:attrNameLst>
                                      </p:cBhvr>
                                      <p:to>
                                        <a:srgbClr val="262626"/>
                                      </p:to>
                                    </p:animClr>
                                    <p:set>
                                      <p:cBhvr>
                                        <p:cTn id="144" dur="1000" fill="hold"/>
                                        <p:tgtEl>
                                          <p:spTgt spid="70"/>
                                        </p:tgtEl>
                                        <p:attrNameLst>
                                          <p:attrName>fill.type</p:attrName>
                                        </p:attrNameLst>
                                      </p:cBhvr>
                                      <p:to>
                                        <p:strVal val="solid"/>
                                      </p:to>
                                    </p:set>
                                    <p:set>
                                      <p:cBhvr>
                                        <p:cTn id="145" dur="1000" fill="hold"/>
                                        <p:tgtEl>
                                          <p:spTgt spid="70"/>
                                        </p:tgtEl>
                                        <p:attrNameLst>
                                          <p:attrName>fill.on</p:attrName>
                                        </p:attrNameLst>
                                      </p:cBhvr>
                                      <p:to>
                                        <p:strVal val="true"/>
                                      </p:to>
                                    </p:set>
                                  </p:childTnLst>
                                </p:cTn>
                              </p:par>
                              <p:par>
                                <p:cTn id="146" presetID="1" presetClass="emph" presetSubtype="2" fill="hold" nodeType="withEffect">
                                  <p:stCondLst>
                                    <p:cond delay="0"/>
                                  </p:stCondLst>
                                  <p:childTnLst>
                                    <p:animClr clrSpc="rgb" dir="cw">
                                      <p:cBhvr>
                                        <p:cTn id="147" dur="1000" fill="hold"/>
                                        <p:tgtEl>
                                          <p:spTgt spid="71"/>
                                        </p:tgtEl>
                                        <p:attrNameLst>
                                          <p:attrName>fillcolor</p:attrName>
                                        </p:attrNameLst>
                                      </p:cBhvr>
                                      <p:to>
                                        <a:srgbClr val="262626"/>
                                      </p:to>
                                    </p:animClr>
                                    <p:set>
                                      <p:cBhvr>
                                        <p:cTn id="148" dur="1000" fill="hold"/>
                                        <p:tgtEl>
                                          <p:spTgt spid="71"/>
                                        </p:tgtEl>
                                        <p:attrNameLst>
                                          <p:attrName>fill.type</p:attrName>
                                        </p:attrNameLst>
                                      </p:cBhvr>
                                      <p:to>
                                        <p:strVal val="solid"/>
                                      </p:to>
                                    </p:set>
                                    <p:set>
                                      <p:cBhvr>
                                        <p:cTn id="149" dur="1000" fill="hold"/>
                                        <p:tgtEl>
                                          <p:spTgt spid="71"/>
                                        </p:tgtEl>
                                        <p:attrNameLst>
                                          <p:attrName>fill.on</p:attrName>
                                        </p:attrNameLst>
                                      </p:cBhvr>
                                      <p:to>
                                        <p:strVal val="true"/>
                                      </p:to>
                                    </p:set>
                                  </p:childTnLst>
                                </p:cTn>
                              </p:par>
                              <p:par>
                                <p:cTn id="150" presetID="1" presetClass="emph" presetSubtype="2" fill="hold" nodeType="withEffect">
                                  <p:stCondLst>
                                    <p:cond delay="0"/>
                                  </p:stCondLst>
                                  <p:childTnLst>
                                    <p:animClr clrSpc="rgb" dir="cw">
                                      <p:cBhvr>
                                        <p:cTn id="151" dur="1000" fill="hold"/>
                                        <p:tgtEl>
                                          <p:spTgt spid="72"/>
                                        </p:tgtEl>
                                        <p:attrNameLst>
                                          <p:attrName>fillcolor</p:attrName>
                                        </p:attrNameLst>
                                      </p:cBhvr>
                                      <p:to>
                                        <a:srgbClr val="262626"/>
                                      </p:to>
                                    </p:animClr>
                                    <p:set>
                                      <p:cBhvr>
                                        <p:cTn id="152" dur="1000" fill="hold"/>
                                        <p:tgtEl>
                                          <p:spTgt spid="72"/>
                                        </p:tgtEl>
                                        <p:attrNameLst>
                                          <p:attrName>fill.type</p:attrName>
                                        </p:attrNameLst>
                                      </p:cBhvr>
                                      <p:to>
                                        <p:strVal val="solid"/>
                                      </p:to>
                                    </p:set>
                                    <p:set>
                                      <p:cBhvr>
                                        <p:cTn id="153" dur="1000" fill="hold"/>
                                        <p:tgtEl>
                                          <p:spTgt spid="72"/>
                                        </p:tgtEl>
                                        <p:attrNameLst>
                                          <p:attrName>fill.on</p:attrName>
                                        </p:attrNameLst>
                                      </p:cBhvr>
                                      <p:to>
                                        <p:strVal val="true"/>
                                      </p:to>
                                    </p:set>
                                  </p:childTnLst>
                                </p:cTn>
                              </p:par>
                              <p:par>
                                <p:cTn id="154" presetID="1" presetClass="emph" presetSubtype="2" fill="hold" nodeType="withEffect">
                                  <p:stCondLst>
                                    <p:cond delay="0"/>
                                  </p:stCondLst>
                                  <p:childTnLst>
                                    <p:animClr clrSpc="rgb" dir="cw">
                                      <p:cBhvr>
                                        <p:cTn id="155" dur="1000" fill="hold"/>
                                        <p:tgtEl>
                                          <p:spTgt spid="73"/>
                                        </p:tgtEl>
                                        <p:attrNameLst>
                                          <p:attrName>fillcolor</p:attrName>
                                        </p:attrNameLst>
                                      </p:cBhvr>
                                      <p:to>
                                        <a:srgbClr val="262626"/>
                                      </p:to>
                                    </p:animClr>
                                    <p:set>
                                      <p:cBhvr>
                                        <p:cTn id="156" dur="1000" fill="hold"/>
                                        <p:tgtEl>
                                          <p:spTgt spid="73"/>
                                        </p:tgtEl>
                                        <p:attrNameLst>
                                          <p:attrName>fill.type</p:attrName>
                                        </p:attrNameLst>
                                      </p:cBhvr>
                                      <p:to>
                                        <p:strVal val="solid"/>
                                      </p:to>
                                    </p:set>
                                    <p:set>
                                      <p:cBhvr>
                                        <p:cTn id="157" dur="1000" fill="hold"/>
                                        <p:tgtEl>
                                          <p:spTgt spid="73"/>
                                        </p:tgtEl>
                                        <p:attrNameLst>
                                          <p:attrName>fill.on</p:attrName>
                                        </p:attrNameLst>
                                      </p:cBhvr>
                                      <p:to>
                                        <p:strVal val="true"/>
                                      </p:to>
                                    </p:set>
                                  </p:childTnLst>
                                </p:cTn>
                              </p:par>
                            </p:childTnLst>
                          </p:cTn>
                        </p:par>
                        <p:par>
                          <p:cTn id="158" fill="hold">
                            <p:stCondLst>
                              <p:cond delay="6000"/>
                            </p:stCondLst>
                            <p:childTnLst>
                              <p:par>
                                <p:cTn id="159" presetID="1" presetClass="emph" presetSubtype="2" fill="hold" nodeType="afterEffect">
                                  <p:stCondLst>
                                    <p:cond delay="0"/>
                                  </p:stCondLst>
                                  <p:childTnLst>
                                    <p:animClr clrSpc="rgb" dir="cw">
                                      <p:cBhvr>
                                        <p:cTn id="160" dur="1000" fill="hold"/>
                                        <p:tgtEl>
                                          <p:spTgt spid="70"/>
                                        </p:tgtEl>
                                        <p:attrNameLst>
                                          <p:attrName>fillcolor</p:attrName>
                                        </p:attrNameLst>
                                      </p:cBhvr>
                                      <p:to>
                                        <a:srgbClr val="D9D9D9"/>
                                      </p:to>
                                    </p:animClr>
                                    <p:set>
                                      <p:cBhvr>
                                        <p:cTn id="161" dur="1000" fill="hold"/>
                                        <p:tgtEl>
                                          <p:spTgt spid="70"/>
                                        </p:tgtEl>
                                        <p:attrNameLst>
                                          <p:attrName>fill.type</p:attrName>
                                        </p:attrNameLst>
                                      </p:cBhvr>
                                      <p:to>
                                        <p:strVal val="solid"/>
                                      </p:to>
                                    </p:set>
                                    <p:set>
                                      <p:cBhvr>
                                        <p:cTn id="162" dur="1000" fill="hold"/>
                                        <p:tgtEl>
                                          <p:spTgt spid="70"/>
                                        </p:tgtEl>
                                        <p:attrNameLst>
                                          <p:attrName>fill.on</p:attrName>
                                        </p:attrNameLst>
                                      </p:cBhvr>
                                      <p:to>
                                        <p:strVal val="true"/>
                                      </p:to>
                                    </p:set>
                                  </p:childTnLst>
                                </p:cTn>
                              </p:par>
                              <p:par>
                                <p:cTn id="163" presetID="1" presetClass="emph" presetSubtype="2" fill="hold" nodeType="withEffect">
                                  <p:stCondLst>
                                    <p:cond delay="0"/>
                                  </p:stCondLst>
                                  <p:childTnLst>
                                    <p:animClr clrSpc="rgb" dir="cw">
                                      <p:cBhvr>
                                        <p:cTn id="164" dur="1000" fill="hold"/>
                                        <p:tgtEl>
                                          <p:spTgt spid="72"/>
                                        </p:tgtEl>
                                        <p:attrNameLst>
                                          <p:attrName>fillcolor</p:attrName>
                                        </p:attrNameLst>
                                      </p:cBhvr>
                                      <p:to>
                                        <a:srgbClr val="D9D9D9"/>
                                      </p:to>
                                    </p:animClr>
                                    <p:set>
                                      <p:cBhvr>
                                        <p:cTn id="165" dur="1000" fill="hold"/>
                                        <p:tgtEl>
                                          <p:spTgt spid="72"/>
                                        </p:tgtEl>
                                        <p:attrNameLst>
                                          <p:attrName>fill.type</p:attrName>
                                        </p:attrNameLst>
                                      </p:cBhvr>
                                      <p:to>
                                        <p:strVal val="solid"/>
                                      </p:to>
                                    </p:set>
                                    <p:set>
                                      <p:cBhvr>
                                        <p:cTn id="166" dur="1000" fill="hold"/>
                                        <p:tgtEl>
                                          <p:spTgt spid="72"/>
                                        </p:tgtEl>
                                        <p:attrNameLst>
                                          <p:attrName>fill.on</p:attrName>
                                        </p:attrNameLst>
                                      </p:cBhvr>
                                      <p:to>
                                        <p:strVal val="true"/>
                                      </p:to>
                                    </p:set>
                                  </p:childTnLst>
                                </p:cTn>
                              </p:par>
                              <p:par>
                                <p:cTn id="167" presetID="9" presetClass="entr" presetSubtype="0" fill="hold" nodeType="withEffect">
                                  <p:stCondLst>
                                    <p:cond delay="0"/>
                                  </p:stCondLst>
                                  <p:childTnLst>
                                    <p:set>
                                      <p:cBhvr>
                                        <p:cTn id="168" dur="1" fill="hold">
                                          <p:stCondLst>
                                            <p:cond delay="0"/>
                                          </p:stCondLst>
                                        </p:cTn>
                                        <p:tgtEl>
                                          <p:spTgt spid="76"/>
                                        </p:tgtEl>
                                        <p:attrNameLst>
                                          <p:attrName>style.visibility</p:attrName>
                                        </p:attrNameLst>
                                      </p:cBhvr>
                                      <p:to>
                                        <p:strVal val="visible"/>
                                      </p:to>
                                    </p:set>
                                    <p:animEffect transition="in" filter="dissolve">
                                      <p:cBhvr>
                                        <p:cTn id="169" dur="500"/>
                                        <p:tgtEl>
                                          <p:spTgt spid="76"/>
                                        </p:tgtEl>
                                      </p:cBhvr>
                                    </p:animEffect>
                                  </p:childTnLst>
                                </p:cTn>
                              </p:par>
                              <p:par>
                                <p:cTn id="170" presetID="9" presetClass="entr" presetSubtype="0" fill="hold" nodeType="withEffect">
                                  <p:stCondLst>
                                    <p:cond delay="0"/>
                                  </p:stCondLst>
                                  <p:childTnLst>
                                    <p:set>
                                      <p:cBhvr>
                                        <p:cTn id="171" dur="1" fill="hold">
                                          <p:stCondLst>
                                            <p:cond delay="0"/>
                                          </p:stCondLst>
                                        </p:cTn>
                                        <p:tgtEl>
                                          <p:spTgt spid="75"/>
                                        </p:tgtEl>
                                        <p:attrNameLst>
                                          <p:attrName>style.visibility</p:attrName>
                                        </p:attrNameLst>
                                      </p:cBhvr>
                                      <p:to>
                                        <p:strVal val="visible"/>
                                      </p:to>
                                    </p:set>
                                    <p:animEffect transition="in" filter="dissolve">
                                      <p:cBhvr>
                                        <p:cTn id="172" dur="500"/>
                                        <p:tgtEl>
                                          <p:spTgt spid="75"/>
                                        </p:tgtEl>
                                      </p:cBhvr>
                                    </p:animEffect>
                                  </p:childTnLst>
                                </p:cTn>
                              </p:par>
                              <p:par>
                                <p:cTn id="173" presetID="9" presetClass="entr" presetSubtype="0" fill="hold" nodeType="withEffect">
                                  <p:stCondLst>
                                    <p:cond delay="0"/>
                                  </p:stCondLst>
                                  <p:childTnLst>
                                    <p:set>
                                      <p:cBhvr>
                                        <p:cTn id="174" dur="1" fill="hold">
                                          <p:stCondLst>
                                            <p:cond delay="0"/>
                                          </p:stCondLst>
                                        </p:cTn>
                                        <p:tgtEl>
                                          <p:spTgt spid="78"/>
                                        </p:tgtEl>
                                        <p:attrNameLst>
                                          <p:attrName>style.visibility</p:attrName>
                                        </p:attrNameLst>
                                      </p:cBhvr>
                                      <p:to>
                                        <p:strVal val="visible"/>
                                      </p:to>
                                    </p:set>
                                    <p:animEffect transition="in" filter="dissolve">
                                      <p:cBhvr>
                                        <p:cTn id="175" dur="500"/>
                                        <p:tgtEl>
                                          <p:spTgt spid="78"/>
                                        </p:tgtEl>
                                      </p:cBhvr>
                                    </p:animEffect>
                                  </p:childTnLst>
                                </p:cTn>
                              </p:par>
                              <p:par>
                                <p:cTn id="176" presetID="9" presetClass="entr" presetSubtype="0" fill="hold" nodeType="withEffect">
                                  <p:stCondLst>
                                    <p:cond delay="0"/>
                                  </p:stCondLst>
                                  <p:childTnLst>
                                    <p:set>
                                      <p:cBhvr>
                                        <p:cTn id="177" dur="1" fill="hold">
                                          <p:stCondLst>
                                            <p:cond delay="0"/>
                                          </p:stCondLst>
                                        </p:cTn>
                                        <p:tgtEl>
                                          <p:spTgt spid="77"/>
                                        </p:tgtEl>
                                        <p:attrNameLst>
                                          <p:attrName>style.visibility</p:attrName>
                                        </p:attrNameLst>
                                      </p:cBhvr>
                                      <p:to>
                                        <p:strVal val="visible"/>
                                      </p:to>
                                    </p:set>
                                    <p:animEffect transition="in" filter="dissolve">
                                      <p:cBhvr>
                                        <p:cTn id="178" dur="500"/>
                                        <p:tgtEl>
                                          <p:spTgt spid="77"/>
                                        </p:tgtEl>
                                      </p:cBhvr>
                                    </p:animEffect>
                                  </p:childTnLst>
                                </p:cTn>
                              </p:par>
                              <p:par>
                                <p:cTn id="179" presetID="9" presetClass="entr" presetSubtype="0" fill="hold" nodeType="withEffect">
                                  <p:stCondLst>
                                    <p:cond delay="0"/>
                                  </p:stCondLst>
                                  <p:childTnLst>
                                    <p:set>
                                      <p:cBhvr>
                                        <p:cTn id="180" dur="1" fill="hold">
                                          <p:stCondLst>
                                            <p:cond delay="0"/>
                                          </p:stCondLst>
                                        </p:cTn>
                                        <p:tgtEl>
                                          <p:spTgt spid="77"/>
                                        </p:tgtEl>
                                        <p:attrNameLst>
                                          <p:attrName>style.visibility</p:attrName>
                                        </p:attrNameLst>
                                      </p:cBhvr>
                                      <p:to>
                                        <p:strVal val="visible"/>
                                      </p:to>
                                    </p:set>
                                    <p:animEffect transition="in" filter="dissolve">
                                      <p:cBhvr>
                                        <p:cTn id="181" dur="1000"/>
                                        <p:tgtEl>
                                          <p:spTgt spid="77"/>
                                        </p:tgtEl>
                                      </p:cBhvr>
                                    </p:animEffect>
                                  </p:childTnLst>
                                </p:cTn>
                              </p:par>
                              <p:par>
                                <p:cTn id="182" presetID="9" presetClass="entr" presetSubtype="0" fill="hold" nodeType="withEffect">
                                  <p:stCondLst>
                                    <p:cond delay="0"/>
                                  </p:stCondLst>
                                  <p:childTnLst>
                                    <p:set>
                                      <p:cBhvr>
                                        <p:cTn id="183" dur="1" fill="hold">
                                          <p:stCondLst>
                                            <p:cond delay="0"/>
                                          </p:stCondLst>
                                        </p:cTn>
                                        <p:tgtEl>
                                          <p:spTgt spid="78"/>
                                        </p:tgtEl>
                                        <p:attrNameLst>
                                          <p:attrName>style.visibility</p:attrName>
                                        </p:attrNameLst>
                                      </p:cBhvr>
                                      <p:to>
                                        <p:strVal val="visible"/>
                                      </p:to>
                                    </p:set>
                                    <p:animEffect transition="in" filter="dissolve">
                                      <p:cBhvr>
                                        <p:cTn id="184" dur="1000"/>
                                        <p:tgtEl>
                                          <p:spTgt spid="78"/>
                                        </p:tgtEl>
                                      </p:cBhvr>
                                    </p:animEffect>
                                  </p:childTnLst>
                                </p:cTn>
                              </p:par>
                              <p:par>
                                <p:cTn id="185" presetID="9" presetClass="entr" presetSubtype="0" fill="hold" nodeType="withEffect">
                                  <p:stCondLst>
                                    <p:cond delay="0"/>
                                  </p:stCondLst>
                                  <p:childTnLst>
                                    <p:set>
                                      <p:cBhvr>
                                        <p:cTn id="186" dur="1" fill="hold">
                                          <p:stCondLst>
                                            <p:cond delay="0"/>
                                          </p:stCondLst>
                                        </p:cTn>
                                        <p:tgtEl>
                                          <p:spTgt spid="76"/>
                                        </p:tgtEl>
                                        <p:attrNameLst>
                                          <p:attrName>style.visibility</p:attrName>
                                        </p:attrNameLst>
                                      </p:cBhvr>
                                      <p:to>
                                        <p:strVal val="visible"/>
                                      </p:to>
                                    </p:set>
                                    <p:animEffect transition="in" filter="dissolve">
                                      <p:cBhvr>
                                        <p:cTn id="187" dur="1000"/>
                                        <p:tgtEl>
                                          <p:spTgt spid="76"/>
                                        </p:tgtEl>
                                      </p:cBhvr>
                                    </p:animEffect>
                                  </p:childTnLst>
                                </p:cTn>
                              </p:par>
                              <p:par>
                                <p:cTn id="188" presetID="9" presetClass="entr" presetSubtype="0" fill="hold" nodeType="withEffect">
                                  <p:stCondLst>
                                    <p:cond delay="0"/>
                                  </p:stCondLst>
                                  <p:childTnLst>
                                    <p:set>
                                      <p:cBhvr>
                                        <p:cTn id="189" dur="1" fill="hold">
                                          <p:stCondLst>
                                            <p:cond delay="0"/>
                                          </p:stCondLst>
                                        </p:cTn>
                                        <p:tgtEl>
                                          <p:spTgt spid="75"/>
                                        </p:tgtEl>
                                        <p:attrNameLst>
                                          <p:attrName>style.visibility</p:attrName>
                                        </p:attrNameLst>
                                      </p:cBhvr>
                                      <p:to>
                                        <p:strVal val="visible"/>
                                      </p:to>
                                    </p:set>
                                    <p:animEffect transition="in" filter="dissolve">
                                      <p:cBhvr>
                                        <p:cTn id="190" dur="1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9" grpId="0" animBg="1"/>
      <p:bldP spid="70" grpId="0" animBg="1"/>
      <p:bldP spid="71" grpId="0" animBg="1"/>
      <p:bldP spid="72" grpId="0" animBg="1"/>
      <p:bldP spid="7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B81E-2F90-3EAC-87ED-DD4136FF175A}"/>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20D094D-9C1A-A01E-A30C-82DB69BDD73B}"/>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3" name="Rounded Rectangle 2">
            <a:extLst>
              <a:ext uri="{FF2B5EF4-FFF2-40B4-BE49-F238E27FC236}">
                <a16:creationId xmlns:a16="http://schemas.microsoft.com/office/drawing/2014/main" id="{DD51E313-F3B1-49A1-7F6E-C373274DCCF6}"/>
              </a:ext>
            </a:extLst>
          </p:cNvPr>
          <p:cNvSpPr>
            <a:spLocks noGrp="1"/>
          </p:cNvSpPr>
          <p:nvPr/>
        </p:nvSpPr>
        <p:spPr>
          <a:xfrm>
            <a:off x="3038950" y="3551491"/>
            <a:ext cx="360000" cy="360000"/>
          </a:xfrm>
          <a:prstGeom prst="roundRect">
            <a:avLst>
              <a:gd name="adj" fmla="val 11290"/>
            </a:avLst>
          </a:prstGeom>
          <a:solidFill>
            <a:srgbClr val="A50908"/>
          </a:solidFill>
          <a:ln w="0">
            <a:noFill/>
          </a:ln>
        </p:spPr>
        <p:txBody>
          <a:bodyPr/>
          <a:lstStyle/>
          <a:p>
            <a:endParaRPr lang="en-US"/>
          </a:p>
        </p:txBody>
      </p:sp>
      <p:sp>
        <p:nvSpPr>
          <p:cNvPr id="5" name="Rounded Rectangle 4">
            <a:extLst>
              <a:ext uri="{FF2B5EF4-FFF2-40B4-BE49-F238E27FC236}">
                <a16:creationId xmlns:a16="http://schemas.microsoft.com/office/drawing/2014/main" id="{D5F609B6-1F67-2326-626A-D0C414C621FC}"/>
              </a:ext>
            </a:extLst>
          </p:cNvPr>
          <p:cNvSpPr>
            <a:spLocks noGrp="1"/>
          </p:cNvSpPr>
          <p:nvPr/>
        </p:nvSpPr>
        <p:spPr>
          <a:xfrm>
            <a:off x="3449500"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7" name="Rounded Rectangle 6">
            <a:extLst>
              <a:ext uri="{FF2B5EF4-FFF2-40B4-BE49-F238E27FC236}">
                <a16:creationId xmlns:a16="http://schemas.microsoft.com/office/drawing/2014/main" id="{9B36DEBD-C869-0631-9D1C-163B724F49D2}"/>
              </a:ext>
            </a:extLst>
          </p:cNvPr>
          <p:cNvSpPr>
            <a:spLocks noGrp="1"/>
          </p:cNvSpPr>
          <p:nvPr/>
        </p:nvSpPr>
        <p:spPr>
          <a:xfrm>
            <a:off x="3860050" y="3551491"/>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8" name="Rounded Rectangle 7">
            <a:extLst>
              <a:ext uri="{FF2B5EF4-FFF2-40B4-BE49-F238E27FC236}">
                <a16:creationId xmlns:a16="http://schemas.microsoft.com/office/drawing/2014/main" id="{AF003564-FE98-2337-B273-98E9430A2DCF}"/>
              </a:ext>
            </a:extLst>
          </p:cNvPr>
          <p:cNvSpPr>
            <a:spLocks noGrp="1"/>
          </p:cNvSpPr>
          <p:nvPr/>
        </p:nvSpPr>
        <p:spPr>
          <a:xfrm>
            <a:off x="4270600" y="3550694"/>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9" name="Rounded Rectangle 8">
            <a:extLst>
              <a:ext uri="{FF2B5EF4-FFF2-40B4-BE49-F238E27FC236}">
                <a16:creationId xmlns:a16="http://schemas.microsoft.com/office/drawing/2014/main" id="{F172D89E-A439-AC17-0F22-65670C7A6B17}"/>
              </a:ext>
            </a:extLst>
          </p:cNvPr>
          <p:cNvSpPr>
            <a:spLocks noGrp="1"/>
          </p:cNvSpPr>
          <p:nvPr/>
        </p:nvSpPr>
        <p:spPr>
          <a:xfrm>
            <a:off x="4887775"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2" name="Rounded Rectangle 11">
            <a:extLst>
              <a:ext uri="{FF2B5EF4-FFF2-40B4-BE49-F238E27FC236}">
                <a16:creationId xmlns:a16="http://schemas.microsoft.com/office/drawing/2014/main" id="{E63E9B7A-A9DC-9C24-852A-8175B4E56893}"/>
              </a:ext>
            </a:extLst>
          </p:cNvPr>
          <p:cNvSpPr>
            <a:spLocks noGrp="1"/>
          </p:cNvSpPr>
          <p:nvPr/>
        </p:nvSpPr>
        <p:spPr>
          <a:xfrm>
            <a:off x="5298325" y="3550694"/>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4" name="Rounded Rectangle 13">
            <a:extLst>
              <a:ext uri="{FF2B5EF4-FFF2-40B4-BE49-F238E27FC236}">
                <a16:creationId xmlns:a16="http://schemas.microsoft.com/office/drawing/2014/main" id="{F6FB443F-29F0-E15F-9C9A-93469B01BE8C}"/>
              </a:ext>
            </a:extLst>
          </p:cNvPr>
          <p:cNvSpPr>
            <a:spLocks noGrp="1"/>
          </p:cNvSpPr>
          <p:nvPr/>
        </p:nvSpPr>
        <p:spPr>
          <a:xfrm>
            <a:off x="5708875"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5" name="Rounded Rectangle 14">
            <a:extLst>
              <a:ext uri="{FF2B5EF4-FFF2-40B4-BE49-F238E27FC236}">
                <a16:creationId xmlns:a16="http://schemas.microsoft.com/office/drawing/2014/main" id="{2E97861A-6FC7-D40E-C6F5-E1BC67DA8F4D}"/>
              </a:ext>
            </a:extLst>
          </p:cNvPr>
          <p:cNvSpPr>
            <a:spLocks noGrp="1"/>
          </p:cNvSpPr>
          <p:nvPr/>
        </p:nvSpPr>
        <p:spPr>
          <a:xfrm>
            <a:off x="6112186"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6" name="Rounded Rectangle 15">
            <a:extLst>
              <a:ext uri="{FF2B5EF4-FFF2-40B4-BE49-F238E27FC236}">
                <a16:creationId xmlns:a16="http://schemas.microsoft.com/office/drawing/2014/main" id="{7C131C8D-7F04-8E9D-C5E4-3A8CE803F62C}"/>
              </a:ext>
            </a:extLst>
          </p:cNvPr>
          <p:cNvSpPr>
            <a:spLocks noGrp="1"/>
          </p:cNvSpPr>
          <p:nvPr/>
        </p:nvSpPr>
        <p:spPr>
          <a:xfrm>
            <a:off x="6727126" y="355149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7" name="Rounded Rectangle 16">
            <a:extLst>
              <a:ext uri="{FF2B5EF4-FFF2-40B4-BE49-F238E27FC236}">
                <a16:creationId xmlns:a16="http://schemas.microsoft.com/office/drawing/2014/main" id="{137BAC8C-9ABD-9A81-379D-AC9363448FB2}"/>
              </a:ext>
            </a:extLst>
          </p:cNvPr>
          <p:cNvSpPr>
            <a:spLocks noGrp="1"/>
          </p:cNvSpPr>
          <p:nvPr/>
        </p:nvSpPr>
        <p:spPr>
          <a:xfrm>
            <a:off x="7137676" y="355149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8" name="Rounded Rectangle 17">
            <a:extLst>
              <a:ext uri="{FF2B5EF4-FFF2-40B4-BE49-F238E27FC236}">
                <a16:creationId xmlns:a16="http://schemas.microsoft.com/office/drawing/2014/main" id="{74B08FAD-C3D4-B9DE-C9C5-AEE3DAE3983A}"/>
              </a:ext>
            </a:extLst>
          </p:cNvPr>
          <p:cNvSpPr>
            <a:spLocks noGrp="1"/>
          </p:cNvSpPr>
          <p:nvPr/>
        </p:nvSpPr>
        <p:spPr>
          <a:xfrm>
            <a:off x="7548226" y="3551491"/>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19" name="Rounded Rectangle 18">
            <a:extLst>
              <a:ext uri="{FF2B5EF4-FFF2-40B4-BE49-F238E27FC236}">
                <a16:creationId xmlns:a16="http://schemas.microsoft.com/office/drawing/2014/main" id="{055CF708-C682-A58E-B011-74E7FBCB9954}"/>
              </a:ext>
            </a:extLst>
          </p:cNvPr>
          <p:cNvSpPr>
            <a:spLocks noGrp="1"/>
          </p:cNvSpPr>
          <p:nvPr/>
        </p:nvSpPr>
        <p:spPr>
          <a:xfrm>
            <a:off x="7951537" y="3551491"/>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20" name="Rounded Rectangle 19">
            <a:extLst>
              <a:ext uri="{FF2B5EF4-FFF2-40B4-BE49-F238E27FC236}">
                <a16:creationId xmlns:a16="http://schemas.microsoft.com/office/drawing/2014/main" id="{5AD74EEC-FDAE-0832-4CFA-779FF9EEE398}"/>
              </a:ext>
            </a:extLst>
          </p:cNvPr>
          <p:cNvSpPr>
            <a:spLocks noGrp="1"/>
          </p:cNvSpPr>
          <p:nvPr/>
        </p:nvSpPr>
        <p:spPr>
          <a:xfrm>
            <a:off x="8575951" y="3550694"/>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21" name="Rounded Rectangle 20">
            <a:extLst>
              <a:ext uri="{FF2B5EF4-FFF2-40B4-BE49-F238E27FC236}">
                <a16:creationId xmlns:a16="http://schemas.microsoft.com/office/drawing/2014/main" id="{2557DDF1-CF16-E249-A201-0A524606307C}"/>
              </a:ext>
            </a:extLst>
          </p:cNvPr>
          <p:cNvSpPr>
            <a:spLocks noGrp="1"/>
          </p:cNvSpPr>
          <p:nvPr/>
        </p:nvSpPr>
        <p:spPr>
          <a:xfrm>
            <a:off x="8986501" y="3550694"/>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22" name="Rounded Rectangle 21">
            <a:extLst>
              <a:ext uri="{FF2B5EF4-FFF2-40B4-BE49-F238E27FC236}">
                <a16:creationId xmlns:a16="http://schemas.microsoft.com/office/drawing/2014/main" id="{7DFFF58B-38AF-8A43-973D-7240B40DB0E4}"/>
              </a:ext>
            </a:extLst>
          </p:cNvPr>
          <p:cNvSpPr>
            <a:spLocks noGrp="1"/>
          </p:cNvSpPr>
          <p:nvPr/>
        </p:nvSpPr>
        <p:spPr>
          <a:xfrm>
            <a:off x="9397051" y="3550694"/>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3" name="Rounded Rectangle 22">
            <a:extLst>
              <a:ext uri="{FF2B5EF4-FFF2-40B4-BE49-F238E27FC236}">
                <a16:creationId xmlns:a16="http://schemas.microsoft.com/office/drawing/2014/main" id="{E4757143-6BB6-C4EA-B231-A0DB6C027074}"/>
              </a:ext>
            </a:extLst>
          </p:cNvPr>
          <p:cNvSpPr>
            <a:spLocks noGrp="1"/>
          </p:cNvSpPr>
          <p:nvPr/>
        </p:nvSpPr>
        <p:spPr>
          <a:xfrm>
            <a:off x="9800362" y="3550694"/>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4" name="Rounded Rectangle 23">
            <a:extLst>
              <a:ext uri="{FF2B5EF4-FFF2-40B4-BE49-F238E27FC236}">
                <a16:creationId xmlns:a16="http://schemas.microsoft.com/office/drawing/2014/main" id="{8728CA91-418F-8FBF-2ED6-92511426788B}"/>
              </a:ext>
            </a:extLst>
          </p:cNvPr>
          <p:cNvSpPr>
            <a:spLocks noGrp="1"/>
          </p:cNvSpPr>
          <p:nvPr/>
        </p:nvSpPr>
        <p:spPr>
          <a:xfrm>
            <a:off x="3038950" y="4170148"/>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25" name="Rounded Rectangle 24">
            <a:extLst>
              <a:ext uri="{FF2B5EF4-FFF2-40B4-BE49-F238E27FC236}">
                <a16:creationId xmlns:a16="http://schemas.microsoft.com/office/drawing/2014/main" id="{F0A9607D-FD68-9011-6F83-269864F87284}"/>
              </a:ext>
            </a:extLst>
          </p:cNvPr>
          <p:cNvSpPr>
            <a:spLocks noGrp="1"/>
          </p:cNvSpPr>
          <p:nvPr/>
        </p:nvSpPr>
        <p:spPr>
          <a:xfrm>
            <a:off x="3449500"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6" name="Rounded Rectangle 25">
            <a:extLst>
              <a:ext uri="{FF2B5EF4-FFF2-40B4-BE49-F238E27FC236}">
                <a16:creationId xmlns:a16="http://schemas.microsoft.com/office/drawing/2014/main" id="{D2E4189B-83B2-BEBA-C8CA-5AF039E7E4CE}"/>
              </a:ext>
            </a:extLst>
          </p:cNvPr>
          <p:cNvSpPr>
            <a:spLocks noGrp="1"/>
          </p:cNvSpPr>
          <p:nvPr/>
        </p:nvSpPr>
        <p:spPr>
          <a:xfrm>
            <a:off x="3860050" y="4170148"/>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27" name="Rounded Rectangle 26">
            <a:extLst>
              <a:ext uri="{FF2B5EF4-FFF2-40B4-BE49-F238E27FC236}">
                <a16:creationId xmlns:a16="http://schemas.microsoft.com/office/drawing/2014/main" id="{173BF9B0-34BE-F516-360C-576AD42F1044}"/>
              </a:ext>
            </a:extLst>
          </p:cNvPr>
          <p:cNvSpPr>
            <a:spLocks noGrp="1"/>
          </p:cNvSpPr>
          <p:nvPr/>
        </p:nvSpPr>
        <p:spPr>
          <a:xfrm>
            <a:off x="4263361"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8" name="Rounded Rectangle 27">
            <a:extLst>
              <a:ext uri="{FF2B5EF4-FFF2-40B4-BE49-F238E27FC236}">
                <a16:creationId xmlns:a16="http://schemas.microsoft.com/office/drawing/2014/main" id="{EA17C3D8-2875-9FC4-5B1B-F45661BA5AAF}"/>
              </a:ext>
            </a:extLst>
          </p:cNvPr>
          <p:cNvSpPr>
            <a:spLocks noGrp="1"/>
          </p:cNvSpPr>
          <p:nvPr/>
        </p:nvSpPr>
        <p:spPr>
          <a:xfrm>
            <a:off x="4887775"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9" name="Rounded Rectangle 28">
            <a:extLst>
              <a:ext uri="{FF2B5EF4-FFF2-40B4-BE49-F238E27FC236}">
                <a16:creationId xmlns:a16="http://schemas.microsoft.com/office/drawing/2014/main" id="{7DF4F2E4-CBC7-A685-DEED-218510062E0D}"/>
              </a:ext>
            </a:extLst>
          </p:cNvPr>
          <p:cNvSpPr>
            <a:spLocks noGrp="1"/>
          </p:cNvSpPr>
          <p:nvPr/>
        </p:nvSpPr>
        <p:spPr>
          <a:xfrm>
            <a:off x="5298325" y="416935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0" name="Rounded Rectangle 29">
            <a:extLst>
              <a:ext uri="{FF2B5EF4-FFF2-40B4-BE49-F238E27FC236}">
                <a16:creationId xmlns:a16="http://schemas.microsoft.com/office/drawing/2014/main" id="{B917A431-9F53-6A90-0C59-02C6861FF727}"/>
              </a:ext>
            </a:extLst>
          </p:cNvPr>
          <p:cNvSpPr>
            <a:spLocks noGrp="1"/>
          </p:cNvSpPr>
          <p:nvPr/>
        </p:nvSpPr>
        <p:spPr>
          <a:xfrm>
            <a:off x="5708875" y="4169351"/>
            <a:ext cx="360000" cy="360000"/>
          </a:xfrm>
          <a:prstGeom prst="roundRect">
            <a:avLst>
              <a:gd name="adj" fmla="val 11290"/>
            </a:avLst>
          </a:prstGeom>
          <a:solidFill>
            <a:schemeClr val="tx1">
              <a:lumMod val="85000"/>
              <a:lumOff val="15000"/>
            </a:schemeClr>
          </a:solidFill>
          <a:ln w="38100">
            <a:solidFill>
              <a:srgbClr val="FF0000"/>
            </a:solidFill>
          </a:ln>
        </p:spPr>
        <p:txBody>
          <a:bodyPr/>
          <a:lstStyle/>
          <a:p>
            <a:endParaRPr lang="en-US">
              <a:solidFill>
                <a:schemeClr val="bg1">
                  <a:lumMod val="95000"/>
                </a:schemeClr>
              </a:solidFill>
            </a:endParaRPr>
          </a:p>
        </p:txBody>
      </p:sp>
      <p:sp>
        <p:nvSpPr>
          <p:cNvPr id="31" name="Rounded Rectangle 30">
            <a:extLst>
              <a:ext uri="{FF2B5EF4-FFF2-40B4-BE49-F238E27FC236}">
                <a16:creationId xmlns:a16="http://schemas.microsoft.com/office/drawing/2014/main" id="{FBEF5C40-10B1-21A1-62AE-CC742EA62B27}"/>
              </a:ext>
            </a:extLst>
          </p:cNvPr>
          <p:cNvSpPr>
            <a:spLocks noGrp="1"/>
          </p:cNvSpPr>
          <p:nvPr/>
        </p:nvSpPr>
        <p:spPr>
          <a:xfrm>
            <a:off x="6112186"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2" name="Rounded Rectangle 31">
            <a:extLst>
              <a:ext uri="{FF2B5EF4-FFF2-40B4-BE49-F238E27FC236}">
                <a16:creationId xmlns:a16="http://schemas.microsoft.com/office/drawing/2014/main" id="{44CDF29A-1EC9-94E1-A39F-CC8260B53830}"/>
              </a:ext>
            </a:extLst>
          </p:cNvPr>
          <p:cNvSpPr>
            <a:spLocks noGrp="1"/>
          </p:cNvSpPr>
          <p:nvPr/>
        </p:nvSpPr>
        <p:spPr>
          <a:xfrm>
            <a:off x="6727126" y="4170148"/>
            <a:ext cx="360000" cy="360000"/>
          </a:xfrm>
          <a:prstGeom prst="roundRect">
            <a:avLst>
              <a:gd name="adj" fmla="val 11290"/>
            </a:avLst>
          </a:prstGeom>
          <a:solidFill>
            <a:schemeClr val="tx1">
              <a:lumMod val="85000"/>
              <a:lumOff val="15000"/>
            </a:schemeClr>
          </a:solidFill>
          <a:ln w="38100">
            <a:solidFill>
              <a:srgbClr val="FF0000"/>
            </a:solidFill>
          </a:ln>
        </p:spPr>
        <p:txBody>
          <a:bodyPr/>
          <a:lstStyle/>
          <a:p>
            <a:endParaRPr lang="en-US"/>
          </a:p>
        </p:txBody>
      </p:sp>
      <p:sp>
        <p:nvSpPr>
          <p:cNvPr id="33" name="Rounded Rectangle 32">
            <a:extLst>
              <a:ext uri="{FF2B5EF4-FFF2-40B4-BE49-F238E27FC236}">
                <a16:creationId xmlns:a16="http://schemas.microsoft.com/office/drawing/2014/main" id="{BCA89CDB-FC37-8B00-FA88-771D9F84CCDB}"/>
              </a:ext>
            </a:extLst>
          </p:cNvPr>
          <p:cNvSpPr>
            <a:spLocks noGrp="1"/>
          </p:cNvSpPr>
          <p:nvPr/>
        </p:nvSpPr>
        <p:spPr>
          <a:xfrm>
            <a:off x="713767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4" name="Rounded Rectangle 33">
            <a:extLst>
              <a:ext uri="{FF2B5EF4-FFF2-40B4-BE49-F238E27FC236}">
                <a16:creationId xmlns:a16="http://schemas.microsoft.com/office/drawing/2014/main" id="{69A1DCE2-E708-4CE3-6B5D-A80A36AB602F}"/>
              </a:ext>
            </a:extLst>
          </p:cNvPr>
          <p:cNvSpPr>
            <a:spLocks noGrp="1"/>
          </p:cNvSpPr>
          <p:nvPr/>
        </p:nvSpPr>
        <p:spPr>
          <a:xfrm>
            <a:off x="7548226" y="417014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5" name="Rounded Rectangle 34">
            <a:extLst>
              <a:ext uri="{FF2B5EF4-FFF2-40B4-BE49-F238E27FC236}">
                <a16:creationId xmlns:a16="http://schemas.microsoft.com/office/drawing/2014/main" id="{B18BAD10-2059-BCFD-2A21-BCE841C5EE63}"/>
              </a:ext>
            </a:extLst>
          </p:cNvPr>
          <p:cNvSpPr>
            <a:spLocks noGrp="1"/>
          </p:cNvSpPr>
          <p:nvPr/>
        </p:nvSpPr>
        <p:spPr>
          <a:xfrm>
            <a:off x="7951537" y="4170148"/>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6" name="Rounded Rectangle 35">
            <a:extLst>
              <a:ext uri="{FF2B5EF4-FFF2-40B4-BE49-F238E27FC236}">
                <a16:creationId xmlns:a16="http://schemas.microsoft.com/office/drawing/2014/main" id="{8D51CE53-1185-E0F2-7724-851F29D4E0CA}"/>
              </a:ext>
            </a:extLst>
          </p:cNvPr>
          <p:cNvSpPr>
            <a:spLocks noGrp="1"/>
          </p:cNvSpPr>
          <p:nvPr/>
        </p:nvSpPr>
        <p:spPr>
          <a:xfrm>
            <a:off x="8575951" y="416935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7" name="Rounded Rectangle 36">
            <a:extLst>
              <a:ext uri="{FF2B5EF4-FFF2-40B4-BE49-F238E27FC236}">
                <a16:creationId xmlns:a16="http://schemas.microsoft.com/office/drawing/2014/main" id="{5EA45636-6C44-14B5-9789-1511B5B10814}"/>
              </a:ext>
            </a:extLst>
          </p:cNvPr>
          <p:cNvSpPr>
            <a:spLocks noGrp="1"/>
          </p:cNvSpPr>
          <p:nvPr/>
        </p:nvSpPr>
        <p:spPr>
          <a:xfrm>
            <a:off x="898650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8" name="Rounded Rectangle 37">
            <a:extLst>
              <a:ext uri="{FF2B5EF4-FFF2-40B4-BE49-F238E27FC236}">
                <a16:creationId xmlns:a16="http://schemas.microsoft.com/office/drawing/2014/main" id="{D8787459-8764-7C23-B863-1612D2E84BBE}"/>
              </a:ext>
            </a:extLst>
          </p:cNvPr>
          <p:cNvSpPr>
            <a:spLocks noGrp="1"/>
          </p:cNvSpPr>
          <p:nvPr/>
        </p:nvSpPr>
        <p:spPr>
          <a:xfrm>
            <a:off x="9397051" y="4169351"/>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39" name="Rounded Rectangle 38">
            <a:extLst>
              <a:ext uri="{FF2B5EF4-FFF2-40B4-BE49-F238E27FC236}">
                <a16:creationId xmlns:a16="http://schemas.microsoft.com/office/drawing/2014/main" id="{C55F8C0A-D550-03BD-8C70-ED334FCCC053}"/>
              </a:ext>
            </a:extLst>
          </p:cNvPr>
          <p:cNvSpPr>
            <a:spLocks noGrp="1"/>
          </p:cNvSpPr>
          <p:nvPr/>
        </p:nvSpPr>
        <p:spPr>
          <a:xfrm>
            <a:off x="9800362" y="4169351"/>
            <a:ext cx="360000" cy="360000"/>
          </a:xfrm>
          <a:prstGeom prst="roundRect">
            <a:avLst>
              <a:gd name="adj" fmla="val 11290"/>
            </a:avLst>
          </a:prstGeom>
          <a:solidFill>
            <a:schemeClr val="tx1">
              <a:lumMod val="85000"/>
              <a:lumOff val="15000"/>
            </a:schemeClr>
          </a:solidFill>
          <a:ln w="38100">
            <a:solidFill>
              <a:srgbClr val="FF0000"/>
            </a:solidFill>
          </a:ln>
        </p:spPr>
        <p:txBody>
          <a:bodyPr/>
          <a:lstStyle/>
          <a:p>
            <a:endParaRPr lang="en-US"/>
          </a:p>
        </p:txBody>
      </p:sp>
      <p:sp>
        <p:nvSpPr>
          <p:cNvPr id="40" name="Text 0">
            <a:extLst>
              <a:ext uri="{FF2B5EF4-FFF2-40B4-BE49-F238E27FC236}">
                <a16:creationId xmlns:a16="http://schemas.microsoft.com/office/drawing/2014/main" id="{D376FF62-A836-4DF3-8A90-C737AC38A0D9}"/>
              </a:ext>
            </a:extLst>
          </p:cNvPr>
          <p:cNvSpPr/>
          <p:nvPr/>
        </p:nvSpPr>
        <p:spPr>
          <a:xfrm>
            <a:off x="808939" y="3506861"/>
            <a:ext cx="2080373" cy="447665"/>
          </a:xfrm>
          <a:prstGeom prst="rect">
            <a:avLst/>
          </a:prstGeom>
          <a:noFill/>
          <a:ln/>
        </p:spPr>
        <p:txBody>
          <a:bodyPr wrap="square" lIns="0" tIns="0" rIns="0" bIns="0" rtlCol="0" anchor="ctr">
            <a:normAutofit/>
          </a:bodyPr>
          <a:lstStyle/>
          <a:p>
            <a:pPr algn="r"/>
            <a:r>
              <a:rPr lang="en-GB" sz="2000" b="1" dirty="0">
                <a:solidFill>
                  <a:srgbClr val="A50908"/>
                </a:solidFill>
              </a:rPr>
              <a:t>New Observation</a:t>
            </a:r>
            <a:endParaRPr lang="en-US" sz="2000" b="1" dirty="0">
              <a:solidFill>
                <a:srgbClr val="A50908"/>
              </a:solidFill>
            </a:endParaRPr>
          </a:p>
        </p:txBody>
      </p:sp>
      <p:sp>
        <p:nvSpPr>
          <p:cNvPr id="41" name="Text 0">
            <a:extLst>
              <a:ext uri="{FF2B5EF4-FFF2-40B4-BE49-F238E27FC236}">
                <a16:creationId xmlns:a16="http://schemas.microsoft.com/office/drawing/2014/main" id="{1A31F333-8E11-9589-A62A-1FF9CD938F78}"/>
              </a:ext>
            </a:extLst>
          </p:cNvPr>
          <p:cNvSpPr/>
          <p:nvPr/>
        </p:nvSpPr>
        <p:spPr>
          <a:xfrm>
            <a:off x="808939" y="4127113"/>
            <a:ext cx="2080373" cy="447665"/>
          </a:xfrm>
          <a:prstGeom prst="rect">
            <a:avLst/>
          </a:prstGeom>
          <a:noFill/>
          <a:ln/>
        </p:spPr>
        <p:txBody>
          <a:bodyPr wrap="square" lIns="0" tIns="0" rIns="0" bIns="0" rtlCol="0" anchor="ctr">
            <a:normAutofit/>
          </a:bodyPr>
          <a:lstStyle/>
          <a:p>
            <a:pPr algn="r"/>
            <a:r>
              <a:rPr lang="en-GB" sz="2000" b="1" dirty="0"/>
              <a:t>Stored Pattern</a:t>
            </a:r>
            <a:endParaRPr lang="en-US" sz="2000" b="1" dirty="0"/>
          </a:p>
        </p:txBody>
      </p:sp>
      <p:sp>
        <p:nvSpPr>
          <p:cNvPr id="42" name="Rounded Rectangle 41">
            <a:extLst>
              <a:ext uri="{FF2B5EF4-FFF2-40B4-BE49-F238E27FC236}">
                <a16:creationId xmlns:a16="http://schemas.microsoft.com/office/drawing/2014/main" id="{D8E8963D-DD77-062B-EF4A-7CF83556AD95}"/>
              </a:ext>
            </a:extLst>
          </p:cNvPr>
          <p:cNvSpPr>
            <a:spLocks noGrp="1"/>
          </p:cNvSpPr>
          <p:nvPr/>
        </p:nvSpPr>
        <p:spPr>
          <a:xfrm>
            <a:off x="3038950" y="5323776"/>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43" name="Rounded Rectangle 42">
            <a:extLst>
              <a:ext uri="{FF2B5EF4-FFF2-40B4-BE49-F238E27FC236}">
                <a16:creationId xmlns:a16="http://schemas.microsoft.com/office/drawing/2014/main" id="{33F30EAC-D89F-4BAA-F087-595314EDA46A}"/>
              </a:ext>
            </a:extLst>
          </p:cNvPr>
          <p:cNvSpPr>
            <a:spLocks noGrp="1"/>
          </p:cNvSpPr>
          <p:nvPr/>
        </p:nvSpPr>
        <p:spPr>
          <a:xfrm>
            <a:off x="3449500"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44" name="Rounded Rectangle 43">
            <a:extLst>
              <a:ext uri="{FF2B5EF4-FFF2-40B4-BE49-F238E27FC236}">
                <a16:creationId xmlns:a16="http://schemas.microsoft.com/office/drawing/2014/main" id="{BFCA9CBB-1008-829E-30C2-78EC80494C96}"/>
              </a:ext>
            </a:extLst>
          </p:cNvPr>
          <p:cNvSpPr>
            <a:spLocks noGrp="1"/>
          </p:cNvSpPr>
          <p:nvPr/>
        </p:nvSpPr>
        <p:spPr>
          <a:xfrm>
            <a:off x="3860050" y="5323776"/>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6" name="Rounded Rectangle 45">
            <a:extLst>
              <a:ext uri="{FF2B5EF4-FFF2-40B4-BE49-F238E27FC236}">
                <a16:creationId xmlns:a16="http://schemas.microsoft.com/office/drawing/2014/main" id="{BB7BF23A-236C-1A81-BE4F-4FACE7B31E59}"/>
              </a:ext>
            </a:extLst>
          </p:cNvPr>
          <p:cNvSpPr>
            <a:spLocks noGrp="1"/>
          </p:cNvSpPr>
          <p:nvPr/>
        </p:nvSpPr>
        <p:spPr>
          <a:xfrm>
            <a:off x="4887775"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47" name="Rounded Rectangle 46">
            <a:extLst>
              <a:ext uri="{FF2B5EF4-FFF2-40B4-BE49-F238E27FC236}">
                <a16:creationId xmlns:a16="http://schemas.microsoft.com/office/drawing/2014/main" id="{C6960CB0-8439-8952-B798-C35403E45451}"/>
              </a:ext>
            </a:extLst>
          </p:cNvPr>
          <p:cNvSpPr>
            <a:spLocks noGrp="1"/>
          </p:cNvSpPr>
          <p:nvPr/>
        </p:nvSpPr>
        <p:spPr>
          <a:xfrm>
            <a:off x="5298325"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49" name="Rounded Rectangle 48">
            <a:extLst>
              <a:ext uri="{FF2B5EF4-FFF2-40B4-BE49-F238E27FC236}">
                <a16:creationId xmlns:a16="http://schemas.microsoft.com/office/drawing/2014/main" id="{6A3D18CA-40E2-D990-5119-0B0B54549609}"/>
              </a:ext>
            </a:extLst>
          </p:cNvPr>
          <p:cNvSpPr>
            <a:spLocks noGrp="1"/>
          </p:cNvSpPr>
          <p:nvPr/>
        </p:nvSpPr>
        <p:spPr>
          <a:xfrm>
            <a:off x="6112186"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51" name="Rounded Rectangle 50">
            <a:extLst>
              <a:ext uri="{FF2B5EF4-FFF2-40B4-BE49-F238E27FC236}">
                <a16:creationId xmlns:a16="http://schemas.microsoft.com/office/drawing/2014/main" id="{D07FFA24-FF44-2E18-D2DA-3606036E6A11}"/>
              </a:ext>
            </a:extLst>
          </p:cNvPr>
          <p:cNvSpPr>
            <a:spLocks noGrp="1"/>
          </p:cNvSpPr>
          <p:nvPr/>
        </p:nvSpPr>
        <p:spPr>
          <a:xfrm>
            <a:off x="7137676" y="5323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6" name="Rounded Rectangle 55">
            <a:extLst>
              <a:ext uri="{FF2B5EF4-FFF2-40B4-BE49-F238E27FC236}">
                <a16:creationId xmlns:a16="http://schemas.microsoft.com/office/drawing/2014/main" id="{C9C1894D-C88C-8906-810A-5FEC0307E716}"/>
              </a:ext>
            </a:extLst>
          </p:cNvPr>
          <p:cNvSpPr>
            <a:spLocks noGrp="1"/>
          </p:cNvSpPr>
          <p:nvPr/>
        </p:nvSpPr>
        <p:spPr>
          <a:xfrm>
            <a:off x="9397051" y="53229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58" name="Text 0">
            <a:extLst>
              <a:ext uri="{FF2B5EF4-FFF2-40B4-BE49-F238E27FC236}">
                <a16:creationId xmlns:a16="http://schemas.microsoft.com/office/drawing/2014/main" id="{FE460304-CB26-A05A-7803-59D3F1433916}"/>
              </a:ext>
            </a:extLst>
          </p:cNvPr>
          <p:cNvSpPr/>
          <p:nvPr/>
        </p:nvSpPr>
        <p:spPr>
          <a:xfrm>
            <a:off x="497145" y="5280741"/>
            <a:ext cx="2392167" cy="447665"/>
          </a:xfrm>
          <a:prstGeom prst="rect">
            <a:avLst/>
          </a:prstGeom>
          <a:noFill/>
          <a:ln/>
        </p:spPr>
        <p:txBody>
          <a:bodyPr wrap="square" lIns="0" tIns="0" rIns="0" bIns="0" rtlCol="0" anchor="ctr">
            <a:normAutofit/>
          </a:bodyPr>
          <a:lstStyle/>
          <a:p>
            <a:pPr algn="r"/>
            <a:r>
              <a:rPr lang="en-GB" sz="2000" b="1" dirty="0"/>
              <a:t>Updated Pattern</a:t>
            </a:r>
            <a:endParaRPr lang="en-US" sz="2000" b="1" dirty="0"/>
          </a:p>
        </p:txBody>
      </p:sp>
      <p:sp>
        <p:nvSpPr>
          <p:cNvPr id="6" name="Text 0">
            <a:extLst>
              <a:ext uri="{FF2B5EF4-FFF2-40B4-BE49-F238E27FC236}">
                <a16:creationId xmlns:a16="http://schemas.microsoft.com/office/drawing/2014/main" id="{17AA8FE2-FF64-5B2E-19B4-A115234620D8}"/>
              </a:ext>
            </a:extLst>
          </p:cNvPr>
          <p:cNvSpPr/>
          <p:nvPr/>
        </p:nvSpPr>
        <p:spPr>
          <a:xfrm>
            <a:off x="587888" y="2898771"/>
            <a:ext cx="4897874" cy="447665"/>
          </a:xfrm>
          <a:prstGeom prst="rect">
            <a:avLst/>
          </a:prstGeom>
          <a:noFill/>
          <a:ln/>
        </p:spPr>
        <p:txBody>
          <a:bodyPr wrap="square" lIns="0" tIns="0" rIns="0" bIns="0" rtlCol="0" anchor="ctr">
            <a:normAutofit/>
          </a:bodyPr>
          <a:lstStyle/>
          <a:p>
            <a:r>
              <a:rPr lang="en-GB" sz="2000" b="1" dirty="0">
                <a:solidFill>
                  <a:srgbClr val="A50908"/>
                </a:solidFill>
              </a:rPr>
              <a:t>STEP </a:t>
            </a:r>
            <a:r>
              <a:rPr lang="en-US" altLang="zh-CN" sz="2000" b="1" dirty="0">
                <a:solidFill>
                  <a:srgbClr val="A50908"/>
                </a:solidFill>
              </a:rPr>
              <a:t>3</a:t>
            </a:r>
            <a:r>
              <a:rPr lang="en-GB" sz="2000" b="1" dirty="0">
                <a:solidFill>
                  <a:srgbClr val="A50908"/>
                </a:solidFill>
              </a:rPr>
              <a:t>: Probabilistic Deletion</a:t>
            </a:r>
            <a:endParaRPr lang="en-US" sz="2000" b="1" dirty="0">
              <a:solidFill>
                <a:srgbClr val="A50908"/>
              </a:solidFill>
            </a:endParaRPr>
          </a:p>
        </p:txBody>
      </p:sp>
      <p:sp>
        <p:nvSpPr>
          <p:cNvPr id="59" name="TextBox 58">
            <a:extLst>
              <a:ext uri="{FF2B5EF4-FFF2-40B4-BE49-F238E27FC236}">
                <a16:creationId xmlns:a16="http://schemas.microsoft.com/office/drawing/2014/main" id="{3A551216-1E8B-BB4A-87ED-7E456A89C5E6}"/>
              </a:ext>
            </a:extLst>
          </p:cNvPr>
          <p:cNvSpPr txBox="1"/>
          <p:nvPr/>
        </p:nvSpPr>
        <p:spPr>
          <a:xfrm>
            <a:off x="6985465" y="4698093"/>
            <a:ext cx="2814897" cy="400110"/>
          </a:xfrm>
          <a:prstGeom prst="rect">
            <a:avLst/>
          </a:prstGeom>
          <a:noFill/>
        </p:spPr>
        <p:txBody>
          <a:bodyPr wrap="square">
            <a:spAutoFit/>
          </a:bodyPr>
          <a:lstStyle/>
          <a:p>
            <a:pPr algn="ctr"/>
            <a:r>
              <a:rPr lang="en-GB" sz="2000" b="1" dirty="0"/>
              <a:t>Deletion</a:t>
            </a:r>
            <a:r>
              <a:rPr lang="zh-CN" altLang="en-US" sz="2000" b="1" dirty="0"/>
              <a:t> </a:t>
            </a:r>
            <a:r>
              <a:rPr lang="en-GB" sz="2000" b="1" dirty="0"/>
              <a:t>Probability </a:t>
            </a:r>
            <a:r>
              <a:rPr lang="en-US" sz="2000" b="1" dirty="0"/>
              <a:t>q</a:t>
            </a:r>
            <a:endParaRPr lang="en-US" sz="2000" dirty="0"/>
          </a:p>
        </p:txBody>
      </p:sp>
      <p:sp>
        <p:nvSpPr>
          <p:cNvPr id="69" name="Rounded Rectangle 68">
            <a:extLst>
              <a:ext uri="{FF2B5EF4-FFF2-40B4-BE49-F238E27FC236}">
                <a16:creationId xmlns:a16="http://schemas.microsoft.com/office/drawing/2014/main" id="{CA363ED8-CB34-EBB7-F0B7-9F2DF1EBCA2F}"/>
              </a:ext>
            </a:extLst>
          </p:cNvPr>
          <p:cNvSpPr>
            <a:spLocks noGrp="1"/>
          </p:cNvSpPr>
          <p:nvPr/>
        </p:nvSpPr>
        <p:spPr>
          <a:xfrm>
            <a:off x="4270600"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0" name="Rounded Rectangle 69">
            <a:extLst>
              <a:ext uri="{FF2B5EF4-FFF2-40B4-BE49-F238E27FC236}">
                <a16:creationId xmlns:a16="http://schemas.microsoft.com/office/drawing/2014/main" id="{BF695947-BFFE-BB3F-9572-22BA51BD4E98}"/>
              </a:ext>
            </a:extLst>
          </p:cNvPr>
          <p:cNvSpPr>
            <a:spLocks noGrp="1"/>
          </p:cNvSpPr>
          <p:nvPr/>
        </p:nvSpPr>
        <p:spPr>
          <a:xfrm>
            <a:off x="7540987" y="53229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71" name="Rounded Rectangle 70">
            <a:extLst>
              <a:ext uri="{FF2B5EF4-FFF2-40B4-BE49-F238E27FC236}">
                <a16:creationId xmlns:a16="http://schemas.microsoft.com/office/drawing/2014/main" id="{6894FCAA-0A80-D0D3-B966-CC34007AEDBF}"/>
              </a:ext>
            </a:extLst>
          </p:cNvPr>
          <p:cNvSpPr>
            <a:spLocks noGrp="1"/>
          </p:cNvSpPr>
          <p:nvPr/>
        </p:nvSpPr>
        <p:spPr>
          <a:xfrm>
            <a:off x="7951537"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2" name="Rounded Rectangle 71">
            <a:extLst>
              <a:ext uri="{FF2B5EF4-FFF2-40B4-BE49-F238E27FC236}">
                <a16:creationId xmlns:a16="http://schemas.microsoft.com/office/drawing/2014/main" id="{D0CB77A2-3C7B-ED13-24B0-B575E476481C}"/>
              </a:ext>
            </a:extLst>
          </p:cNvPr>
          <p:cNvSpPr>
            <a:spLocks noGrp="1"/>
          </p:cNvSpPr>
          <p:nvPr/>
        </p:nvSpPr>
        <p:spPr>
          <a:xfrm>
            <a:off x="8585149" y="5322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73" name="Rounded Rectangle 72">
            <a:extLst>
              <a:ext uri="{FF2B5EF4-FFF2-40B4-BE49-F238E27FC236}">
                <a16:creationId xmlns:a16="http://schemas.microsoft.com/office/drawing/2014/main" id="{9EAB10DE-486A-48B3-24F7-09FD7BA97E28}"/>
              </a:ext>
            </a:extLst>
          </p:cNvPr>
          <p:cNvSpPr>
            <a:spLocks noGrp="1"/>
          </p:cNvSpPr>
          <p:nvPr/>
        </p:nvSpPr>
        <p:spPr>
          <a:xfrm>
            <a:off x="9003652" y="5322979"/>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cxnSp>
        <p:nvCxnSpPr>
          <p:cNvPr id="45" name="Straight Arrow Connector 44">
            <a:extLst>
              <a:ext uri="{FF2B5EF4-FFF2-40B4-BE49-F238E27FC236}">
                <a16:creationId xmlns:a16="http://schemas.microsoft.com/office/drawing/2014/main" id="{50FA5A43-4C44-D5DD-1744-112527E5486A}"/>
              </a:ext>
            </a:extLst>
          </p:cNvPr>
          <p:cNvCxnSpPr>
            <a:cxnSpLocks/>
          </p:cNvCxnSpPr>
          <p:nvPr/>
        </p:nvCxnSpPr>
        <p:spPr>
          <a:xfrm>
            <a:off x="5878448" y="4574778"/>
            <a:ext cx="0" cy="74820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D62498E-7C36-8030-43C1-5315FF720D67}"/>
              </a:ext>
            </a:extLst>
          </p:cNvPr>
          <p:cNvCxnSpPr>
            <a:cxnSpLocks/>
          </p:cNvCxnSpPr>
          <p:nvPr/>
        </p:nvCxnSpPr>
        <p:spPr>
          <a:xfrm>
            <a:off x="6911875" y="4574778"/>
            <a:ext cx="0" cy="74820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F472A96-DD6D-9A98-72E3-241D54C3225C}"/>
              </a:ext>
            </a:extLst>
          </p:cNvPr>
          <p:cNvCxnSpPr>
            <a:cxnSpLocks/>
          </p:cNvCxnSpPr>
          <p:nvPr/>
        </p:nvCxnSpPr>
        <p:spPr>
          <a:xfrm>
            <a:off x="9994359" y="4574778"/>
            <a:ext cx="0" cy="74820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Rounded Rectangle 67">
            <a:extLst>
              <a:ext uri="{FF2B5EF4-FFF2-40B4-BE49-F238E27FC236}">
                <a16:creationId xmlns:a16="http://schemas.microsoft.com/office/drawing/2014/main" id="{080DFA69-94DB-DBF8-01BA-58A475F52FCE}"/>
              </a:ext>
            </a:extLst>
          </p:cNvPr>
          <p:cNvSpPr>
            <a:spLocks noGrp="1"/>
          </p:cNvSpPr>
          <p:nvPr/>
        </p:nvSpPr>
        <p:spPr>
          <a:xfrm>
            <a:off x="5698169" y="5322979"/>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74" name="Rounded Rectangle 73">
            <a:extLst>
              <a:ext uri="{FF2B5EF4-FFF2-40B4-BE49-F238E27FC236}">
                <a16:creationId xmlns:a16="http://schemas.microsoft.com/office/drawing/2014/main" id="{05FA2791-C5BA-AA73-A027-33882DA625C3}"/>
              </a:ext>
            </a:extLst>
          </p:cNvPr>
          <p:cNvSpPr>
            <a:spLocks noGrp="1"/>
          </p:cNvSpPr>
          <p:nvPr/>
        </p:nvSpPr>
        <p:spPr>
          <a:xfrm>
            <a:off x="6727126" y="5323776"/>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75" name="Rounded Rectangle 74">
            <a:extLst>
              <a:ext uri="{FF2B5EF4-FFF2-40B4-BE49-F238E27FC236}">
                <a16:creationId xmlns:a16="http://schemas.microsoft.com/office/drawing/2014/main" id="{9030880B-1644-CB94-5101-D72D3124D427}"/>
              </a:ext>
            </a:extLst>
          </p:cNvPr>
          <p:cNvSpPr>
            <a:spLocks noGrp="1"/>
          </p:cNvSpPr>
          <p:nvPr/>
        </p:nvSpPr>
        <p:spPr>
          <a:xfrm>
            <a:off x="9814359" y="5322979"/>
            <a:ext cx="360000" cy="360000"/>
          </a:xfrm>
          <a:prstGeom prst="roundRect">
            <a:avLst>
              <a:gd name="adj" fmla="val 11290"/>
            </a:avLst>
          </a:prstGeom>
          <a:solidFill>
            <a:schemeClr val="bg1">
              <a:lumMod val="85000"/>
            </a:schemeClr>
          </a:solidFill>
          <a:ln w="0">
            <a:noFill/>
          </a:ln>
        </p:spPr>
        <p:txBody>
          <a:bodyPr/>
          <a:lstStyle/>
          <a:p>
            <a:endParaRPr lang="en-US"/>
          </a:p>
        </p:txBody>
      </p:sp>
      <p:cxnSp>
        <p:nvCxnSpPr>
          <p:cNvPr id="77" name="Straight Connector 76">
            <a:extLst>
              <a:ext uri="{FF2B5EF4-FFF2-40B4-BE49-F238E27FC236}">
                <a16:creationId xmlns:a16="http://schemas.microsoft.com/office/drawing/2014/main" id="{A160B44E-533C-1346-C74B-BDBC044B5B41}"/>
              </a:ext>
            </a:extLst>
          </p:cNvPr>
          <p:cNvCxnSpPr/>
          <p:nvPr/>
        </p:nvCxnSpPr>
        <p:spPr>
          <a:xfrm flipH="1" flipV="1">
            <a:off x="5708875" y="4169351"/>
            <a:ext cx="360000"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8CF8D5C-20D7-1AEA-6D83-FE42C8DBF990}"/>
              </a:ext>
            </a:extLst>
          </p:cNvPr>
          <p:cNvCxnSpPr>
            <a:cxnSpLocks/>
          </p:cNvCxnSpPr>
          <p:nvPr/>
        </p:nvCxnSpPr>
        <p:spPr>
          <a:xfrm flipV="1">
            <a:off x="5708875" y="4169351"/>
            <a:ext cx="349294"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EDD6AD2-1AA3-19FA-5E96-F27A9B1C3A22}"/>
              </a:ext>
            </a:extLst>
          </p:cNvPr>
          <p:cNvCxnSpPr/>
          <p:nvPr/>
        </p:nvCxnSpPr>
        <p:spPr>
          <a:xfrm flipH="1" flipV="1">
            <a:off x="9795252" y="4169351"/>
            <a:ext cx="360000"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EA4EE2F-D279-08C5-243C-1EA4224C7CDB}"/>
              </a:ext>
            </a:extLst>
          </p:cNvPr>
          <p:cNvCxnSpPr>
            <a:cxnSpLocks/>
          </p:cNvCxnSpPr>
          <p:nvPr/>
        </p:nvCxnSpPr>
        <p:spPr>
          <a:xfrm flipV="1">
            <a:off x="9795252" y="4169351"/>
            <a:ext cx="349294" cy="36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 0">
            <a:extLst>
              <a:ext uri="{FF2B5EF4-FFF2-40B4-BE49-F238E27FC236}">
                <a16:creationId xmlns:a16="http://schemas.microsoft.com/office/drawing/2014/main" id="{8B9D9121-8E5A-563D-0FFD-95DAB4D79AE0}"/>
              </a:ext>
            </a:extLst>
          </p:cNvPr>
          <p:cNvSpPr/>
          <p:nvPr/>
        </p:nvSpPr>
        <p:spPr>
          <a:xfrm>
            <a:off x="502920" y="320040"/>
            <a:ext cx="10789920" cy="946404"/>
          </a:xfrm>
          <a:prstGeom prst="rect">
            <a:avLst/>
          </a:prstGeom>
          <a:noFill/>
          <a:ln/>
        </p:spPr>
        <p:txBody>
          <a:bodyPr wrap="square" lIns="0" tIns="0" rIns="0" bIns="0" rtlCol="0" anchor="ctr">
            <a:normAutofit/>
          </a:bodyPr>
          <a:lstStyle/>
          <a:p>
            <a:r>
              <a:rPr lang="en-GB" altLang="zh-CN" sz="3200" b="1" dirty="0">
                <a:solidFill>
                  <a:srgbClr val="A50908"/>
                </a:solidFill>
              </a:rPr>
              <a:t>Core Idea: Probabilistic Pattern Update </a:t>
            </a:r>
            <a:endParaRPr lang="en-US" sz="3200" b="1" dirty="0">
              <a:solidFill>
                <a:srgbClr val="A50908"/>
              </a:solidFill>
            </a:endParaRPr>
          </a:p>
        </p:txBody>
      </p:sp>
      <p:sp>
        <p:nvSpPr>
          <p:cNvPr id="52" name="Text 5">
            <a:extLst>
              <a:ext uri="{FF2B5EF4-FFF2-40B4-BE49-F238E27FC236}">
                <a16:creationId xmlns:a16="http://schemas.microsoft.com/office/drawing/2014/main" id="{557095E6-7D1A-2360-485C-1FA809D0A292}"/>
              </a:ext>
            </a:extLst>
          </p:cNvPr>
          <p:cNvSpPr/>
          <p:nvPr/>
        </p:nvSpPr>
        <p:spPr>
          <a:xfrm>
            <a:off x="497145" y="1266444"/>
            <a:ext cx="10789920" cy="1496851"/>
          </a:xfrm>
          <a:prstGeom prst="rect">
            <a:avLst/>
          </a:prstGeom>
          <a:noFill/>
          <a:ln/>
        </p:spPr>
        <p:txBody>
          <a:bodyPr wrap="square" lIns="635" tIns="635" rIns="635" bIns="635" rtlCol="0" anchor="ctr">
            <a:noAutofit/>
          </a:bodyPr>
          <a:lstStyle/>
          <a:p>
            <a:pPr marL="285750" lvl="0" indent="-285750">
              <a:buFont typeface="Arial" panose="020B0604020202020204" pitchFamily="34" charset="0"/>
              <a:buChar char="•"/>
            </a:pPr>
            <a:r>
              <a:rPr lang="en-GB" sz="2000" dirty="0"/>
              <a:t>Treat the update of a stored pattern with a new observation as a </a:t>
            </a:r>
            <a:r>
              <a:rPr lang="en-GB" sz="2000" b="1" dirty="0">
                <a:solidFill>
                  <a:srgbClr val="A50908"/>
                </a:solidFill>
              </a:rPr>
              <a:t>stochastic process</a:t>
            </a:r>
            <a:r>
              <a:rPr lang="en-GB" sz="2000" dirty="0"/>
              <a:t>.</a:t>
            </a:r>
          </a:p>
          <a:p>
            <a:pPr marL="285750" lvl="0" indent="-285750">
              <a:buFont typeface="Arial" panose="020B0604020202020204" pitchFamily="34" charset="0"/>
              <a:buChar char="•"/>
            </a:pPr>
            <a:r>
              <a:rPr lang="en-GB" sz="2000" dirty="0"/>
              <a:t>Store only a </a:t>
            </a:r>
            <a:r>
              <a:rPr lang="en-GB" sz="2000" b="1" dirty="0">
                <a:solidFill>
                  <a:srgbClr val="A50908"/>
                </a:solidFill>
              </a:rPr>
              <a:t>single bit pattern </a:t>
            </a:r>
            <a:r>
              <a:rPr lang="en-GB" sz="2000" dirty="0"/>
              <a:t>per entry. </a:t>
            </a:r>
            <a:endParaRPr lang="en-GB" sz="2000" b="1" dirty="0"/>
          </a:p>
        </p:txBody>
      </p:sp>
      <p:sp>
        <p:nvSpPr>
          <p:cNvPr id="54" name="Text 0">
            <a:extLst>
              <a:ext uri="{FF2B5EF4-FFF2-40B4-BE49-F238E27FC236}">
                <a16:creationId xmlns:a16="http://schemas.microsoft.com/office/drawing/2014/main" id="{C55CB6B4-53D7-3562-2A1F-CE2F8C0B86DF}"/>
              </a:ext>
            </a:extLst>
          </p:cNvPr>
          <p:cNvSpPr/>
          <p:nvPr/>
        </p:nvSpPr>
        <p:spPr>
          <a:xfrm>
            <a:off x="2408189" y="5785715"/>
            <a:ext cx="7299960" cy="677941"/>
          </a:xfrm>
          <a:prstGeom prst="rect">
            <a:avLst/>
          </a:prstGeom>
          <a:noFill/>
          <a:ln/>
        </p:spPr>
        <p:txBody>
          <a:bodyPr wrap="square" lIns="0" tIns="0" rIns="0" bIns="0" rtlCol="0" anchor="ctr">
            <a:normAutofit/>
          </a:bodyPr>
          <a:lstStyle/>
          <a:p>
            <a:pPr marL="0" indent="0" algn="ctr">
              <a:buNone/>
            </a:pPr>
            <a:r>
              <a:rPr lang="en-US" sz="2400" b="1" dirty="0">
                <a:solidFill>
                  <a:srgbClr val="A50908"/>
                </a:solidFill>
                <a:latin typeface="Aptos Display" pitchFamily="34" charset="0"/>
                <a:ea typeface="Aptos Display" pitchFamily="34" charset="-122"/>
                <a:cs typeface="Aptos Display" pitchFamily="34" charset="-120"/>
              </a:rPr>
              <a:t>How do we control p and q (to control aggression)? </a:t>
            </a:r>
          </a:p>
        </p:txBody>
      </p:sp>
      <p:sp>
        <p:nvSpPr>
          <p:cNvPr id="2" name="Footer Placeholder 1">
            <a:extLst>
              <a:ext uri="{FF2B5EF4-FFF2-40B4-BE49-F238E27FC236}">
                <a16:creationId xmlns:a16="http://schemas.microsoft.com/office/drawing/2014/main" id="{782D6397-BF33-3C2A-D600-2BC588C13440}"/>
              </a:ext>
            </a:extLst>
          </p:cNvPr>
          <p:cNvSpPr>
            <a:spLocks noGrp="1"/>
          </p:cNvSpPr>
          <p:nvPr>
            <p:ph type="ftr" sz="quarter" idx="11"/>
          </p:nvPr>
        </p:nvSpPr>
        <p:spPr/>
        <p:txBody>
          <a:bodyPr/>
          <a:lstStyle/>
          <a:p>
            <a:r>
              <a:rPr lang="en-US"/>
              <a:t>yh653@cam.ac.uk</a:t>
            </a:r>
            <a:endParaRPr lang="en-GB" sz="1600" dirty="0"/>
          </a:p>
        </p:txBody>
      </p:sp>
      <p:sp>
        <p:nvSpPr>
          <p:cNvPr id="10" name="Slide Number Placeholder 9">
            <a:extLst>
              <a:ext uri="{FF2B5EF4-FFF2-40B4-BE49-F238E27FC236}">
                <a16:creationId xmlns:a16="http://schemas.microsoft.com/office/drawing/2014/main" id="{482A1C44-DF63-E98F-381C-A41885B18C26}"/>
              </a:ext>
            </a:extLst>
          </p:cNvPr>
          <p:cNvSpPr>
            <a:spLocks noGrp="1"/>
          </p:cNvSpPr>
          <p:nvPr>
            <p:ph type="sldNum" sz="quarter" idx="10"/>
          </p:nvPr>
        </p:nvSpPr>
        <p:spPr/>
        <p:txBody>
          <a:bodyPr/>
          <a:lstStyle/>
          <a:p>
            <a:fld id="{A04C8923-7248-483A-ACCB-0382A1F5224A}" type="slidenum">
              <a:rPr lang="en-GB" smtClean="0"/>
              <a:t>15</a:t>
            </a:fld>
            <a:endParaRPr lang="en-GB"/>
          </a:p>
        </p:txBody>
      </p:sp>
    </p:spTree>
    <p:extLst>
      <p:ext uri="{BB962C8B-B14F-4D97-AF65-F5344CB8AC3E}">
        <p14:creationId xmlns:p14="http://schemas.microsoft.com/office/powerpoint/2010/main" val="93662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dissolve">
                                      <p:cBhvr>
                                        <p:cTn id="7" dur="1000"/>
                                        <p:tgtEl>
                                          <p:spTgt spid="59"/>
                                        </p:tgtEl>
                                      </p:cBhvr>
                                    </p:animEffect>
                                  </p:childTnLst>
                                </p:cTn>
                              </p:par>
                              <p:par>
                                <p:cTn id="8" presetID="9" presetClass="entr" presetSubtype="0"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dissolve">
                                      <p:cBhvr>
                                        <p:cTn id="10" dur="1000"/>
                                        <p:tgtEl>
                                          <p:spTgt spid="45"/>
                                        </p:tgtEl>
                                      </p:cBhvr>
                                    </p:animEffect>
                                  </p:childTnLst>
                                </p:cTn>
                              </p:par>
                              <p:par>
                                <p:cTn id="11" presetID="9"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dissolve">
                                      <p:cBhvr>
                                        <p:cTn id="13" dur="1000"/>
                                        <p:tgtEl>
                                          <p:spTgt spid="66"/>
                                        </p:tgtEl>
                                      </p:cBhvr>
                                    </p:animEffect>
                                  </p:childTnLst>
                                </p:cTn>
                              </p:par>
                              <p:par>
                                <p:cTn id="14" presetID="9" presetClass="entr" presetSubtype="0" fill="hold"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dissolve">
                                      <p:cBhvr>
                                        <p:cTn id="16" dur="1000"/>
                                        <p:tgtEl>
                                          <p:spTgt spid="67"/>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par>
                                <p:cTn id="23" presetID="1" presetClass="emph" presetSubtype="2" fill="hold" nodeType="withEffect">
                                  <p:stCondLst>
                                    <p:cond delay="0"/>
                                  </p:stCondLst>
                                  <p:childTnLst>
                                    <p:animClr clrSpc="rgb" dir="cw">
                                      <p:cBhvr>
                                        <p:cTn id="24" dur="1000" fill="hold"/>
                                        <p:tgtEl>
                                          <p:spTgt spid="68"/>
                                        </p:tgtEl>
                                        <p:attrNameLst>
                                          <p:attrName>fillcolor</p:attrName>
                                        </p:attrNameLst>
                                      </p:cBhvr>
                                      <p:to>
                                        <a:srgbClr val="262626"/>
                                      </p:to>
                                    </p:animClr>
                                    <p:set>
                                      <p:cBhvr>
                                        <p:cTn id="25" dur="1000" fill="hold"/>
                                        <p:tgtEl>
                                          <p:spTgt spid="68"/>
                                        </p:tgtEl>
                                        <p:attrNameLst>
                                          <p:attrName>fill.type</p:attrName>
                                        </p:attrNameLst>
                                      </p:cBhvr>
                                      <p:to>
                                        <p:strVal val="solid"/>
                                      </p:to>
                                    </p:set>
                                    <p:set>
                                      <p:cBhvr>
                                        <p:cTn id="26" dur="1000" fill="hold"/>
                                        <p:tgtEl>
                                          <p:spTgt spid="68"/>
                                        </p:tgtEl>
                                        <p:attrNameLst>
                                          <p:attrName>fill.on</p:attrName>
                                        </p:attrNameLst>
                                      </p:cBhvr>
                                      <p:to>
                                        <p:strVal val="true"/>
                                      </p:to>
                                    </p:set>
                                  </p:childTnLst>
                                </p:cTn>
                              </p:par>
                              <p:par>
                                <p:cTn id="27" presetID="1" presetClass="emph" presetSubtype="2" fill="hold" nodeType="withEffect">
                                  <p:stCondLst>
                                    <p:cond delay="0"/>
                                  </p:stCondLst>
                                  <p:childTnLst>
                                    <p:animClr clrSpc="rgb" dir="cw">
                                      <p:cBhvr>
                                        <p:cTn id="28" dur="1000" fill="hold"/>
                                        <p:tgtEl>
                                          <p:spTgt spid="74"/>
                                        </p:tgtEl>
                                        <p:attrNameLst>
                                          <p:attrName>fillcolor</p:attrName>
                                        </p:attrNameLst>
                                      </p:cBhvr>
                                      <p:to>
                                        <a:srgbClr val="262626"/>
                                      </p:to>
                                    </p:animClr>
                                    <p:set>
                                      <p:cBhvr>
                                        <p:cTn id="29" dur="1000" fill="hold"/>
                                        <p:tgtEl>
                                          <p:spTgt spid="74"/>
                                        </p:tgtEl>
                                        <p:attrNameLst>
                                          <p:attrName>fill.type</p:attrName>
                                        </p:attrNameLst>
                                      </p:cBhvr>
                                      <p:to>
                                        <p:strVal val="solid"/>
                                      </p:to>
                                    </p:set>
                                    <p:set>
                                      <p:cBhvr>
                                        <p:cTn id="30" dur="1000" fill="hold"/>
                                        <p:tgtEl>
                                          <p:spTgt spid="74"/>
                                        </p:tgtEl>
                                        <p:attrNameLst>
                                          <p:attrName>fill.on</p:attrName>
                                        </p:attrNameLst>
                                      </p:cBhvr>
                                      <p:to>
                                        <p:strVal val="true"/>
                                      </p:to>
                                    </p:set>
                                  </p:childTnLst>
                                </p:cTn>
                              </p:par>
                              <p:par>
                                <p:cTn id="31" presetID="1" presetClass="emph" presetSubtype="2" fill="hold" nodeType="withEffect">
                                  <p:stCondLst>
                                    <p:cond delay="0"/>
                                  </p:stCondLst>
                                  <p:childTnLst>
                                    <p:animClr clrSpc="rgb" dir="cw">
                                      <p:cBhvr>
                                        <p:cTn id="32" dur="1000" fill="hold"/>
                                        <p:tgtEl>
                                          <p:spTgt spid="75"/>
                                        </p:tgtEl>
                                        <p:attrNameLst>
                                          <p:attrName>fillcolor</p:attrName>
                                        </p:attrNameLst>
                                      </p:cBhvr>
                                      <p:to>
                                        <a:srgbClr val="262626"/>
                                      </p:to>
                                    </p:animClr>
                                    <p:set>
                                      <p:cBhvr>
                                        <p:cTn id="33" dur="1000" fill="hold"/>
                                        <p:tgtEl>
                                          <p:spTgt spid="75"/>
                                        </p:tgtEl>
                                        <p:attrNameLst>
                                          <p:attrName>fill.type</p:attrName>
                                        </p:attrNameLst>
                                      </p:cBhvr>
                                      <p:to>
                                        <p:strVal val="solid"/>
                                      </p:to>
                                    </p:set>
                                    <p:set>
                                      <p:cBhvr>
                                        <p:cTn id="34" dur="1000" fill="hold"/>
                                        <p:tgtEl>
                                          <p:spTgt spid="75"/>
                                        </p:tgtEl>
                                        <p:attrNameLst>
                                          <p:attrName>fill.on</p:attrName>
                                        </p:attrNameLst>
                                      </p:cBhvr>
                                      <p:to>
                                        <p:strVal val="true"/>
                                      </p:to>
                                    </p:set>
                                  </p:childTnLst>
                                </p:cTn>
                              </p:par>
                            </p:childTnLst>
                          </p:cTn>
                        </p:par>
                        <p:par>
                          <p:cTn id="35" fill="hold">
                            <p:stCondLst>
                              <p:cond delay="1000"/>
                            </p:stCondLst>
                            <p:childTnLst>
                              <p:par>
                                <p:cTn id="36" presetID="1" presetClass="emph" presetSubtype="2" fill="hold" nodeType="afterEffect">
                                  <p:stCondLst>
                                    <p:cond delay="0"/>
                                  </p:stCondLst>
                                  <p:childTnLst>
                                    <p:animClr clrSpc="rgb" dir="cw">
                                      <p:cBhvr>
                                        <p:cTn id="37" dur="1000" fill="hold"/>
                                        <p:tgtEl>
                                          <p:spTgt spid="68"/>
                                        </p:tgtEl>
                                        <p:attrNameLst>
                                          <p:attrName>fillcolor</p:attrName>
                                        </p:attrNameLst>
                                      </p:cBhvr>
                                      <p:to>
                                        <a:srgbClr val="D9D9D9"/>
                                      </p:to>
                                    </p:animClr>
                                    <p:set>
                                      <p:cBhvr>
                                        <p:cTn id="38" dur="1000" fill="hold"/>
                                        <p:tgtEl>
                                          <p:spTgt spid="68"/>
                                        </p:tgtEl>
                                        <p:attrNameLst>
                                          <p:attrName>fill.type</p:attrName>
                                        </p:attrNameLst>
                                      </p:cBhvr>
                                      <p:to>
                                        <p:strVal val="solid"/>
                                      </p:to>
                                    </p:set>
                                    <p:set>
                                      <p:cBhvr>
                                        <p:cTn id="39" dur="1000" fill="hold"/>
                                        <p:tgtEl>
                                          <p:spTgt spid="68"/>
                                        </p:tgtEl>
                                        <p:attrNameLst>
                                          <p:attrName>fill.on</p:attrName>
                                        </p:attrNameLst>
                                      </p:cBhvr>
                                      <p:to>
                                        <p:strVal val="true"/>
                                      </p:to>
                                    </p:set>
                                  </p:childTnLst>
                                </p:cTn>
                              </p:par>
                              <p:par>
                                <p:cTn id="40" presetID="1" presetClass="emph" presetSubtype="2" fill="hold" nodeType="withEffect">
                                  <p:stCondLst>
                                    <p:cond delay="0"/>
                                  </p:stCondLst>
                                  <p:childTnLst>
                                    <p:animClr clrSpc="rgb" dir="cw">
                                      <p:cBhvr>
                                        <p:cTn id="41" dur="1000" fill="hold"/>
                                        <p:tgtEl>
                                          <p:spTgt spid="74"/>
                                        </p:tgtEl>
                                        <p:attrNameLst>
                                          <p:attrName>fillcolor</p:attrName>
                                        </p:attrNameLst>
                                      </p:cBhvr>
                                      <p:to>
                                        <a:srgbClr val="D9D9D9"/>
                                      </p:to>
                                    </p:animClr>
                                    <p:set>
                                      <p:cBhvr>
                                        <p:cTn id="42" dur="1000" fill="hold"/>
                                        <p:tgtEl>
                                          <p:spTgt spid="74"/>
                                        </p:tgtEl>
                                        <p:attrNameLst>
                                          <p:attrName>fill.type</p:attrName>
                                        </p:attrNameLst>
                                      </p:cBhvr>
                                      <p:to>
                                        <p:strVal val="solid"/>
                                      </p:to>
                                    </p:set>
                                    <p:set>
                                      <p:cBhvr>
                                        <p:cTn id="43" dur="1000" fill="hold"/>
                                        <p:tgtEl>
                                          <p:spTgt spid="74"/>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1000" fill="hold"/>
                                        <p:tgtEl>
                                          <p:spTgt spid="75"/>
                                        </p:tgtEl>
                                        <p:attrNameLst>
                                          <p:attrName>fillcolor</p:attrName>
                                        </p:attrNameLst>
                                      </p:cBhvr>
                                      <p:to>
                                        <a:srgbClr val="D9D9D9"/>
                                      </p:to>
                                    </p:animClr>
                                    <p:set>
                                      <p:cBhvr>
                                        <p:cTn id="46" dur="1000" fill="hold"/>
                                        <p:tgtEl>
                                          <p:spTgt spid="75"/>
                                        </p:tgtEl>
                                        <p:attrNameLst>
                                          <p:attrName>fill.type</p:attrName>
                                        </p:attrNameLst>
                                      </p:cBhvr>
                                      <p:to>
                                        <p:strVal val="solid"/>
                                      </p:to>
                                    </p:set>
                                    <p:set>
                                      <p:cBhvr>
                                        <p:cTn id="47" dur="1000" fill="hold"/>
                                        <p:tgtEl>
                                          <p:spTgt spid="75"/>
                                        </p:tgtEl>
                                        <p:attrNameLst>
                                          <p:attrName>fill.on</p:attrName>
                                        </p:attrNameLst>
                                      </p:cBhvr>
                                      <p:to>
                                        <p:strVal val="true"/>
                                      </p:to>
                                    </p:set>
                                  </p:childTnLst>
                                </p:cTn>
                              </p:par>
                            </p:childTnLst>
                          </p:cTn>
                        </p:par>
                        <p:par>
                          <p:cTn id="48" fill="hold">
                            <p:stCondLst>
                              <p:cond delay="2000"/>
                            </p:stCondLst>
                            <p:childTnLst>
                              <p:par>
                                <p:cTn id="49" presetID="1" presetClass="emph" presetSubtype="2" fill="hold" nodeType="afterEffect">
                                  <p:stCondLst>
                                    <p:cond delay="0"/>
                                  </p:stCondLst>
                                  <p:childTnLst>
                                    <p:animClr clrSpc="rgb" dir="cw">
                                      <p:cBhvr>
                                        <p:cTn id="50" dur="1000" fill="hold"/>
                                        <p:tgtEl>
                                          <p:spTgt spid="68"/>
                                        </p:tgtEl>
                                        <p:attrNameLst>
                                          <p:attrName>fillcolor</p:attrName>
                                        </p:attrNameLst>
                                      </p:cBhvr>
                                      <p:to>
                                        <a:srgbClr val="262626"/>
                                      </p:to>
                                    </p:animClr>
                                    <p:set>
                                      <p:cBhvr>
                                        <p:cTn id="51" dur="1000" fill="hold"/>
                                        <p:tgtEl>
                                          <p:spTgt spid="68"/>
                                        </p:tgtEl>
                                        <p:attrNameLst>
                                          <p:attrName>fill.type</p:attrName>
                                        </p:attrNameLst>
                                      </p:cBhvr>
                                      <p:to>
                                        <p:strVal val="solid"/>
                                      </p:to>
                                    </p:set>
                                    <p:set>
                                      <p:cBhvr>
                                        <p:cTn id="52" dur="1000" fill="hold"/>
                                        <p:tgtEl>
                                          <p:spTgt spid="68"/>
                                        </p:tgtEl>
                                        <p:attrNameLst>
                                          <p:attrName>fill.on</p:attrName>
                                        </p:attrNameLst>
                                      </p:cBhvr>
                                      <p:to>
                                        <p:strVal val="true"/>
                                      </p:to>
                                    </p:set>
                                  </p:childTnLst>
                                </p:cTn>
                              </p:par>
                              <p:par>
                                <p:cTn id="53" presetID="1" presetClass="emph" presetSubtype="2" fill="hold" nodeType="withEffect">
                                  <p:stCondLst>
                                    <p:cond delay="0"/>
                                  </p:stCondLst>
                                  <p:childTnLst>
                                    <p:animClr clrSpc="rgb" dir="cw">
                                      <p:cBhvr>
                                        <p:cTn id="54" dur="1000" fill="hold"/>
                                        <p:tgtEl>
                                          <p:spTgt spid="74"/>
                                        </p:tgtEl>
                                        <p:attrNameLst>
                                          <p:attrName>fillcolor</p:attrName>
                                        </p:attrNameLst>
                                      </p:cBhvr>
                                      <p:to>
                                        <a:srgbClr val="262626"/>
                                      </p:to>
                                    </p:animClr>
                                    <p:set>
                                      <p:cBhvr>
                                        <p:cTn id="55" dur="1000" fill="hold"/>
                                        <p:tgtEl>
                                          <p:spTgt spid="74"/>
                                        </p:tgtEl>
                                        <p:attrNameLst>
                                          <p:attrName>fill.type</p:attrName>
                                        </p:attrNameLst>
                                      </p:cBhvr>
                                      <p:to>
                                        <p:strVal val="solid"/>
                                      </p:to>
                                    </p:set>
                                    <p:set>
                                      <p:cBhvr>
                                        <p:cTn id="56" dur="1000" fill="hold"/>
                                        <p:tgtEl>
                                          <p:spTgt spid="74"/>
                                        </p:tgtEl>
                                        <p:attrNameLst>
                                          <p:attrName>fill.on</p:attrName>
                                        </p:attrNameLst>
                                      </p:cBhvr>
                                      <p:to>
                                        <p:strVal val="true"/>
                                      </p:to>
                                    </p:set>
                                  </p:childTnLst>
                                </p:cTn>
                              </p:par>
                              <p:par>
                                <p:cTn id="57" presetID="1" presetClass="emph" presetSubtype="2" fill="hold" nodeType="withEffect">
                                  <p:stCondLst>
                                    <p:cond delay="0"/>
                                  </p:stCondLst>
                                  <p:childTnLst>
                                    <p:animClr clrSpc="rgb" dir="cw">
                                      <p:cBhvr>
                                        <p:cTn id="58" dur="1000" fill="hold"/>
                                        <p:tgtEl>
                                          <p:spTgt spid="75"/>
                                        </p:tgtEl>
                                        <p:attrNameLst>
                                          <p:attrName>fillcolor</p:attrName>
                                        </p:attrNameLst>
                                      </p:cBhvr>
                                      <p:to>
                                        <a:srgbClr val="262626"/>
                                      </p:to>
                                    </p:animClr>
                                    <p:set>
                                      <p:cBhvr>
                                        <p:cTn id="59" dur="1000" fill="hold"/>
                                        <p:tgtEl>
                                          <p:spTgt spid="75"/>
                                        </p:tgtEl>
                                        <p:attrNameLst>
                                          <p:attrName>fill.type</p:attrName>
                                        </p:attrNameLst>
                                      </p:cBhvr>
                                      <p:to>
                                        <p:strVal val="solid"/>
                                      </p:to>
                                    </p:set>
                                    <p:set>
                                      <p:cBhvr>
                                        <p:cTn id="60" dur="1000" fill="hold"/>
                                        <p:tgtEl>
                                          <p:spTgt spid="75"/>
                                        </p:tgtEl>
                                        <p:attrNameLst>
                                          <p:attrName>fill.on</p:attrName>
                                        </p:attrNameLst>
                                      </p:cBhvr>
                                      <p:to>
                                        <p:strVal val="true"/>
                                      </p:to>
                                    </p:set>
                                  </p:childTnLst>
                                </p:cTn>
                              </p:par>
                            </p:childTnLst>
                          </p:cTn>
                        </p:par>
                        <p:par>
                          <p:cTn id="61" fill="hold">
                            <p:stCondLst>
                              <p:cond delay="3000"/>
                            </p:stCondLst>
                            <p:childTnLst>
                              <p:par>
                                <p:cTn id="62" presetID="1" presetClass="emph" presetSubtype="2" fill="hold" nodeType="afterEffect">
                                  <p:stCondLst>
                                    <p:cond delay="0"/>
                                  </p:stCondLst>
                                  <p:childTnLst>
                                    <p:animClr clrSpc="rgb" dir="cw">
                                      <p:cBhvr>
                                        <p:cTn id="63" dur="1000" fill="hold"/>
                                        <p:tgtEl>
                                          <p:spTgt spid="68"/>
                                        </p:tgtEl>
                                        <p:attrNameLst>
                                          <p:attrName>fillcolor</p:attrName>
                                        </p:attrNameLst>
                                      </p:cBhvr>
                                      <p:to>
                                        <a:srgbClr val="D9D9D9"/>
                                      </p:to>
                                    </p:animClr>
                                    <p:set>
                                      <p:cBhvr>
                                        <p:cTn id="64" dur="1000" fill="hold"/>
                                        <p:tgtEl>
                                          <p:spTgt spid="68"/>
                                        </p:tgtEl>
                                        <p:attrNameLst>
                                          <p:attrName>fill.type</p:attrName>
                                        </p:attrNameLst>
                                      </p:cBhvr>
                                      <p:to>
                                        <p:strVal val="solid"/>
                                      </p:to>
                                    </p:set>
                                    <p:set>
                                      <p:cBhvr>
                                        <p:cTn id="65" dur="1000" fill="hold"/>
                                        <p:tgtEl>
                                          <p:spTgt spid="68"/>
                                        </p:tgtEl>
                                        <p:attrNameLst>
                                          <p:attrName>fill.on</p:attrName>
                                        </p:attrNameLst>
                                      </p:cBhvr>
                                      <p:to>
                                        <p:strVal val="true"/>
                                      </p:to>
                                    </p:set>
                                  </p:childTnLst>
                                </p:cTn>
                              </p:par>
                              <p:par>
                                <p:cTn id="66" presetID="1" presetClass="emph" presetSubtype="2" fill="hold" nodeType="withEffect">
                                  <p:stCondLst>
                                    <p:cond delay="0"/>
                                  </p:stCondLst>
                                  <p:childTnLst>
                                    <p:animClr clrSpc="rgb" dir="cw">
                                      <p:cBhvr>
                                        <p:cTn id="67" dur="1000" fill="hold"/>
                                        <p:tgtEl>
                                          <p:spTgt spid="74"/>
                                        </p:tgtEl>
                                        <p:attrNameLst>
                                          <p:attrName>fillcolor</p:attrName>
                                        </p:attrNameLst>
                                      </p:cBhvr>
                                      <p:to>
                                        <a:srgbClr val="D9D9D9"/>
                                      </p:to>
                                    </p:animClr>
                                    <p:set>
                                      <p:cBhvr>
                                        <p:cTn id="68" dur="1000" fill="hold"/>
                                        <p:tgtEl>
                                          <p:spTgt spid="74"/>
                                        </p:tgtEl>
                                        <p:attrNameLst>
                                          <p:attrName>fill.type</p:attrName>
                                        </p:attrNameLst>
                                      </p:cBhvr>
                                      <p:to>
                                        <p:strVal val="solid"/>
                                      </p:to>
                                    </p:set>
                                    <p:set>
                                      <p:cBhvr>
                                        <p:cTn id="69" dur="1000" fill="hold"/>
                                        <p:tgtEl>
                                          <p:spTgt spid="74"/>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1000" fill="hold"/>
                                        <p:tgtEl>
                                          <p:spTgt spid="75"/>
                                        </p:tgtEl>
                                        <p:attrNameLst>
                                          <p:attrName>fillcolor</p:attrName>
                                        </p:attrNameLst>
                                      </p:cBhvr>
                                      <p:to>
                                        <a:srgbClr val="D9D9D9"/>
                                      </p:to>
                                    </p:animClr>
                                    <p:set>
                                      <p:cBhvr>
                                        <p:cTn id="72" dur="1000" fill="hold"/>
                                        <p:tgtEl>
                                          <p:spTgt spid="75"/>
                                        </p:tgtEl>
                                        <p:attrNameLst>
                                          <p:attrName>fill.type</p:attrName>
                                        </p:attrNameLst>
                                      </p:cBhvr>
                                      <p:to>
                                        <p:strVal val="solid"/>
                                      </p:to>
                                    </p:set>
                                    <p:set>
                                      <p:cBhvr>
                                        <p:cTn id="73" dur="1000" fill="hold"/>
                                        <p:tgtEl>
                                          <p:spTgt spid="75"/>
                                        </p:tgtEl>
                                        <p:attrNameLst>
                                          <p:attrName>fill.on</p:attrName>
                                        </p:attrNameLst>
                                      </p:cBhvr>
                                      <p:to>
                                        <p:strVal val="true"/>
                                      </p:to>
                                    </p:set>
                                  </p:childTnLst>
                                </p:cTn>
                              </p:par>
                            </p:childTnLst>
                          </p:cTn>
                        </p:par>
                        <p:par>
                          <p:cTn id="74" fill="hold">
                            <p:stCondLst>
                              <p:cond delay="4000"/>
                            </p:stCondLst>
                            <p:childTnLst>
                              <p:par>
                                <p:cTn id="75" presetID="1" presetClass="emph" presetSubtype="2" fill="hold" nodeType="afterEffect">
                                  <p:stCondLst>
                                    <p:cond delay="0"/>
                                  </p:stCondLst>
                                  <p:childTnLst>
                                    <p:animClr clrSpc="rgb" dir="cw">
                                      <p:cBhvr>
                                        <p:cTn id="76" dur="1000" fill="hold"/>
                                        <p:tgtEl>
                                          <p:spTgt spid="68"/>
                                        </p:tgtEl>
                                        <p:attrNameLst>
                                          <p:attrName>fillcolor</p:attrName>
                                        </p:attrNameLst>
                                      </p:cBhvr>
                                      <p:to>
                                        <a:srgbClr val="262626"/>
                                      </p:to>
                                    </p:animClr>
                                    <p:set>
                                      <p:cBhvr>
                                        <p:cTn id="77" dur="1000" fill="hold"/>
                                        <p:tgtEl>
                                          <p:spTgt spid="68"/>
                                        </p:tgtEl>
                                        <p:attrNameLst>
                                          <p:attrName>fill.type</p:attrName>
                                        </p:attrNameLst>
                                      </p:cBhvr>
                                      <p:to>
                                        <p:strVal val="solid"/>
                                      </p:to>
                                    </p:set>
                                    <p:set>
                                      <p:cBhvr>
                                        <p:cTn id="78" dur="1000" fill="hold"/>
                                        <p:tgtEl>
                                          <p:spTgt spid="68"/>
                                        </p:tgtEl>
                                        <p:attrNameLst>
                                          <p:attrName>fill.on</p:attrName>
                                        </p:attrNameLst>
                                      </p:cBhvr>
                                      <p:to>
                                        <p:strVal val="true"/>
                                      </p:to>
                                    </p:set>
                                  </p:childTnLst>
                                </p:cTn>
                              </p:par>
                              <p:par>
                                <p:cTn id="79" presetID="1" presetClass="emph" presetSubtype="2" fill="hold" nodeType="withEffect">
                                  <p:stCondLst>
                                    <p:cond delay="0"/>
                                  </p:stCondLst>
                                  <p:childTnLst>
                                    <p:animClr clrSpc="rgb" dir="cw">
                                      <p:cBhvr>
                                        <p:cTn id="80" dur="1000" fill="hold"/>
                                        <p:tgtEl>
                                          <p:spTgt spid="74"/>
                                        </p:tgtEl>
                                        <p:attrNameLst>
                                          <p:attrName>fillcolor</p:attrName>
                                        </p:attrNameLst>
                                      </p:cBhvr>
                                      <p:to>
                                        <a:srgbClr val="262626"/>
                                      </p:to>
                                    </p:animClr>
                                    <p:set>
                                      <p:cBhvr>
                                        <p:cTn id="81" dur="1000" fill="hold"/>
                                        <p:tgtEl>
                                          <p:spTgt spid="74"/>
                                        </p:tgtEl>
                                        <p:attrNameLst>
                                          <p:attrName>fill.type</p:attrName>
                                        </p:attrNameLst>
                                      </p:cBhvr>
                                      <p:to>
                                        <p:strVal val="solid"/>
                                      </p:to>
                                    </p:set>
                                    <p:set>
                                      <p:cBhvr>
                                        <p:cTn id="82" dur="1000" fill="hold"/>
                                        <p:tgtEl>
                                          <p:spTgt spid="74"/>
                                        </p:tgtEl>
                                        <p:attrNameLst>
                                          <p:attrName>fill.on</p:attrName>
                                        </p:attrNameLst>
                                      </p:cBhvr>
                                      <p:to>
                                        <p:strVal val="true"/>
                                      </p:to>
                                    </p:set>
                                  </p:childTnLst>
                                </p:cTn>
                              </p:par>
                              <p:par>
                                <p:cTn id="83" presetID="1" presetClass="emph" presetSubtype="2" fill="hold" nodeType="withEffect">
                                  <p:stCondLst>
                                    <p:cond delay="0"/>
                                  </p:stCondLst>
                                  <p:childTnLst>
                                    <p:animClr clrSpc="rgb" dir="cw">
                                      <p:cBhvr>
                                        <p:cTn id="84" dur="1000" fill="hold"/>
                                        <p:tgtEl>
                                          <p:spTgt spid="75"/>
                                        </p:tgtEl>
                                        <p:attrNameLst>
                                          <p:attrName>fillcolor</p:attrName>
                                        </p:attrNameLst>
                                      </p:cBhvr>
                                      <p:to>
                                        <a:srgbClr val="262626"/>
                                      </p:to>
                                    </p:animClr>
                                    <p:set>
                                      <p:cBhvr>
                                        <p:cTn id="85" dur="1000" fill="hold"/>
                                        <p:tgtEl>
                                          <p:spTgt spid="75"/>
                                        </p:tgtEl>
                                        <p:attrNameLst>
                                          <p:attrName>fill.type</p:attrName>
                                        </p:attrNameLst>
                                      </p:cBhvr>
                                      <p:to>
                                        <p:strVal val="solid"/>
                                      </p:to>
                                    </p:set>
                                    <p:set>
                                      <p:cBhvr>
                                        <p:cTn id="86" dur="1000" fill="hold"/>
                                        <p:tgtEl>
                                          <p:spTgt spid="75"/>
                                        </p:tgtEl>
                                        <p:attrNameLst>
                                          <p:attrName>fill.on</p:attrName>
                                        </p:attrNameLst>
                                      </p:cBhvr>
                                      <p:to>
                                        <p:strVal val="true"/>
                                      </p:to>
                                    </p:set>
                                  </p:childTnLst>
                                </p:cTn>
                              </p:par>
                            </p:childTnLst>
                          </p:cTn>
                        </p:par>
                        <p:par>
                          <p:cTn id="87" fill="hold">
                            <p:stCondLst>
                              <p:cond delay="5000"/>
                            </p:stCondLst>
                            <p:childTnLst>
                              <p:par>
                                <p:cTn id="88" presetID="1" presetClass="emph" presetSubtype="2" fill="hold" nodeType="afterEffect">
                                  <p:stCondLst>
                                    <p:cond delay="0"/>
                                  </p:stCondLst>
                                  <p:childTnLst>
                                    <p:animClr clrSpc="rgb" dir="cw">
                                      <p:cBhvr>
                                        <p:cTn id="89" dur="1000" fill="hold"/>
                                        <p:tgtEl>
                                          <p:spTgt spid="68"/>
                                        </p:tgtEl>
                                        <p:attrNameLst>
                                          <p:attrName>fillcolor</p:attrName>
                                        </p:attrNameLst>
                                      </p:cBhvr>
                                      <p:to>
                                        <a:srgbClr val="D9D9D9"/>
                                      </p:to>
                                    </p:animClr>
                                    <p:set>
                                      <p:cBhvr>
                                        <p:cTn id="90" dur="1000" fill="hold"/>
                                        <p:tgtEl>
                                          <p:spTgt spid="68"/>
                                        </p:tgtEl>
                                        <p:attrNameLst>
                                          <p:attrName>fill.type</p:attrName>
                                        </p:attrNameLst>
                                      </p:cBhvr>
                                      <p:to>
                                        <p:strVal val="solid"/>
                                      </p:to>
                                    </p:set>
                                    <p:set>
                                      <p:cBhvr>
                                        <p:cTn id="91" dur="1000" fill="hold"/>
                                        <p:tgtEl>
                                          <p:spTgt spid="68"/>
                                        </p:tgtEl>
                                        <p:attrNameLst>
                                          <p:attrName>fill.on</p:attrName>
                                        </p:attrNameLst>
                                      </p:cBhvr>
                                      <p:to>
                                        <p:strVal val="true"/>
                                      </p:to>
                                    </p:set>
                                  </p:childTnLst>
                                </p:cTn>
                              </p:par>
                              <p:par>
                                <p:cTn id="92" presetID="1" presetClass="emph" presetSubtype="2" fill="hold" nodeType="withEffect">
                                  <p:stCondLst>
                                    <p:cond delay="0"/>
                                  </p:stCondLst>
                                  <p:childTnLst>
                                    <p:animClr clrSpc="rgb" dir="cw">
                                      <p:cBhvr>
                                        <p:cTn id="93" dur="1000" fill="hold"/>
                                        <p:tgtEl>
                                          <p:spTgt spid="74"/>
                                        </p:tgtEl>
                                        <p:attrNameLst>
                                          <p:attrName>fillcolor</p:attrName>
                                        </p:attrNameLst>
                                      </p:cBhvr>
                                      <p:to>
                                        <a:srgbClr val="D9D9D9"/>
                                      </p:to>
                                    </p:animClr>
                                    <p:set>
                                      <p:cBhvr>
                                        <p:cTn id="94" dur="1000" fill="hold"/>
                                        <p:tgtEl>
                                          <p:spTgt spid="74"/>
                                        </p:tgtEl>
                                        <p:attrNameLst>
                                          <p:attrName>fill.type</p:attrName>
                                        </p:attrNameLst>
                                      </p:cBhvr>
                                      <p:to>
                                        <p:strVal val="solid"/>
                                      </p:to>
                                    </p:set>
                                    <p:set>
                                      <p:cBhvr>
                                        <p:cTn id="95" dur="1000" fill="hold"/>
                                        <p:tgtEl>
                                          <p:spTgt spid="74"/>
                                        </p:tgtEl>
                                        <p:attrNameLst>
                                          <p:attrName>fill.on</p:attrName>
                                        </p:attrNameLst>
                                      </p:cBhvr>
                                      <p:to>
                                        <p:strVal val="true"/>
                                      </p:to>
                                    </p:set>
                                  </p:childTnLst>
                                </p:cTn>
                              </p:par>
                              <p:par>
                                <p:cTn id="96" presetID="1" presetClass="emph" presetSubtype="2" fill="hold" nodeType="withEffect">
                                  <p:stCondLst>
                                    <p:cond delay="0"/>
                                  </p:stCondLst>
                                  <p:childTnLst>
                                    <p:animClr clrSpc="rgb" dir="cw">
                                      <p:cBhvr>
                                        <p:cTn id="97" dur="1000" fill="hold"/>
                                        <p:tgtEl>
                                          <p:spTgt spid="75"/>
                                        </p:tgtEl>
                                        <p:attrNameLst>
                                          <p:attrName>fillcolor</p:attrName>
                                        </p:attrNameLst>
                                      </p:cBhvr>
                                      <p:to>
                                        <a:srgbClr val="D9D9D9"/>
                                      </p:to>
                                    </p:animClr>
                                    <p:set>
                                      <p:cBhvr>
                                        <p:cTn id="98" dur="1000" fill="hold"/>
                                        <p:tgtEl>
                                          <p:spTgt spid="75"/>
                                        </p:tgtEl>
                                        <p:attrNameLst>
                                          <p:attrName>fill.type</p:attrName>
                                        </p:attrNameLst>
                                      </p:cBhvr>
                                      <p:to>
                                        <p:strVal val="solid"/>
                                      </p:to>
                                    </p:set>
                                    <p:set>
                                      <p:cBhvr>
                                        <p:cTn id="99" dur="1000" fill="hold"/>
                                        <p:tgtEl>
                                          <p:spTgt spid="75"/>
                                        </p:tgtEl>
                                        <p:attrNameLst>
                                          <p:attrName>fill.on</p:attrName>
                                        </p:attrNameLst>
                                      </p:cBhvr>
                                      <p:to>
                                        <p:strVal val="true"/>
                                      </p:to>
                                    </p:set>
                                  </p:childTnLst>
                                </p:cTn>
                              </p:par>
                            </p:childTnLst>
                          </p:cTn>
                        </p:par>
                        <p:par>
                          <p:cTn id="100" fill="hold">
                            <p:stCondLst>
                              <p:cond delay="6000"/>
                            </p:stCondLst>
                            <p:childTnLst>
                              <p:par>
                                <p:cTn id="101" presetID="1" presetClass="emph" presetSubtype="2" fill="hold" nodeType="afterEffect">
                                  <p:stCondLst>
                                    <p:cond delay="0"/>
                                  </p:stCondLst>
                                  <p:childTnLst>
                                    <p:animClr clrSpc="rgb" dir="cw">
                                      <p:cBhvr>
                                        <p:cTn id="102" dur="1000" fill="hold"/>
                                        <p:tgtEl>
                                          <p:spTgt spid="74"/>
                                        </p:tgtEl>
                                        <p:attrNameLst>
                                          <p:attrName>fillcolor</p:attrName>
                                        </p:attrNameLst>
                                      </p:cBhvr>
                                      <p:to>
                                        <a:srgbClr val="262626"/>
                                      </p:to>
                                    </p:animClr>
                                    <p:set>
                                      <p:cBhvr>
                                        <p:cTn id="103" dur="1000" fill="hold"/>
                                        <p:tgtEl>
                                          <p:spTgt spid="74"/>
                                        </p:tgtEl>
                                        <p:attrNameLst>
                                          <p:attrName>fill.type</p:attrName>
                                        </p:attrNameLst>
                                      </p:cBhvr>
                                      <p:to>
                                        <p:strVal val="solid"/>
                                      </p:to>
                                    </p:set>
                                    <p:set>
                                      <p:cBhvr>
                                        <p:cTn id="104" dur="1000" fill="hold"/>
                                        <p:tgtEl>
                                          <p:spTgt spid="74"/>
                                        </p:tgtEl>
                                        <p:attrNameLst>
                                          <p:attrName>fill.on</p:attrName>
                                        </p:attrNameLst>
                                      </p:cBhvr>
                                      <p:to>
                                        <p:strVal val="true"/>
                                      </p:to>
                                    </p:set>
                                  </p:childTnLst>
                                </p:cTn>
                              </p:par>
                              <p:par>
                                <p:cTn id="105" presetID="9" presetClass="entr" presetSubtype="0" fill="hold" nodeType="withEffect">
                                  <p:stCondLst>
                                    <p:cond delay="0"/>
                                  </p:stCondLst>
                                  <p:childTnLst>
                                    <p:set>
                                      <p:cBhvr>
                                        <p:cTn id="106" dur="1" fill="hold">
                                          <p:stCondLst>
                                            <p:cond delay="0"/>
                                          </p:stCondLst>
                                        </p:cTn>
                                        <p:tgtEl>
                                          <p:spTgt spid="81"/>
                                        </p:tgtEl>
                                        <p:attrNameLst>
                                          <p:attrName>style.visibility</p:attrName>
                                        </p:attrNameLst>
                                      </p:cBhvr>
                                      <p:to>
                                        <p:strVal val="visible"/>
                                      </p:to>
                                    </p:set>
                                    <p:animEffect transition="in" filter="dissolve">
                                      <p:cBhvr>
                                        <p:cTn id="107" dur="500"/>
                                        <p:tgtEl>
                                          <p:spTgt spid="81"/>
                                        </p:tgtEl>
                                      </p:cBhvr>
                                    </p:animEffect>
                                  </p:childTnLst>
                                </p:cTn>
                              </p:par>
                              <p:par>
                                <p:cTn id="108" presetID="9" presetClass="entr" presetSubtype="0" fill="hold" nodeType="withEffect">
                                  <p:stCondLst>
                                    <p:cond delay="0"/>
                                  </p:stCondLst>
                                  <p:childTnLst>
                                    <p:set>
                                      <p:cBhvr>
                                        <p:cTn id="109" dur="1" fill="hold">
                                          <p:stCondLst>
                                            <p:cond delay="0"/>
                                          </p:stCondLst>
                                        </p:cTn>
                                        <p:tgtEl>
                                          <p:spTgt spid="82"/>
                                        </p:tgtEl>
                                        <p:attrNameLst>
                                          <p:attrName>style.visibility</p:attrName>
                                        </p:attrNameLst>
                                      </p:cBhvr>
                                      <p:to>
                                        <p:strVal val="visible"/>
                                      </p:to>
                                    </p:set>
                                    <p:animEffect transition="in" filter="dissolve">
                                      <p:cBhvr>
                                        <p:cTn id="110" dur="500"/>
                                        <p:tgtEl>
                                          <p:spTgt spid="82"/>
                                        </p:tgtEl>
                                      </p:cBhvr>
                                    </p:animEffect>
                                  </p:childTnLst>
                                </p:cTn>
                              </p:par>
                              <p:par>
                                <p:cTn id="111" presetID="9" presetClass="entr" presetSubtype="0" fill="hold" nodeType="withEffect">
                                  <p:stCondLst>
                                    <p:cond delay="0"/>
                                  </p:stCondLst>
                                  <p:childTnLst>
                                    <p:set>
                                      <p:cBhvr>
                                        <p:cTn id="112" dur="1" fill="hold">
                                          <p:stCondLst>
                                            <p:cond delay="0"/>
                                          </p:stCondLst>
                                        </p:cTn>
                                        <p:tgtEl>
                                          <p:spTgt spid="78"/>
                                        </p:tgtEl>
                                        <p:attrNameLst>
                                          <p:attrName>style.visibility</p:attrName>
                                        </p:attrNameLst>
                                      </p:cBhvr>
                                      <p:to>
                                        <p:strVal val="visible"/>
                                      </p:to>
                                    </p:set>
                                    <p:animEffect transition="in" filter="dissolve">
                                      <p:cBhvr>
                                        <p:cTn id="113" dur="500"/>
                                        <p:tgtEl>
                                          <p:spTgt spid="78"/>
                                        </p:tgtEl>
                                      </p:cBhvr>
                                    </p:animEffect>
                                  </p:childTnLst>
                                </p:cTn>
                              </p:par>
                              <p:par>
                                <p:cTn id="114" presetID="9" presetClass="entr" presetSubtype="0" fill="hold" nodeType="with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dissolve">
                                      <p:cBhvr>
                                        <p:cTn id="116" dur="500"/>
                                        <p:tgtEl>
                                          <p:spTgt spid="77"/>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8" grpId="0" animBg="1"/>
      <p:bldP spid="74" grpId="0" animBg="1"/>
      <p:bldP spid="75" grpId="0" animBg="1"/>
      <p:bldP spid="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8FBAA-E8A4-08E7-E8F3-9080D823E5B1}"/>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0672CAE4-539F-8A74-F454-007BD2750081}"/>
              </a:ext>
            </a:extLst>
          </p:cNvPr>
          <p:cNvSpPr>
            <a:spLocks noGrp="1"/>
          </p:cNvSpPr>
          <p:nvPr/>
        </p:nvSpPr>
        <p:spPr>
          <a:xfrm>
            <a:off x="497145" y="1266444"/>
            <a:ext cx="11155680" cy="0"/>
          </a:xfrm>
          <a:prstGeom prst="line">
            <a:avLst/>
          </a:prstGeom>
          <a:noFill/>
          <a:ln w="9525">
            <a:solidFill>
              <a:srgbClr val="D7D7D7"/>
            </a:solidFill>
            <a:prstDash val="solid"/>
          </a:ln>
        </p:spPr>
        <p:txBody>
          <a:bodyPr/>
          <a:lstStyle/>
          <a:p>
            <a:endParaRPr/>
          </a:p>
        </p:txBody>
      </p:sp>
      <p:sp>
        <p:nvSpPr>
          <p:cNvPr id="97" name="Rounded Rectangle 96">
            <a:extLst>
              <a:ext uri="{FF2B5EF4-FFF2-40B4-BE49-F238E27FC236}">
                <a16:creationId xmlns:a16="http://schemas.microsoft.com/office/drawing/2014/main" id="{5995C406-12AE-7F5B-ED1D-95B150FDA836}"/>
              </a:ext>
            </a:extLst>
          </p:cNvPr>
          <p:cNvSpPr>
            <a:spLocks noGrp="1"/>
          </p:cNvSpPr>
          <p:nvPr/>
        </p:nvSpPr>
        <p:spPr>
          <a:xfrm>
            <a:off x="1737865" y="2959360"/>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98" name="Rounded Rectangle 97">
            <a:extLst>
              <a:ext uri="{FF2B5EF4-FFF2-40B4-BE49-F238E27FC236}">
                <a16:creationId xmlns:a16="http://schemas.microsoft.com/office/drawing/2014/main" id="{61D80D93-C8C8-0519-362A-84DACCACA2E8}"/>
              </a:ext>
            </a:extLst>
          </p:cNvPr>
          <p:cNvSpPr>
            <a:spLocks noGrp="1"/>
          </p:cNvSpPr>
          <p:nvPr/>
        </p:nvSpPr>
        <p:spPr>
          <a:xfrm>
            <a:off x="2148415" y="2959360"/>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99" name="Rounded Rectangle 98">
            <a:extLst>
              <a:ext uri="{FF2B5EF4-FFF2-40B4-BE49-F238E27FC236}">
                <a16:creationId xmlns:a16="http://schemas.microsoft.com/office/drawing/2014/main" id="{9095DE35-2819-7022-B01E-BF3761662208}"/>
              </a:ext>
            </a:extLst>
          </p:cNvPr>
          <p:cNvSpPr>
            <a:spLocks noGrp="1"/>
          </p:cNvSpPr>
          <p:nvPr/>
        </p:nvSpPr>
        <p:spPr>
          <a:xfrm>
            <a:off x="2558965" y="2959360"/>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00" name="Rounded Rectangle 99">
            <a:extLst>
              <a:ext uri="{FF2B5EF4-FFF2-40B4-BE49-F238E27FC236}">
                <a16:creationId xmlns:a16="http://schemas.microsoft.com/office/drawing/2014/main" id="{72935597-8413-7C31-7C3B-CE7F26D58160}"/>
              </a:ext>
            </a:extLst>
          </p:cNvPr>
          <p:cNvSpPr>
            <a:spLocks noGrp="1"/>
          </p:cNvSpPr>
          <p:nvPr/>
        </p:nvSpPr>
        <p:spPr>
          <a:xfrm>
            <a:off x="2962276" y="2959360"/>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75000"/>
                </a:schemeClr>
              </a:solidFill>
            </a:endParaRPr>
          </a:p>
        </p:txBody>
      </p:sp>
      <p:sp>
        <p:nvSpPr>
          <p:cNvPr id="101" name="Rounded Rectangle 100">
            <a:extLst>
              <a:ext uri="{FF2B5EF4-FFF2-40B4-BE49-F238E27FC236}">
                <a16:creationId xmlns:a16="http://schemas.microsoft.com/office/drawing/2014/main" id="{B1E723AF-D13B-4CE7-1271-229DC5C9F071}"/>
              </a:ext>
            </a:extLst>
          </p:cNvPr>
          <p:cNvSpPr>
            <a:spLocks noGrp="1"/>
          </p:cNvSpPr>
          <p:nvPr/>
        </p:nvSpPr>
        <p:spPr>
          <a:xfrm>
            <a:off x="3586690" y="2958563"/>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102" name="Rounded Rectangle 101">
            <a:extLst>
              <a:ext uri="{FF2B5EF4-FFF2-40B4-BE49-F238E27FC236}">
                <a16:creationId xmlns:a16="http://schemas.microsoft.com/office/drawing/2014/main" id="{4484D296-2AB6-EF76-F1FD-2D37A37F69D0}"/>
              </a:ext>
            </a:extLst>
          </p:cNvPr>
          <p:cNvSpPr>
            <a:spLocks noGrp="1"/>
          </p:cNvSpPr>
          <p:nvPr/>
        </p:nvSpPr>
        <p:spPr>
          <a:xfrm>
            <a:off x="3997240" y="2958563"/>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03" name="Rounded Rectangle 102">
            <a:extLst>
              <a:ext uri="{FF2B5EF4-FFF2-40B4-BE49-F238E27FC236}">
                <a16:creationId xmlns:a16="http://schemas.microsoft.com/office/drawing/2014/main" id="{EB5157AA-CB86-C82C-DBEF-9C735A6AB0C6}"/>
              </a:ext>
            </a:extLst>
          </p:cNvPr>
          <p:cNvSpPr>
            <a:spLocks noGrp="1"/>
          </p:cNvSpPr>
          <p:nvPr/>
        </p:nvSpPr>
        <p:spPr>
          <a:xfrm>
            <a:off x="4407790" y="2958563"/>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04" name="Rounded Rectangle 103">
            <a:extLst>
              <a:ext uri="{FF2B5EF4-FFF2-40B4-BE49-F238E27FC236}">
                <a16:creationId xmlns:a16="http://schemas.microsoft.com/office/drawing/2014/main" id="{D9000752-C2CC-4B8E-A684-D7E65DBF50ED}"/>
              </a:ext>
            </a:extLst>
          </p:cNvPr>
          <p:cNvSpPr>
            <a:spLocks noGrp="1"/>
          </p:cNvSpPr>
          <p:nvPr/>
        </p:nvSpPr>
        <p:spPr>
          <a:xfrm>
            <a:off x="4811101" y="2958563"/>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105" name="Rounded Rectangle 104">
            <a:extLst>
              <a:ext uri="{FF2B5EF4-FFF2-40B4-BE49-F238E27FC236}">
                <a16:creationId xmlns:a16="http://schemas.microsoft.com/office/drawing/2014/main" id="{D18986C1-82CD-B888-5515-FE5769B86F24}"/>
              </a:ext>
            </a:extLst>
          </p:cNvPr>
          <p:cNvSpPr>
            <a:spLocks noGrp="1"/>
          </p:cNvSpPr>
          <p:nvPr/>
        </p:nvSpPr>
        <p:spPr>
          <a:xfrm>
            <a:off x="1724062" y="4345938"/>
            <a:ext cx="360000" cy="360000"/>
          </a:xfrm>
          <a:prstGeom prst="roundRect">
            <a:avLst>
              <a:gd name="adj" fmla="val 11290"/>
            </a:avLst>
          </a:prstGeom>
          <a:solidFill>
            <a:srgbClr val="A50908"/>
          </a:solidFill>
          <a:ln w="0">
            <a:noFill/>
          </a:ln>
        </p:spPr>
        <p:txBody>
          <a:bodyPr/>
          <a:lstStyle/>
          <a:p>
            <a:endParaRPr lang="en-US"/>
          </a:p>
        </p:txBody>
      </p:sp>
      <p:sp>
        <p:nvSpPr>
          <p:cNvPr id="106" name="Rounded Rectangle 105">
            <a:extLst>
              <a:ext uri="{FF2B5EF4-FFF2-40B4-BE49-F238E27FC236}">
                <a16:creationId xmlns:a16="http://schemas.microsoft.com/office/drawing/2014/main" id="{FB02FD77-6F71-A533-6D5D-1F16C05B6DD3}"/>
              </a:ext>
            </a:extLst>
          </p:cNvPr>
          <p:cNvSpPr>
            <a:spLocks noGrp="1"/>
          </p:cNvSpPr>
          <p:nvPr/>
        </p:nvSpPr>
        <p:spPr>
          <a:xfrm>
            <a:off x="2134612" y="434593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07" name="Rounded Rectangle 106">
            <a:extLst>
              <a:ext uri="{FF2B5EF4-FFF2-40B4-BE49-F238E27FC236}">
                <a16:creationId xmlns:a16="http://schemas.microsoft.com/office/drawing/2014/main" id="{C4C863BB-6F86-FE08-4FA4-FBADA2479C65}"/>
              </a:ext>
            </a:extLst>
          </p:cNvPr>
          <p:cNvSpPr>
            <a:spLocks noGrp="1"/>
          </p:cNvSpPr>
          <p:nvPr/>
        </p:nvSpPr>
        <p:spPr>
          <a:xfrm>
            <a:off x="2545162" y="4345938"/>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08" name="Rounded Rectangle 107">
            <a:extLst>
              <a:ext uri="{FF2B5EF4-FFF2-40B4-BE49-F238E27FC236}">
                <a16:creationId xmlns:a16="http://schemas.microsoft.com/office/drawing/2014/main" id="{57208A46-5F17-3877-123F-9DA9FB7BF3DC}"/>
              </a:ext>
            </a:extLst>
          </p:cNvPr>
          <p:cNvSpPr>
            <a:spLocks noGrp="1"/>
          </p:cNvSpPr>
          <p:nvPr/>
        </p:nvSpPr>
        <p:spPr>
          <a:xfrm>
            <a:off x="2948473" y="4345938"/>
            <a:ext cx="360000" cy="360000"/>
          </a:xfrm>
          <a:prstGeom prst="roundRect">
            <a:avLst>
              <a:gd name="adj" fmla="val 11290"/>
            </a:avLst>
          </a:prstGeom>
          <a:solidFill>
            <a:srgbClr val="A50908"/>
          </a:solidFill>
          <a:ln w="0">
            <a:noFill/>
          </a:ln>
        </p:spPr>
        <p:txBody>
          <a:bodyPr/>
          <a:lstStyle/>
          <a:p>
            <a:endParaRPr lang="en-US"/>
          </a:p>
        </p:txBody>
      </p:sp>
      <p:sp>
        <p:nvSpPr>
          <p:cNvPr id="109" name="Rounded Rectangle 108">
            <a:extLst>
              <a:ext uri="{FF2B5EF4-FFF2-40B4-BE49-F238E27FC236}">
                <a16:creationId xmlns:a16="http://schemas.microsoft.com/office/drawing/2014/main" id="{17988A61-D4A5-4DF9-3D94-162F2DC7642A}"/>
              </a:ext>
            </a:extLst>
          </p:cNvPr>
          <p:cNvSpPr>
            <a:spLocks noGrp="1"/>
          </p:cNvSpPr>
          <p:nvPr/>
        </p:nvSpPr>
        <p:spPr>
          <a:xfrm>
            <a:off x="3572887" y="434514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10" name="Rounded Rectangle 109">
            <a:extLst>
              <a:ext uri="{FF2B5EF4-FFF2-40B4-BE49-F238E27FC236}">
                <a16:creationId xmlns:a16="http://schemas.microsoft.com/office/drawing/2014/main" id="{148F4A39-6B8F-9187-DEA9-7ACF0CE2813F}"/>
              </a:ext>
            </a:extLst>
          </p:cNvPr>
          <p:cNvSpPr>
            <a:spLocks noGrp="1"/>
          </p:cNvSpPr>
          <p:nvPr/>
        </p:nvSpPr>
        <p:spPr>
          <a:xfrm>
            <a:off x="3983437" y="4345141"/>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11" name="Rounded Rectangle 110">
            <a:extLst>
              <a:ext uri="{FF2B5EF4-FFF2-40B4-BE49-F238E27FC236}">
                <a16:creationId xmlns:a16="http://schemas.microsoft.com/office/drawing/2014/main" id="{BBD1F763-2001-100D-AAB1-53DE65E74E5C}"/>
              </a:ext>
            </a:extLst>
          </p:cNvPr>
          <p:cNvSpPr>
            <a:spLocks noGrp="1"/>
          </p:cNvSpPr>
          <p:nvPr/>
        </p:nvSpPr>
        <p:spPr>
          <a:xfrm>
            <a:off x="4393987" y="4345141"/>
            <a:ext cx="360000" cy="360000"/>
          </a:xfrm>
          <a:prstGeom prst="roundRect">
            <a:avLst>
              <a:gd name="adj" fmla="val 11290"/>
            </a:avLst>
          </a:prstGeom>
          <a:solidFill>
            <a:srgbClr val="A50908"/>
          </a:solidFill>
          <a:ln w="0">
            <a:noFill/>
          </a:ln>
        </p:spPr>
        <p:txBody>
          <a:bodyPr/>
          <a:lstStyle/>
          <a:p>
            <a:endParaRPr lang="en-US">
              <a:solidFill>
                <a:schemeClr val="bg1">
                  <a:lumMod val="95000"/>
                </a:schemeClr>
              </a:solidFill>
            </a:endParaRPr>
          </a:p>
        </p:txBody>
      </p:sp>
      <p:sp>
        <p:nvSpPr>
          <p:cNvPr id="112" name="Rounded Rectangle 111">
            <a:extLst>
              <a:ext uri="{FF2B5EF4-FFF2-40B4-BE49-F238E27FC236}">
                <a16:creationId xmlns:a16="http://schemas.microsoft.com/office/drawing/2014/main" id="{AAE0D31C-4FF6-58F8-522B-304B8C4B027D}"/>
              </a:ext>
            </a:extLst>
          </p:cNvPr>
          <p:cNvSpPr>
            <a:spLocks noGrp="1"/>
          </p:cNvSpPr>
          <p:nvPr/>
        </p:nvSpPr>
        <p:spPr>
          <a:xfrm>
            <a:off x="4797298" y="4345141"/>
            <a:ext cx="360000" cy="360000"/>
          </a:xfrm>
          <a:prstGeom prst="roundRect">
            <a:avLst>
              <a:gd name="adj" fmla="val 11290"/>
            </a:avLst>
          </a:prstGeom>
          <a:solidFill>
            <a:srgbClr val="A50908"/>
          </a:solidFill>
          <a:ln w="0">
            <a:noFill/>
          </a:ln>
        </p:spPr>
        <p:txBody>
          <a:bodyPr/>
          <a:lstStyle/>
          <a:p>
            <a:endParaRPr lang="en-US"/>
          </a:p>
        </p:txBody>
      </p:sp>
      <p:sp>
        <p:nvSpPr>
          <p:cNvPr id="113" name="Text 0">
            <a:extLst>
              <a:ext uri="{FF2B5EF4-FFF2-40B4-BE49-F238E27FC236}">
                <a16:creationId xmlns:a16="http://schemas.microsoft.com/office/drawing/2014/main" id="{003B70BF-C0B9-AD64-01E2-EE49B0D574D5}"/>
              </a:ext>
            </a:extLst>
          </p:cNvPr>
          <p:cNvSpPr/>
          <p:nvPr/>
        </p:nvSpPr>
        <p:spPr>
          <a:xfrm>
            <a:off x="1724062" y="3930039"/>
            <a:ext cx="3127588" cy="492432"/>
          </a:xfrm>
          <a:prstGeom prst="rect">
            <a:avLst/>
          </a:prstGeom>
          <a:noFill/>
          <a:ln/>
        </p:spPr>
        <p:txBody>
          <a:bodyPr wrap="square" lIns="0" tIns="0" rIns="0" bIns="0" rtlCol="0" anchor="ctr">
            <a:normAutofit/>
          </a:bodyPr>
          <a:lstStyle/>
          <a:p>
            <a:r>
              <a:rPr lang="en-GB" sz="2000" b="1" dirty="0">
                <a:solidFill>
                  <a:srgbClr val="A50908"/>
                </a:solidFill>
              </a:rPr>
              <a:t>New Observation</a:t>
            </a:r>
            <a:endParaRPr lang="en-US" sz="2000" b="1" dirty="0">
              <a:solidFill>
                <a:srgbClr val="A50908"/>
              </a:solidFill>
            </a:endParaRPr>
          </a:p>
        </p:txBody>
      </p:sp>
      <p:sp>
        <p:nvSpPr>
          <p:cNvPr id="122" name="Text 0">
            <a:extLst>
              <a:ext uri="{FF2B5EF4-FFF2-40B4-BE49-F238E27FC236}">
                <a16:creationId xmlns:a16="http://schemas.microsoft.com/office/drawing/2014/main" id="{42C1BAFF-AE05-2F0F-C9A1-3745A6EB56B0}"/>
              </a:ext>
            </a:extLst>
          </p:cNvPr>
          <p:cNvSpPr/>
          <p:nvPr/>
        </p:nvSpPr>
        <p:spPr>
          <a:xfrm>
            <a:off x="1737865" y="2559943"/>
            <a:ext cx="1736980" cy="447665"/>
          </a:xfrm>
          <a:prstGeom prst="rect">
            <a:avLst/>
          </a:prstGeom>
          <a:noFill/>
          <a:ln/>
        </p:spPr>
        <p:txBody>
          <a:bodyPr wrap="square" lIns="0" tIns="0" rIns="0" bIns="0" rtlCol="0" anchor="ctr">
            <a:normAutofit/>
          </a:bodyPr>
          <a:lstStyle/>
          <a:p>
            <a:r>
              <a:rPr lang="en-GB" sz="2000" b="1" dirty="0"/>
              <a:t>Stored Pattern</a:t>
            </a:r>
            <a:endParaRPr lang="en-US" sz="2000" b="1" dirty="0"/>
          </a:p>
        </p:txBody>
      </p:sp>
      <p:cxnSp>
        <p:nvCxnSpPr>
          <p:cNvPr id="124" name="Elbow Connector 123">
            <a:extLst>
              <a:ext uri="{FF2B5EF4-FFF2-40B4-BE49-F238E27FC236}">
                <a16:creationId xmlns:a16="http://schemas.microsoft.com/office/drawing/2014/main" id="{95CA6FAC-2B0F-D039-5131-18DBAF0F1BCC}"/>
              </a:ext>
            </a:extLst>
          </p:cNvPr>
          <p:cNvCxnSpPr>
            <a:cxnSpLocks/>
          </p:cNvCxnSpPr>
          <p:nvPr/>
        </p:nvCxnSpPr>
        <p:spPr>
          <a:xfrm rot="5400000" flipH="1" flipV="1">
            <a:off x="5348113" y="3238587"/>
            <a:ext cx="563104" cy="305760"/>
          </a:xfrm>
          <a:prstGeom prst="bentConnector3">
            <a:avLst>
              <a:gd name="adj1" fmla="val 9982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C2F2ED33-197F-7DB3-E21C-4FBD7FC9D8AC}"/>
              </a:ext>
            </a:extLst>
          </p:cNvPr>
          <p:cNvCxnSpPr>
            <a:cxnSpLocks/>
          </p:cNvCxnSpPr>
          <p:nvPr/>
        </p:nvCxnSpPr>
        <p:spPr>
          <a:xfrm>
            <a:off x="5282946" y="4496979"/>
            <a:ext cx="4995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Elbow Connector 125">
            <a:extLst>
              <a:ext uri="{FF2B5EF4-FFF2-40B4-BE49-F238E27FC236}">
                <a16:creationId xmlns:a16="http://schemas.microsoft.com/office/drawing/2014/main" id="{6B0614B5-96A5-C1F4-4F88-4D07FFD2ADD3}"/>
              </a:ext>
            </a:extLst>
          </p:cNvPr>
          <p:cNvCxnSpPr>
            <a:cxnSpLocks/>
          </p:cNvCxnSpPr>
          <p:nvPr/>
        </p:nvCxnSpPr>
        <p:spPr>
          <a:xfrm rot="5400000" flipH="1" flipV="1">
            <a:off x="5121644" y="3841228"/>
            <a:ext cx="1126388" cy="210643"/>
          </a:xfrm>
          <a:prstGeom prst="bentConnector3">
            <a:avLst>
              <a:gd name="adj1" fmla="val 9995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Delay 126">
            <a:extLst>
              <a:ext uri="{FF2B5EF4-FFF2-40B4-BE49-F238E27FC236}">
                <a16:creationId xmlns:a16="http://schemas.microsoft.com/office/drawing/2014/main" id="{271194E9-C97C-00A4-566F-D2F099B6797C}"/>
              </a:ext>
            </a:extLst>
          </p:cNvPr>
          <p:cNvSpPr/>
          <p:nvPr/>
        </p:nvSpPr>
        <p:spPr>
          <a:xfrm>
            <a:off x="5782545" y="4018551"/>
            <a:ext cx="793619" cy="660400"/>
          </a:xfrm>
          <a:prstGeom prst="flowChartDelay">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tx1"/>
                  </a:solidFill>
                </a:ln>
                <a:solidFill>
                  <a:schemeClr val="tx1"/>
                </a:solidFill>
              </a:rPr>
              <a:t>AND</a:t>
            </a:r>
          </a:p>
        </p:txBody>
      </p:sp>
      <p:sp>
        <p:nvSpPr>
          <p:cNvPr id="128" name="Pentagon 127">
            <a:extLst>
              <a:ext uri="{FF2B5EF4-FFF2-40B4-BE49-F238E27FC236}">
                <a16:creationId xmlns:a16="http://schemas.microsoft.com/office/drawing/2014/main" id="{7CA59F12-4E2C-B013-CD62-C239B004B6C2}"/>
              </a:ext>
            </a:extLst>
          </p:cNvPr>
          <p:cNvSpPr/>
          <p:nvPr/>
        </p:nvSpPr>
        <p:spPr>
          <a:xfrm>
            <a:off x="5782545" y="2886292"/>
            <a:ext cx="812266" cy="681644"/>
          </a:xfrm>
          <a:prstGeom prst="homePlat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tx1"/>
                  </a:solidFill>
                </a:ln>
                <a:solidFill>
                  <a:schemeClr val="tx1"/>
                </a:solidFill>
              </a:rPr>
              <a:t>OR</a:t>
            </a:r>
          </a:p>
        </p:txBody>
      </p:sp>
      <p:cxnSp>
        <p:nvCxnSpPr>
          <p:cNvPr id="129" name="Straight Arrow Connector 128">
            <a:extLst>
              <a:ext uri="{FF2B5EF4-FFF2-40B4-BE49-F238E27FC236}">
                <a16:creationId xmlns:a16="http://schemas.microsoft.com/office/drawing/2014/main" id="{611D29B2-0340-B87B-EE8D-9FD510D34CDE}"/>
              </a:ext>
            </a:extLst>
          </p:cNvPr>
          <p:cNvCxnSpPr>
            <a:cxnSpLocks/>
            <a:stCxn id="127" idx="3"/>
          </p:cNvCxnSpPr>
          <p:nvPr/>
        </p:nvCxnSpPr>
        <p:spPr>
          <a:xfrm flipV="1">
            <a:off x="6576164" y="4347666"/>
            <a:ext cx="315217" cy="10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BB2F9B5C-6E84-9644-F1F6-6212ED96DA36}"/>
              </a:ext>
            </a:extLst>
          </p:cNvPr>
          <p:cNvCxnSpPr>
            <a:cxnSpLocks/>
            <a:stCxn id="128" idx="3"/>
          </p:cNvCxnSpPr>
          <p:nvPr/>
        </p:nvCxnSpPr>
        <p:spPr>
          <a:xfrm flipV="1">
            <a:off x="6594811" y="3224659"/>
            <a:ext cx="296570" cy="24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Elbow Connector 130">
            <a:extLst>
              <a:ext uri="{FF2B5EF4-FFF2-40B4-BE49-F238E27FC236}">
                <a16:creationId xmlns:a16="http://schemas.microsoft.com/office/drawing/2014/main" id="{84523499-0FCB-442E-EBC5-0E2EBE2864A6}"/>
              </a:ext>
            </a:extLst>
          </p:cNvPr>
          <p:cNvCxnSpPr>
            <a:cxnSpLocks/>
          </p:cNvCxnSpPr>
          <p:nvPr/>
        </p:nvCxnSpPr>
        <p:spPr>
          <a:xfrm rot="16200000" flipH="1">
            <a:off x="5362389" y="3779312"/>
            <a:ext cx="537573" cy="308780"/>
          </a:xfrm>
          <a:prstGeom prst="bentConnector3">
            <a:avLst>
              <a:gd name="adj1" fmla="val 10087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BFD7FBC-4E36-EF73-ECD5-D1F865491D8A}"/>
              </a:ext>
            </a:extLst>
          </p:cNvPr>
          <p:cNvCxnSpPr>
            <a:cxnSpLocks/>
          </p:cNvCxnSpPr>
          <p:nvPr/>
        </p:nvCxnSpPr>
        <p:spPr>
          <a:xfrm>
            <a:off x="5282946" y="3109915"/>
            <a:ext cx="19383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Rounded Rectangle 132">
            <a:extLst>
              <a:ext uri="{FF2B5EF4-FFF2-40B4-BE49-F238E27FC236}">
                <a16:creationId xmlns:a16="http://schemas.microsoft.com/office/drawing/2014/main" id="{5792E692-CA66-7216-C801-3D088419615C}"/>
              </a:ext>
            </a:extLst>
          </p:cNvPr>
          <p:cNvSpPr>
            <a:spLocks noGrp="1"/>
          </p:cNvSpPr>
          <p:nvPr/>
        </p:nvSpPr>
        <p:spPr>
          <a:xfrm>
            <a:off x="6950319" y="303269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134" name="Rounded Rectangle 133">
            <a:extLst>
              <a:ext uri="{FF2B5EF4-FFF2-40B4-BE49-F238E27FC236}">
                <a16:creationId xmlns:a16="http://schemas.microsoft.com/office/drawing/2014/main" id="{C7A45B1A-7C50-BB67-4699-E9025D75FD6F}"/>
              </a:ext>
            </a:extLst>
          </p:cNvPr>
          <p:cNvSpPr>
            <a:spLocks noGrp="1"/>
          </p:cNvSpPr>
          <p:nvPr/>
        </p:nvSpPr>
        <p:spPr>
          <a:xfrm>
            <a:off x="7360869" y="303269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35" name="Rounded Rectangle 134">
            <a:extLst>
              <a:ext uri="{FF2B5EF4-FFF2-40B4-BE49-F238E27FC236}">
                <a16:creationId xmlns:a16="http://schemas.microsoft.com/office/drawing/2014/main" id="{F03E1A3A-2A5E-EFE7-49DE-3E69FA8FC4AE}"/>
              </a:ext>
            </a:extLst>
          </p:cNvPr>
          <p:cNvSpPr>
            <a:spLocks noGrp="1"/>
          </p:cNvSpPr>
          <p:nvPr/>
        </p:nvSpPr>
        <p:spPr>
          <a:xfrm>
            <a:off x="7771419" y="3032691"/>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36" name="Rounded Rectangle 135">
            <a:extLst>
              <a:ext uri="{FF2B5EF4-FFF2-40B4-BE49-F238E27FC236}">
                <a16:creationId xmlns:a16="http://schemas.microsoft.com/office/drawing/2014/main" id="{CD3EA9CB-39AB-A930-6F08-DEE85505252C}"/>
              </a:ext>
            </a:extLst>
          </p:cNvPr>
          <p:cNvSpPr>
            <a:spLocks noGrp="1"/>
          </p:cNvSpPr>
          <p:nvPr/>
        </p:nvSpPr>
        <p:spPr>
          <a:xfrm>
            <a:off x="8174730" y="3032691"/>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75000"/>
                </a:schemeClr>
              </a:solidFill>
            </a:endParaRPr>
          </a:p>
        </p:txBody>
      </p:sp>
      <p:sp>
        <p:nvSpPr>
          <p:cNvPr id="137" name="Rounded Rectangle 136">
            <a:extLst>
              <a:ext uri="{FF2B5EF4-FFF2-40B4-BE49-F238E27FC236}">
                <a16:creationId xmlns:a16="http://schemas.microsoft.com/office/drawing/2014/main" id="{819BA3D0-7D0E-046D-A231-A3D1EFD334A7}"/>
              </a:ext>
            </a:extLst>
          </p:cNvPr>
          <p:cNvSpPr>
            <a:spLocks noGrp="1"/>
          </p:cNvSpPr>
          <p:nvPr/>
        </p:nvSpPr>
        <p:spPr>
          <a:xfrm>
            <a:off x="8799144" y="3031894"/>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138" name="Rounded Rectangle 137">
            <a:extLst>
              <a:ext uri="{FF2B5EF4-FFF2-40B4-BE49-F238E27FC236}">
                <a16:creationId xmlns:a16="http://schemas.microsoft.com/office/drawing/2014/main" id="{9BDBFB1D-F4F1-8682-6CCA-CB6F2CA0F1F4}"/>
              </a:ext>
            </a:extLst>
          </p:cNvPr>
          <p:cNvSpPr>
            <a:spLocks noGrp="1"/>
          </p:cNvSpPr>
          <p:nvPr/>
        </p:nvSpPr>
        <p:spPr>
          <a:xfrm>
            <a:off x="9209694" y="3031894"/>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39" name="Rounded Rectangle 138">
            <a:extLst>
              <a:ext uri="{FF2B5EF4-FFF2-40B4-BE49-F238E27FC236}">
                <a16:creationId xmlns:a16="http://schemas.microsoft.com/office/drawing/2014/main" id="{DDCC99EF-26C3-71FE-ABC3-47365110AB3C}"/>
              </a:ext>
            </a:extLst>
          </p:cNvPr>
          <p:cNvSpPr>
            <a:spLocks noGrp="1"/>
          </p:cNvSpPr>
          <p:nvPr/>
        </p:nvSpPr>
        <p:spPr>
          <a:xfrm>
            <a:off x="9620244" y="3031894"/>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40" name="Rounded Rectangle 139">
            <a:extLst>
              <a:ext uri="{FF2B5EF4-FFF2-40B4-BE49-F238E27FC236}">
                <a16:creationId xmlns:a16="http://schemas.microsoft.com/office/drawing/2014/main" id="{7944031C-FC58-9329-5120-E0ADEAA3A15B}"/>
              </a:ext>
            </a:extLst>
          </p:cNvPr>
          <p:cNvSpPr>
            <a:spLocks noGrp="1"/>
          </p:cNvSpPr>
          <p:nvPr/>
        </p:nvSpPr>
        <p:spPr>
          <a:xfrm>
            <a:off x="10023555" y="3031894"/>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141" name="Rounded Rectangle 140">
            <a:extLst>
              <a:ext uri="{FF2B5EF4-FFF2-40B4-BE49-F238E27FC236}">
                <a16:creationId xmlns:a16="http://schemas.microsoft.com/office/drawing/2014/main" id="{CD9C5C44-97AA-599E-02F8-E0D4BEB3D4D2}"/>
              </a:ext>
            </a:extLst>
          </p:cNvPr>
          <p:cNvSpPr>
            <a:spLocks noGrp="1"/>
          </p:cNvSpPr>
          <p:nvPr/>
        </p:nvSpPr>
        <p:spPr>
          <a:xfrm>
            <a:off x="6950319" y="4137776"/>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tx1">
                  <a:lumMod val="85000"/>
                  <a:lumOff val="15000"/>
                </a:schemeClr>
              </a:solidFill>
            </a:endParaRPr>
          </a:p>
        </p:txBody>
      </p:sp>
      <p:sp>
        <p:nvSpPr>
          <p:cNvPr id="142" name="Rounded Rectangle 141">
            <a:extLst>
              <a:ext uri="{FF2B5EF4-FFF2-40B4-BE49-F238E27FC236}">
                <a16:creationId xmlns:a16="http://schemas.microsoft.com/office/drawing/2014/main" id="{3C9B62F6-6FEC-B9F2-509B-5646ABD49801}"/>
              </a:ext>
            </a:extLst>
          </p:cNvPr>
          <p:cNvSpPr>
            <a:spLocks noGrp="1"/>
          </p:cNvSpPr>
          <p:nvPr/>
        </p:nvSpPr>
        <p:spPr>
          <a:xfrm>
            <a:off x="7360869" y="4137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43" name="Rounded Rectangle 142">
            <a:extLst>
              <a:ext uri="{FF2B5EF4-FFF2-40B4-BE49-F238E27FC236}">
                <a16:creationId xmlns:a16="http://schemas.microsoft.com/office/drawing/2014/main" id="{43040B90-0E3C-F9A2-F83E-D6A63CA78446}"/>
              </a:ext>
            </a:extLst>
          </p:cNvPr>
          <p:cNvSpPr>
            <a:spLocks noGrp="1"/>
          </p:cNvSpPr>
          <p:nvPr/>
        </p:nvSpPr>
        <p:spPr>
          <a:xfrm>
            <a:off x="7771419" y="4137776"/>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44" name="Rounded Rectangle 143">
            <a:extLst>
              <a:ext uri="{FF2B5EF4-FFF2-40B4-BE49-F238E27FC236}">
                <a16:creationId xmlns:a16="http://schemas.microsoft.com/office/drawing/2014/main" id="{92869BEC-EA30-200A-52F5-63E681D5F4D3}"/>
              </a:ext>
            </a:extLst>
          </p:cNvPr>
          <p:cNvSpPr>
            <a:spLocks noGrp="1"/>
          </p:cNvSpPr>
          <p:nvPr/>
        </p:nvSpPr>
        <p:spPr>
          <a:xfrm>
            <a:off x="8174730" y="4137776"/>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75000"/>
                </a:schemeClr>
              </a:solidFill>
            </a:endParaRPr>
          </a:p>
        </p:txBody>
      </p:sp>
      <p:sp>
        <p:nvSpPr>
          <p:cNvPr id="145" name="Rounded Rectangle 144">
            <a:extLst>
              <a:ext uri="{FF2B5EF4-FFF2-40B4-BE49-F238E27FC236}">
                <a16:creationId xmlns:a16="http://schemas.microsoft.com/office/drawing/2014/main" id="{70413691-4378-F6A6-0907-78E7F0D118E3}"/>
              </a:ext>
            </a:extLst>
          </p:cNvPr>
          <p:cNvSpPr>
            <a:spLocks noGrp="1"/>
          </p:cNvSpPr>
          <p:nvPr/>
        </p:nvSpPr>
        <p:spPr>
          <a:xfrm>
            <a:off x="8799144" y="4136979"/>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146" name="Rounded Rectangle 145">
            <a:extLst>
              <a:ext uri="{FF2B5EF4-FFF2-40B4-BE49-F238E27FC236}">
                <a16:creationId xmlns:a16="http://schemas.microsoft.com/office/drawing/2014/main" id="{D7CB4D07-2D26-37F7-C2B2-300000C5FD68}"/>
              </a:ext>
            </a:extLst>
          </p:cNvPr>
          <p:cNvSpPr>
            <a:spLocks noGrp="1"/>
          </p:cNvSpPr>
          <p:nvPr/>
        </p:nvSpPr>
        <p:spPr>
          <a:xfrm>
            <a:off x="9209694" y="4136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47" name="Rounded Rectangle 146">
            <a:extLst>
              <a:ext uri="{FF2B5EF4-FFF2-40B4-BE49-F238E27FC236}">
                <a16:creationId xmlns:a16="http://schemas.microsoft.com/office/drawing/2014/main" id="{71401C3B-ABCA-45A0-5B46-42EC9C39E62C}"/>
              </a:ext>
            </a:extLst>
          </p:cNvPr>
          <p:cNvSpPr>
            <a:spLocks noGrp="1"/>
          </p:cNvSpPr>
          <p:nvPr/>
        </p:nvSpPr>
        <p:spPr>
          <a:xfrm>
            <a:off x="9620244" y="4136979"/>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148" name="Rounded Rectangle 147">
            <a:extLst>
              <a:ext uri="{FF2B5EF4-FFF2-40B4-BE49-F238E27FC236}">
                <a16:creationId xmlns:a16="http://schemas.microsoft.com/office/drawing/2014/main" id="{6FFB9579-C504-15C0-865B-CDFC4D2E752D}"/>
              </a:ext>
            </a:extLst>
          </p:cNvPr>
          <p:cNvSpPr>
            <a:spLocks noGrp="1"/>
          </p:cNvSpPr>
          <p:nvPr/>
        </p:nvSpPr>
        <p:spPr>
          <a:xfrm>
            <a:off x="10023555" y="4136979"/>
            <a:ext cx="360000" cy="360000"/>
          </a:xfrm>
          <a:prstGeom prst="roundRect">
            <a:avLst>
              <a:gd name="adj" fmla="val 11290"/>
            </a:avLst>
          </a:prstGeom>
          <a:solidFill>
            <a:schemeClr val="bg1">
              <a:lumMod val="85000"/>
            </a:schemeClr>
          </a:solidFill>
          <a:ln w="0">
            <a:noFill/>
          </a:ln>
        </p:spPr>
        <p:txBody>
          <a:bodyPr/>
          <a:lstStyle/>
          <a:p>
            <a:endParaRPr lang="en-US">
              <a:solidFill>
                <a:schemeClr val="tx1">
                  <a:lumMod val="85000"/>
                  <a:lumOff val="15000"/>
                </a:schemeClr>
              </a:solidFill>
            </a:endParaRPr>
          </a:p>
        </p:txBody>
      </p:sp>
      <p:sp>
        <p:nvSpPr>
          <p:cNvPr id="156" name="Text 0">
            <a:extLst>
              <a:ext uri="{FF2B5EF4-FFF2-40B4-BE49-F238E27FC236}">
                <a16:creationId xmlns:a16="http://schemas.microsoft.com/office/drawing/2014/main" id="{BC105067-706B-A926-0E45-E0B5E6B75E2A}"/>
              </a:ext>
            </a:extLst>
          </p:cNvPr>
          <p:cNvSpPr/>
          <p:nvPr/>
        </p:nvSpPr>
        <p:spPr>
          <a:xfrm>
            <a:off x="1199850" y="5116296"/>
            <a:ext cx="10789920" cy="1260025"/>
          </a:xfrm>
          <a:prstGeom prst="rect">
            <a:avLst/>
          </a:prstGeom>
          <a:noFill/>
          <a:ln/>
        </p:spPr>
        <p:txBody>
          <a:bodyPr wrap="square" lIns="0" tIns="0" rIns="0" bIns="0" rtlCol="0" anchor="ctr">
            <a:normAutofit/>
          </a:bodyPr>
          <a:lstStyle/>
          <a:p>
            <a:pPr marL="0" indent="0">
              <a:buNone/>
            </a:pPr>
            <a:r>
              <a:rPr lang="en-US" sz="2400" b="1" dirty="0">
                <a:solidFill>
                  <a:srgbClr val="A50908"/>
                </a:solidFill>
                <a:latin typeface="Aptos Display" pitchFamily="34" charset="0"/>
                <a:ea typeface="Aptos Display" pitchFamily="34" charset="-122"/>
                <a:cs typeface="Aptos Display" pitchFamily="34" charset="-120"/>
              </a:rPr>
              <a:t>Limitation: </a:t>
            </a:r>
          </a:p>
          <a:p>
            <a:pPr marL="342900" indent="-342900">
              <a:buFontTx/>
              <a:buChar char="-"/>
            </a:pPr>
            <a:r>
              <a:rPr lang="en-US" sz="2400" b="1" dirty="0">
                <a:solidFill>
                  <a:srgbClr val="A50908"/>
                </a:solidFill>
                <a:latin typeface="Aptos Display" pitchFamily="34" charset="0"/>
                <a:ea typeface="Aptos Display" pitchFamily="34" charset="-122"/>
                <a:cs typeface="Aptos Display" pitchFamily="34" charset="-120"/>
              </a:rPr>
              <a:t>(Since it is not probabilistic) You need to store two patterns! </a:t>
            </a:r>
          </a:p>
          <a:p>
            <a:pPr marL="342900" indent="-342900">
              <a:buFontTx/>
              <a:buChar char="-"/>
            </a:pPr>
            <a:r>
              <a:rPr lang="en-US" sz="2400" b="1" dirty="0">
                <a:solidFill>
                  <a:srgbClr val="A50908"/>
                </a:solidFill>
                <a:latin typeface="Aptos Display" pitchFamily="34" charset="0"/>
                <a:ea typeface="Aptos Display" pitchFamily="34" charset="-122"/>
                <a:cs typeface="Aptos Display" pitchFamily="34" charset="-120"/>
              </a:rPr>
              <a:t>Only support two aggression modes, limiting fine-grain control. </a:t>
            </a:r>
          </a:p>
        </p:txBody>
      </p:sp>
      <p:sp>
        <p:nvSpPr>
          <p:cNvPr id="166" name="TextBox 165">
            <a:extLst>
              <a:ext uri="{FF2B5EF4-FFF2-40B4-BE49-F238E27FC236}">
                <a16:creationId xmlns:a16="http://schemas.microsoft.com/office/drawing/2014/main" id="{DFA808E9-1A55-C7E9-1AC9-636E8E19E527}"/>
              </a:ext>
            </a:extLst>
          </p:cNvPr>
          <p:cNvSpPr txBox="1"/>
          <p:nvPr/>
        </p:nvSpPr>
        <p:spPr>
          <a:xfrm>
            <a:off x="1199850" y="1684226"/>
            <a:ext cx="8240711" cy="707886"/>
          </a:xfrm>
          <a:prstGeom prst="rect">
            <a:avLst/>
          </a:prstGeom>
          <a:noFill/>
        </p:spPr>
        <p:txBody>
          <a:bodyPr wrap="square">
            <a:spAutoFit/>
          </a:bodyPr>
          <a:lstStyle/>
          <a:p>
            <a:pPr marL="342900" indent="-342900">
              <a:buFont typeface="Arial" panose="020B0604020202020204" pitchFamily="34" charset="0"/>
              <a:buChar char="•"/>
            </a:pPr>
            <a:r>
              <a:rPr lang="en-US" sz="2000" dirty="0"/>
              <a:t>Maintain two patterns: accuracy-biased and coverage-biased.</a:t>
            </a:r>
          </a:p>
          <a:p>
            <a:pPr marL="342900" indent="-342900">
              <a:buFont typeface="Arial" panose="020B0604020202020204" pitchFamily="34" charset="0"/>
              <a:buChar char="•"/>
            </a:pPr>
            <a:r>
              <a:rPr lang="en-US" sz="2000" dirty="0"/>
              <a:t>Issue one pattern based on current bandwidth utilization.</a:t>
            </a:r>
          </a:p>
        </p:txBody>
      </p:sp>
      <p:sp>
        <p:nvSpPr>
          <p:cNvPr id="2" name="Text 0">
            <a:extLst>
              <a:ext uri="{FF2B5EF4-FFF2-40B4-BE49-F238E27FC236}">
                <a16:creationId xmlns:a16="http://schemas.microsoft.com/office/drawing/2014/main" id="{6F303ADF-50A6-CAD9-5A6F-D2254086620C}"/>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Prior Methods: Dual Spatial Pattern Prefetcher (DSPatch) </a:t>
            </a:r>
            <a:endParaRPr lang="en-US" sz="3200" dirty="0">
              <a:solidFill>
                <a:srgbClr val="A50908"/>
              </a:solidFill>
            </a:endParaRPr>
          </a:p>
        </p:txBody>
      </p:sp>
      <p:sp>
        <p:nvSpPr>
          <p:cNvPr id="3" name="Footer Placeholder 2">
            <a:extLst>
              <a:ext uri="{FF2B5EF4-FFF2-40B4-BE49-F238E27FC236}">
                <a16:creationId xmlns:a16="http://schemas.microsoft.com/office/drawing/2014/main" id="{E8A3AF7D-1F19-A03D-CB21-17F9CF637915}"/>
              </a:ext>
            </a:extLst>
          </p:cNvPr>
          <p:cNvSpPr>
            <a:spLocks noGrp="1"/>
          </p:cNvSpPr>
          <p:nvPr>
            <p:ph type="ftr" sz="quarter" idx="11"/>
          </p:nvPr>
        </p:nvSpPr>
        <p:spPr/>
        <p:txBody>
          <a:bodyPr/>
          <a:lstStyle/>
          <a:p>
            <a:r>
              <a:rPr lang="en-US"/>
              <a:t>yh653@cam.ac.uk</a:t>
            </a:r>
            <a:endParaRPr lang="en-GB" sz="1600" dirty="0"/>
          </a:p>
        </p:txBody>
      </p:sp>
      <p:sp>
        <p:nvSpPr>
          <p:cNvPr id="7" name="Slide Number Placeholder 6">
            <a:extLst>
              <a:ext uri="{FF2B5EF4-FFF2-40B4-BE49-F238E27FC236}">
                <a16:creationId xmlns:a16="http://schemas.microsoft.com/office/drawing/2014/main" id="{601C9A30-EAE3-B63D-1858-CD5879431C5B}"/>
              </a:ext>
            </a:extLst>
          </p:cNvPr>
          <p:cNvSpPr>
            <a:spLocks noGrp="1"/>
          </p:cNvSpPr>
          <p:nvPr>
            <p:ph type="sldNum" sz="quarter" idx="10"/>
          </p:nvPr>
        </p:nvSpPr>
        <p:spPr/>
        <p:txBody>
          <a:bodyPr/>
          <a:lstStyle/>
          <a:p>
            <a:fld id="{A04C8923-7248-483A-ACCB-0382A1F5224A}" type="slidenum">
              <a:rPr lang="en-GB" smtClean="0"/>
              <a:t>16</a:t>
            </a:fld>
            <a:endParaRPr lang="en-GB"/>
          </a:p>
        </p:txBody>
      </p:sp>
      <p:sp>
        <p:nvSpPr>
          <p:cNvPr id="8" name="Text 0">
            <a:extLst>
              <a:ext uri="{FF2B5EF4-FFF2-40B4-BE49-F238E27FC236}">
                <a16:creationId xmlns:a16="http://schemas.microsoft.com/office/drawing/2014/main" id="{8E90E862-0E6D-1964-0C77-D76C12CDD4EF}"/>
              </a:ext>
            </a:extLst>
          </p:cNvPr>
          <p:cNvSpPr/>
          <p:nvPr/>
        </p:nvSpPr>
        <p:spPr>
          <a:xfrm>
            <a:off x="6950319" y="3541401"/>
            <a:ext cx="2490242" cy="447665"/>
          </a:xfrm>
          <a:prstGeom prst="rect">
            <a:avLst/>
          </a:prstGeom>
          <a:noFill/>
          <a:ln/>
        </p:spPr>
        <p:txBody>
          <a:bodyPr wrap="square" lIns="0" tIns="0" rIns="0" bIns="0" rtlCol="0" anchor="ctr">
            <a:normAutofit/>
          </a:bodyPr>
          <a:lstStyle/>
          <a:p>
            <a:r>
              <a:rPr lang="en-GB" sz="2000" b="1" dirty="0"/>
              <a:t>Updated Patterns</a:t>
            </a:r>
            <a:endParaRPr lang="en-US" sz="2000" b="1" dirty="0"/>
          </a:p>
        </p:txBody>
      </p:sp>
      <p:sp>
        <p:nvSpPr>
          <p:cNvPr id="6" name="Rectangle 5">
            <a:extLst>
              <a:ext uri="{FF2B5EF4-FFF2-40B4-BE49-F238E27FC236}">
                <a16:creationId xmlns:a16="http://schemas.microsoft.com/office/drawing/2014/main" id="{06BF3C91-359A-0212-FBA9-51590566F1D2}"/>
              </a:ext>
            </a:extLst>
          </p:cNvPr>
          <p:cNvSpPr/>
          <p:nvPr/>
        </p:nvSpPr>
        <p:spPr>
          <a:xfrm>
            <a:off x="916001" y="1551381"/>
            <a:ext cx="10545354" cy="3352797"/>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A50908"/>
                </a:solidFill>
              </a:rPr>
              <a:t>Can we do better?</a:t>
            </a:r>
            <a:endParaRPr lang="en-GB" sz="4800" dirty="0">
              <a:solidFill>
                <a:srgbClr val="A50908"/>
              </a:solidFill>
            </a:endParaRPr>
          </a:p>
        </p:txBody>
      </p:sp>
    </p:spTree>
    <p:extLst>
      <p:ext uri="{BB962C8B-B14F-4D97-AF65-F5344CB8AC3E}">
        <p14:creationId xmlns:p14="http://schemas.microsoft.com/office/powerpoint/2010/main" val="380738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FBB0-836F-9F5E-F020-EF0AFE9A97C5}"/>
            </a:ext>
          </a:extLst>
        </p:cNvPr>
        <p:cNvGrpSpPr/>
        <p:nvPr/>
      </p:nvGrpSpPr>
      <p:grpSpPr>
        <a:xfrm>
          <a:off x="0" y="0"/>
          <a:ext cx="0" cy="0"/>
          <a:chOff x="0" y="0"/>
          <a:chExt cx="0" cy="0"/>
        </a:xfrm>
      </p:grpSpPr>
      <p:cxnSp>
        <p:nvCxnSpPr>
          <p:cNvPr id="24" name="Straight Arrow Connector 23">
            <a:extLst>
              <a:ext uri="{FF2B5EF4-FFF2-40B4-BE49-F238E27FC236}">
                <a16:creationId xmlns:a16="http://schemas.microsoft.com/office/drawing/2014/main" id="{061644A3-0345-2C7B-58D2-102FCF73A11E}"/>
              </a:ext>
            </a:extLst>
          </p:cNvPr>
          <p:cNvCxnSpPr>
            <a:cxnSpLocks/>
          </p:cNvCxnSpPr>
          <p:nvPr/>
        </p:nvCxnSpPr>
        <p:spPr>
          <a:xfrm>
            <a:off x="3595722" y="2363972"/>
            <a:ext cx="0"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44B2D1-184B-CDC4-E91E-F953E80C3148}"/>
              </a:ext>
            </a:extLst>
          </p:cNvPr>
          <p:cNvCxnSpPr>
            <a:cxnSpLocks/>
          </p:cNvCxnSpPr>
          <p:nvPr/>
        </p:nvCxnSpPr>
        <p:spPr>
          <a:xfrm flipH="1">
            <a:off x="9045603" y="2363022"/>
            <a:ext cx="1" cy="36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5D4AC594-A17E-0ABD-286D-3469A03BA47E}"/>
              </a:ext>
            </a:extLst>
          </p:cNvPr>
          <p:cNvSpPr/>
          <p:nvPr/>
        </p:nvSpPr>
        <p:spPr>
          <a:xfrm>
            <a:off x="2529402" y="2744843"/>
            <a:ext cx="2132639" cy="474920"/>
          </a:xfrm>
          <a:prstGeom prst="roundRect">
            <a:avLst/>
          </a:prstGeom>
          <a:solidFill>
            <a:srgbClr val="A50908"/>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Accuracy Seeking</a:t>
            </a:r>
          </a:p>
        </p:txBody>
      </p:sp>
      <p:sp>
        <p:nvSpPr>
          <p:cNvPr id="27" name="Rounded Rectangle 26">
            <a:extLst>
              <a:ext uri="{FF2B5EF4-FFF2-40B4-BE49-F238E27FC236}">
                <a16:creationId xmlns:a16="http://schemas.microsoft.com/office/drawing/2014/main" id="{C72F3B69-6180-C354-AB45-1123A8B67F05}"/>
              </a:ext>
            </a:extLst>
          </p:cNvPr>
          <p:cNvSpPr/>
          <p:nvPr/>
        </p:nvSpPr>
        <p:spPr>
          <a:xfrm>
            <a:off x="7954210" y="2750143"/>
            <a:ext cx="2132639" cy="474920"/>
          </a:xfrm>
          <a:prstGeom prst="roundRect">
            <a:avLst/>
          </a:prstGeom>
          <a:solidFill>
            <a:srgbClr val="A50908"/>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Coverage Seeking</a:t>
            </a:r>
          </a:p>
        </p:txBody>
      </p:sp>
      <p:sp>
        <p:nvSpPr>
          <p:cNvPr id="4" name="Shape 2">
            <a:extLst>
              <a:ext uri="{FF2B5EF4-FFF2-40B4-BE49-F238E27FC236}">
                <a16:creationId xmlns:a16="http://schemas.microsoft.com/office/drawing/2014/main" id="{77A60C58-6A95-A663-4B7F-894542AB675B}"/>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8" name="Text 0">
            <a:extLst>
              <a:ext uri="{FF2B5EF4-FFF2-40B4-BE49-F238E27FC236}">
                <a16:creationId xmlns:a16="http://schemas.microsoft.com/office/drawing/2014/main" id="{E58A89B7-652A-02E4-08EB-F2C923F3F007}"/>
              </a:ext>
            </a:extLst>
          </p:cNvPr>
          <p:cNvSpPr/>
          <p:nvPr/>
        </p:nvSpPr>
        <p:spPr>
          <a:xfrm>
            <a:off x="680025" y="5848799"/>
            <a:ext cx="10789920" cy="411480"/>
          </a:xfrm>
          <a:prstGeom prst="rect">
            <a:avLst/>
          </a:prstGeom>
          <a:noFill/>
          <a:ln/>
        </p:spPr>
        <p:txBody>
          <a:bodyPr wrap="square" lIns="0" tIns="0" rIns="0" bIns="0" rtlCol="0" anchor="ctr">
            <a:normAutofit/>
          </a:bodyPr>
          <a:lstStyle/>
          <a:p>
            <a:pPr algn="ctr"/>
            <a:r>
              <a:rPr lang="en-US" sz="2400" b="1" dirty="0">
                <a:solidFill>
                  <a:srgbClr val="A50908"/>
                </a:solidFill>
              </a:rPr>
              <a:t>Accuracy Feedback Decides How Aggressive Proba Should Be</a:t>
            </a:r>
          </a:p>
        </p:txBody>
      </p:sp>
      <p:sp>
        <p:nvSpPr>
          <p:cNvPr id="10" name="Text 0">
            <a:extLst>
              <a:ext uri="{FF2B5EF4-FFF2-40B4-BE49-F238E27FC236}">
                <a16:creationId xmlns:a16="http://schemas.microsoft.com/office/drawing/2014/main" id="{B8505380-2E94-9885-E8F8-960E1BF5A26B}"/>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altLang="zh-CN" sz="3200" b="1" dirty="0">
                <a:solidFill>
                  <a:srgbClr val="A50908"/>
                </a:solidFill>
              </a:rPr>
              <a:t>Dynamic Decision-making</a:t>
            </a:r>
          </a:p>
        </p:txBody>
      </p:sp>
      <p:cxnSp>
        <p:nvCxnSpPr>
          <p:cNvPr id="5" name="Straight Arrow Connector 4">
            <a:extLst>
              <a:ext uri="{FF2B5EF4-FFF2-40B4-BE49-F238E27FC236}">
                <a16:creationId xmlns:a16="http://schemas.microsoft.com/office/drawing/2014/main" id="{7DE50DDA-F5CF-65F8-DBDD-4685BB5C75BB}"/>
              </a:ext>
            </a:extLst>
          </p:cNvPr>
          <p:cNvCxnSpPr>
            <a:cxnSpLocks/>
          </p:cNvCxnSpPr>
          <p:nvPr/>
        </p:nvCxnSpPr>
        <p:spPr>
          <a:xfrm flipV="1">
            <a:off x="6348074" y="1689672"/>
            <a:ext cx="0" cy="120133"/>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F46DF22B-41D9-5FE3-CF99-1389D903BBDE}"/>
              </a:ext>
            </a:extLst>
          </p:cNvPr>
          <p:cNvSpPr/>
          <p:nvPr/>
        </p:nvSpPr>
        <p:spPr>
          <a:xfrm>
            <a:off x="5538394" y="1266444"/>
            <a:ext cx="1619356" cy="548018"/>
          </a:xfrm>
          <a:prstGeom prst="rect">
            <a:avLst/>
          </a:prstGeom>
          <a:noFill/>
          <a:ln/>
        </p:spPr>
        <p:txBody>
          <a:bodyPr wrap="square" lIns="0" tIns="0" rIns="0" bIns="0" rtlCol="0" anchor="ctr">
            <a:normAutofit/>
          </a:bodyPr>
          <a:lstStyle/>
          <a:p>
            <a:pPr algn="ctr"/>
            <a:r>
              <a:rPr lang="en-GB" b="1" dirty="0"/>
              <a:t>Accuracy</a:t>
            </a:r>
            <a:endParaRPr lang="en-US" b="1" dirty="0"/>
          </a:p>
        </p:txBody>
      </p:sp>
      <p:cxnSp>
        <p:nvCxnSpPr>
          <p:cNvPr id="17" name="Straight Arrow Connector 16">
            <a:extLst>
              <a:ext uri="{FF2B5EF4-FFF2-40B4-BE49-F238E27FC236}">
                <a16:creationId xmlns:a16="http://schemas.microsoft.com/office/drawing/2014/main" id="{CE1933B3-FE87-07BE-99A2-3F1C1379F3E5}"/>
              </a:ext>
            </a:extLst>
          </p:cNvPr>
          <p:cNvCxnSpPr/>
          <p:nvPr/>
        </p:nvCxnSpPr>
        <p:spPr>
          <a:xfrm flipH="1">
            <a:off x="4171776" y="2260521"/>
            <a:ext cx="900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C28760B-3130-4C0A-BF12-723574956069}"/>
              </a:ext>
            </a:extLst>
          </p:cNvPr>
          <p:cNvCxnSpPr/>
          <p:nvPr/>
        </p:nvCxnSpPr>
        <p:spPr>
          <a:xfrm flipH="1">
            <a:off x="7594442" y="2254231"/>
            <a:ext cx="900000" cy="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 0">
            <a:extLst>
              <a:ext uri="{FF2B5EF4-FFF2-40B4-BE49-F238E27FC236}">
                <a16:creationId xmlns:a16="http://schemas.microsoft.com/office/drawing/2014/main" id="{BEBA1C44-4DE6-C731-78BC-771BF2C9BA17}"/>
              </a:ext>
            </a:extLst>
          </p:cNvPr>
          <p:cNvSpPr/>
          <p:nvPr/>
        </p:nvSpPr>
        <p:spPr>
          <a:xfrm>
            <a:off x="4333431" y="2223972"/>
            <a:ext cx="612230" cy="548018"/>
          </a:xfrm>
          <a:prstGeom prst="rect">
            <a:avLst/>
          </a:prstGeom>
          <a:noFill/>
          <a:ln/>
        </p:spPr>
        <p:txBody>
          <a:bodyPr wrap="square" lIns="0" tIns="0" rIns="0" bIns="0" rtlCol="0" anchor="ctr">
            <a:normAutofit/>
          </a:bodyPr>
          <a:lstStyle/>
          <a:p>
            <a:pPr algn="ctr"/>
            <a:r>
              <a:rPr lang="en-GB" sz="2000" b="1" dirty="0"/>
              <a:t>Yes</a:t>
            </a:r>
            <a:endParaRPr lang="en-US" sz="2000" b="1" dirty="0"/>
          </a:p>
        </p:txBody>
      </p:sp>
      <p:sp>
        <p:nvSpPr>
          <p:cNvPr id="20" name="Text 0">
            <a:extLst>
              <a:ext uri="{FF2B5EF4-FFF2-40B4-BE49-F238E27FC236}">
                <a16:creationId xmlns:a16="http://schemas.microsoft.com/office/drawing/2014/main" id="{5005744F-AE14-8CB9-F889-9DD479843CED}"/>
              </a:ext>
            </a:extLst>
          </p:cNvPr>
          <p:cNvSpPr/>
          <p:nvPr/>
        </p:nvSpPr>
        <p:spPr>
          <a:xfrm>
            <a:off x="7549095" y="2207698"/>
            <a:ext cx="612230" cy="548018"/>
          </a:xfrm>
          <a:prstGeom prst="rect">
            <a:avLst/>
          </a:prstGeom>
          <a:noFill/>
          <a:ln/>
        </p:spPr>
        <p:txBody>
          <a:bodyPr wrap="square" lIns="0" tIns="0" rIns="0" bIns="0" rtlCol="0" anchor="ctr">
            <a:normAutofit/>
          </a:bodyPr>
          <a:lstStyle/>
          <a:p>
            <a:pPr algn="ctr"/>
            <a:r>
              <a:rPr lang="en-GB" sz="2000" b="1" dirty="0"/>
              <a:t>No</a:t>
            </a:r>
            <a:endParaRPr lang="en-US" sz="2000" b="1" dirty="0"/>
          </a:p>
        </p:txBody>
      </p:sp>
      <p:sp>
        <p:nvSpPr>
          <p:cNvPr id="21" name="Rectangle 20">
            <a:extLst>
              <a:ext uri="{FF2B5EF4-FFF2-40B4-BE49-F238E27FC236}">
                <a16:creationId xmlns:a16="http://schemas.microsoft.com/office/drawing/2014/main" id="{89A96A5D-E406-4D68-34E1-52751FC89343}"/>
              </a:ext>
            </a:extLst>
          </p:cNvPr>
          <p:cNvSpPr/>
          <p:nvPr/>
        </p:nvSpPr>
        <p:spPr>
          <a:xfrm>
            <a:off x="3052626" y="2017720"/>
            <a:ext cx="1119150" cy="474921"/>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State --</a:t>
            </a:r>
          </a:p>
        </p:txBody>
      </p:sp>
      <p:sp>
        <p:nvSpPr>
          <p:cNvPr id="22" name="Rectangle 21">
            <a:extLst>
              <a:ext uri="{FF2B5EF4-FFF2-40B4-BE49-F238E27FC236}">
                <a16:creationId xmlns:a16="http://schemas.microsoft.com/office/drawing/2014/main" id="{1D58AA09-F069-35DF-03A2-69FED4C2E21C}"/>
              </a:ext>
            </a:extLst>
          </p:cNvPr>
          <p:cNvSpPr/>
          <p:nvPr/>
        </p:nvSpPr>
        <p:spPr>
          <a:xfrm>
            <a:off x="8494442" y="2016770"/>
            <a:ext cx="1119150" cy="474921"/>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State ++</a:t>
            </a:r>
          </a:p>
        </p:txBody>
      </p:sp>
      <p:sp>
        <p:nvSpPr>
          <p:cNvPr id="32" name="Decision 31">
            <a:extLst>
              <a:ext uri="{FF2B5EF4-FFF2-40B4-BE49-F238E27FC236}">
                <a16:creationId xmlns:a16="http://schemas.microsoft.com/office/drawing/2014/main" id="{2CCC042C-88E9-23DA-FAED-A323A96736B8}"/>
              </a:ext>
            </a:extLst>
          </p:cNvPr>
          <p:cNvSpPr/>
          <p:nvPr/>
        </p:nvSpPr>
        <p:spPr>
          <a:xfrm>
            <a:off x="5088146" y="1830478"/>
            <a:ext cx="2519853" cy="847505"/>
          </a:xfrm>
          <a:prstGeom prst="flowChartDecision">
            <a:avLst/>
          </a:prstGeom>
          <a:solidFill>
            <a:srgbClr val="A50908"/>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&lt; Threshold</a:t>
            </a:r>
          </a:p>
        </p:txBody>
      </p:sp>
      <p:graphicFrame>
        <p:nvGraphicFramePr>
          <p:cNvPr id="34" name="Table 33">
            <a:extLst>
              <a:ext uri="{FF2B5EF4-FFF2-40B4-BE49-F238E27FC236}">
                <a16:creationId xmlns:a16="http://schemas.microsoft.com/office/drawing/2014/main" id="{6C80426B-DB9F-A9CC-CB5C-6C5A62D12D29}"/>
              </a:ext>
            </a:extLst>
          </p:cNvPr>
          <p:cNvGraphicFramePr>
            <a:graphicFrameLocks noGrp="1"/>
          </p:cNvGraphicFramePr>
          <p:nvPr/>
        </p:nvGraphicFramePr>
        <p:xfrm>
          <a:off x="1026520" y="3735553"/>
          <a:ext cx="8632000" cy="1651000"/>
        </p:xfrm>
        <a:graphic>
          <a:graphicData uri="http://schemas.openxmlformats.org/drawingml/2006/table">
            <a:tbl>
              <a:tblPr firstRow="1" bandRow="1">
                <a:tableStyleId>{5C22544A-7EE6-4342-B048-85BDC9FD1C3A}</a:tableStyleId>
              </a:tblPr>
              <a:tblGrid>
                <a:gridCol w="2232000">
                  <a:extLst>
                    <a:ext uri="{9D8B030D-6E8A-4147-A177-3AD203B41FA5}">
                      <a16:colId xmlns:a16="http://schemas.microsoft.com/office/drawing/2014/main" val="3525718249"/>
                    </a:ext>
                  </a:extLst>
                </a:gridCol>
                <a:gridCol w="800000">
                  <a:extLst>
                    <a:ext uri="{9D8B030D-6E8A-4147-A177-3AD203B41FA5}">
                      <a16:colId xmlns:a16="http://schemas.microsoft.com/office/drawing/2014/main" val="1169526340"/>
                    </a:ext>
                  </a:extLst>
                </a:gridCol>
                <a:gridCol w="800000">
                  <a:extLst>
                    <a:ext uri="{9D8B030D-6E8A-4147-A177-3AD203B41FA5}">
                      <a16:colId xmlns:a16="http://schemas.microsoft.com/office/drawing/2014/main" val="3857717327"/>
                    </a:ext>
                  </a:extLst>
                </a:gridCol>
                <a:gridCol w="800000">
                  <a:extLst>
                    <a:ext uri="{9D8B030D-6E8A-4147-A177-3AD203B41FA5}">
                      <a16:colId xmlns:a16="http://schemas.microsoft.com/office/drawing/2014/main" val="3670667574"/>
                    </a:ext>
                  </a:extLst>
                </a:gridCol>
                <a:gridCol w="800000">
                  <a:extLst>
                    <a:ext uri="{9D8B030D-6E8A-4147-A177-3AD203B41FA5}">
                      <a16:colId xmlns:a16="http://schemas.microsoft.com/office/drawing/2014/main" val="1613061199"/>
                    </a:ext>
                  </a:extLst>
                </a:gridCol>
                <a:gridCol w="800000">
                  <a:extLst>
                    <a:ext uri="{9D8B030D-6E8A-4147-A177-3AD203B41FA5}">
                      <a16:colId xmlns:a16="http://schemas.microsoft.com/office/drawing/2014/main" val="2438357413"/>
                    </a:ext>
                  </a:extLst>
                </a:gridCol>
                <a:gridCol w="800000">
                  <a:extLst>
                    <a:ext uri="{9D8B030D-6E8A-4147-A177-3AD203B41FA5}">
                      <a16:colId xmlns:a16="http://schemas.microsoft.com/office/drawing/2014/main" val="3091380529"/>
                    </a:ext>
                  </a:extLst>
                </a:gridCol>
                <a:gridCol w="800000">
                  <a:extLst>
                    <a:ext uri="{9D8B030D-6E8A-4147-A177-3AD203B41FA5}">
                      <a16:colId xmlns:a16="http://schemas.microsoft.com/office/drawing/2014/main" val="2729148726"/>
                    </a:ext>
                  </a:extLst>
                </a:gridCol>
                <a:gridCol w="800000">
                  <a:extLst>
                    <a:ext uri="{9D8B030D-6E8A-4147-A177-3AD203B41FA5}">
                      <a16:colId xmlns:a16="http://schemas.microsoft.com/office/drawing/2014/main" val="3289850694"/>
                    </a:ext>
                  </a:extLst>
                </a:gridCol>
              </a:tblGrid>
              <a:tr h="370840">
                <a:tc>
                  <a:txBody>
                    <a:bodyPr/>
                    <a:lstStyle/>
                    <a:p>
                      <a:pPr algn="ctr"/>
                      <a:r>
                        <a:rPr lang="en-US" dirty="0"/>
                        <a:t>State</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0</a:t>
                      </a: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2</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3</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4</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5</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6</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tc>
                  <a:txBody>
                    <a:bodyPr/>
                    <a:lstStyle/>
                    <a:p>
                      <a:pPr algn="ctr"/>
                      <a:r>
                        <a:rPr lang="en-US" dirty="0"/>
                        <a:t>7</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A50908"/>
                    </a:solidFill>
                  </a:tcPr>
                </a:tc>
                <a:extLst>
                  <a:ext uri="{0D108BD9-81ED-4DB2-BD59-A6C34878D82A}">
                    <a16:rowId xmlns:a16="http://schemas.microsoft.com/office/drawing/2014/main" val="3417988953"/>
                  </a:ext>
                </a:extLst>
              </a:tr>
              <a:tr h="540000">
                <a:tc>
                  <a:txBody>
                    <a:bodyPr/>
                    <a:lstStyle/>
                    <a:p>
                      <a:pPr algn="ctr"/>
                      <a:r>
                        <a:rPr lang="en-US" b="1" dirty="0"/>
                        <a:t>Insertion Probability (p)</a:t>
                      </a:r>
                    </a:p>
                  </a:txBody>
                  <a:tcPr>
                    <a:lnL w="12700" cmpd="sng">
                      <a:noFill/>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0.01</a:t>
                      </a:r>
                    </a:p>
                  </a:txBody>
                  <a:tcPr anchor="ctr">
                    <a:lnL w="12700" cap="flat" cmpd="sng" algn="ctr">
                      <a:no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0.05</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0.10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0.40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1.00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1.00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1.00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b="1" dirty="0"/>
                        <a:t>1.00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2268733"/>
                  </a:ext>
                </a:extLst>
              </a:tr>
              <a:tr h="54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Deletion Probability (q)</a:t>
                      </a: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1.00</a:t>
                      </a:r>
                    </a:p>
                  </a:txBody>
                  <a:tcPr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0.60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0.40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b="1" dirty="0"/>
                        <a:t>0.20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911011"/>
                  </a:ext>
                </a:extLst>
              </a:tr>
            </a:tbl>
          </a:graphicData>
        </a:graphic>
      </p:graphicFrame>
      <p:sp>
        <p:nvSpPr>
          <p:cNvPr id="2" name="Footer Placeholder 1">
            <a:extLst>
              <a:ext uri="{FF2B5EF4-FFF2-40B4-BE49-F238E27FC236}">
                <a16:creationId xmlns:a16="http://schemas.microsoft.com/office/drawing/2014/main" id="{BA003D83-662C-CAC2-3C7A-249DD5B72269}"/>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A86636CF-046B-DE8C-694F-2AF67BCA93FE}"/>
              </a:ext>
            </a:extLst>
          </p:cNvPr>
          <p:cNvSpPr>
            <a:spLocks noGrp="1"/>
          </p:cNvSpPr>
          <p:nvPr>
            <p:ph type="sldNum" sz="quarter" idx="10"/>
          </p:nvPr>
        </p:nvSpPr>
        <p:spPr/>
        <p:txBody>
          <a:bodyPr/>
          <a:lstStyle/>
          <a:p>
            <a:fld id="{A04C8923-7248-483A-ACCB-0382A1F5224A}" type="slidenum">
              <a:rPr lang="en-GB" smtClean="0"/>
              <a:t>17</a:t>
            </a:fld>
            <a:endParaRPr lang="en-GB"/>
          </a:p>
        </p:txBody>
      </p:sp>
    </p:spTree>
    <p:extLst>
      <p:ext uri="{BB962C8B-B14F-4D97-AF65-F5344CB8AC3E}">
        <p14:creationId xmlns:p14="http://schemas.microsoft.com/office/powerpoint/2010/main" val="3709788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F08C-1C9D-15A2-554E-ACC41DB1A37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DBFFCAF8-298B-CF3A-D293-1FF6C35ABAC0}"/>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3" name="Text 5">
            <a:extLst>
              <a:ext uri="{FF2B5EF4-FFF2-40B4-BE49-F238E27FC236}">
                <a16:creationId xmlns:a16="http://schemas.microsoft.com/office/drawing/2014/main" id="{8EA3DDFA-6F2D-285C-DCBB-A1BF68C44928}"/>
              </a:ext>
            </a:extLst>
          </p:cNvPr>
          <p:cNvSpPr/>
          <p:nvPr/>
        </p:nvSpPr>
        <p:spPr>
          <a:xfrm>
            <a:off x="497145" y="1327436"/>
            <a:ext cx="10789920" cy="1213582"/>
          </a:xfrm>
          <a:prstGeom prst="rect">
            <a:avLst/>
          </a:prstGeom>
          <a:noFill/>
          <a:ln/>
        </p:spPr>
        <p:txBody>
          <a:bodyPr wrap="square" lIns="635" tIns="635" rIns="635" bIns="635" rtlCol="0" anchor="ctr">
            <a:noAutofit/>
          </a:bodyPr>
          <a:lstStyle/>
          <a:p>
            <a:pPr marL="342900" indent="-342900">
              <a:buFont typeface="Arial" panose="020B0604020202020204" pitchFamily="34" charset="0"/>
              <a:buChar char="•"/>
            </a:pPr>
            <a:r>
              <a:rPr lang="en-GB" sz="2000" dirty="0"/>
              <a:t>Proba uses </a:t>
            </a:r>
            <a:r>
              <a:rPr lang="en-GB" sz="2000" b="1" dirty="0">
                <a:solidFill>
                  <a:srgbClr val="A50908"/>
                </a:solidFill>
              </a:rPr>
              <a:t>multiple trigger contexts </a:t>
            </a:r>
            <a:r>
              <a:rPr lang="en-GB" sz="2000" dirty="0"/>
              <a:t>to improve coverage</a:t>
            </a:r>
          </a:p>
          <a:p>
            <a:pPr marL="342900" indent="-342900">
              <a:buFont typeface="Arial" panose="020B0604020202020204" pitchFamily="34" charset="0"/>
              <a:buChar char="•"/>
            </a:pPr>
            <a:r>
              <a:rPr lang="en-GB" sz="2000" dirty="0"/>
              <a:t>Overlapping contexts can lead to overprediction.</a:t>
            </a:r>
          </a:p>
        </p:txBody>
      </p:sp>
      <p:sp>
        <p:nvSpPr>
          <p:cNvPr id="3" name="Rounded Rectangle 2">
            <a:extLst>
              <a:ext uri="{FF2B5EF4-FFF2-40B4-BE49-F238E27FC236}">
                <a16:creationId xmlns:a16="http://schemas.microsoft.com/office/drawing/2014/main" id="{2229D40C-A075-79E4-B408-285E76D3A4D6}"/>
              </a:ext>
            </a:extLst>
          </p:cNvPr>
          <p:cNvSpPr>
            <a:spLocks noGrp="1"/>
          </p:cNvSpPr>
          <p:nvPr/>
        </p:nvSpPr>
        <p:spPr>
          <a:xfrm>
            <a:off x="2844408" y="3160350"/>
            <a:ext cx="360000" cy="360000"/>
          </a:xfrm>
          <a:prstGeom prst="roundRect">
            <a:avLst>
              <a:gd name="adj" fmla="val 11290"/>
            </a:avLst>
          </a:prstGeom>
          <a:solidFill>
            <a:srgbClr val="A50908"/>
          </a:solidFill>
          <a:ln w="0">
            <a:noFill/>
          </a:ln>
        </p:spPr>
        <p:txBody>
          <a:bodyPr/>
          <a:lstStyle/>
          <a:p>
            <a:endParaRPr lang="en-US"/>
          </a:p>
        </p:txBody>
      </p:sp>
      <p:sp>
        <p:nvSpPr>
          <p:cNvPr id="5" name="Rounded Rectangle 4">
            <a:extLst>
              <a:ext uri="{FF2B5EF4-FFF2-40B4-BE49-F238E27FC236}">
                <a16:creationId xmlns:a16="http://schemas.microsoft.com/office/drawing/2014/main" id="{CE3A62AD-6244-5AEE-682E-5B3597E01559}"/>
              </a:ext>
            </a:extLst>
          </p:cNvPr>
          <p:cNvSpPr>
            <a:spLocks noGrp="1"/>
          </p:cNvSpPr>
          <p:nvPr/>
        </p:nvSpPr>
        <p:spPr>
          <a:xfrm>
            <a:off x="3254958" y="3160350"/>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7" name="Rounded Rectangle 6">
            <a:extLst>
              <a:ext uri="{FF2B5EF4-FFF2-40B4-BE49-F238E27FC236}">
                <a16:creationId xmlns:a16="http://schemas.microsoft.com/office/drawing/2014/main" id="{193949B9-4A83-876B-DA8A-04F7175B9EA1}"/>
              </a:ext>
            </a:extLst>
          </p:cNvPr>
          <p:cNvSpPr>
            <a:spLocks noGrp="1"/>
          </p:cNvSpPr>
          <p:nvPr/>
        </p:nvSpPr>
        <p:spPr>
          <a:xfrm>
            <a:off x="3665508" y="3160350"/>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8" name="Rounded Rectangle 7">
            <a:extLst>
              <a:ext uri="{FF2B5EF4-FFF2-40B4-BE49-F238E27FC236}">
                <a16:creationId xmlns:a16="http://schemas.microsoft.com/office/drawing/2014/main" id="{37DA5932-37D4-5C6D-3AC4-C2F921C32CFE}"/>
              </a:ext>
            </a:extLst>
          </p:cNvPr>
          <p:cNvSpPr>
            <a:spLocks noGrp="1"/>
          </p:cNvSpPr>
          <p:nvPr/>
        </p:nvSpPr>
        <p:spPr>
          <a:xfrm>
            <a:off x="4076058" y="3159553"/>
            <a:ext cx="360000" cy="360000"/>
          </a:xfrm>
          <a:prstGeom prst="roundRect">
            <a:avLst>
              <a:gd name="adj" fmla="val 11290"/>
            </a:avLst>
          </a:prstGeom>
          <a:solidFill>
            <a:srgbClr val="A50908"/>
          </a:solidFill>
          <a:ln w="38100">
            <a:noFill/>
          </a:ln>
        </p:spPr>
        <p:txBody>
          <a:bodyPr/>
          <a:lstStyle/>
          <a:p>
            <a:endParaRPr lang="en-US">
              <a:solidFill>
                <a:srgbClr val="FF0000"/>
              </a:solidFill>
            </a:endParaRPr>
          </a:p>
        </p:txBody>
      </p:sp>
      <p:sp>
        <p:nvSpPr>
          <p:cNvPr id="9" name="Rounded Rectangle 8">
            <a:extLst>
              <a:ext uri="{FF2B5EF4-FFF2-40B4-BE49-F238E27FC236}">
                <a16:creationId xmlns:a16="http://schemas.microsoft.com/office/drawing/2014/main" id="{4231E811-5D35-C9B0-FEAB-CA5828D69013}"/>
              </a:ext>
            </a:extLst>
          </p:cNvPr>
          <p:cNvSpPr>
            <a:spLocks noGrp="1"/>
          </p:cNvSpPr>
          <p:nvPr/>
        </p:nvSpPr>
        <p:spPr>
          <a:xfrm>
            <a:off x="4693233" y="3159553"/>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4" name="Rounded Rectangle 13">
            <a:extLst>
              <a:ext uri="{FF2B5EF4-FFF2-40B4-BE49-F238E27FC236}">
                <a16:creationId xmlns:a16="http://schemas.microsoft.com/office/drawing/2014/main" id="{56AC3AB9-3476-0313-4358-207C73603576}"/>
              </a:ext>
            </a:extLst>
          </p:cNvPr>
          <p:cNvSpPr>
            <a:spLocks noGrp="1"/>
          </p:cNvSpPr>
          <p:nvPr/>
        </p:nvSpPr>
        <p:spPr>
          <a:xfrm>
            <a:off x="5103783" y="3159553"/>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5" name="Rounded Rectangle 14">
            <a:extLst>
              <a:ext uri="{FF2B5EF4-FFF2-40B4-BE49-F238E27FC236}">
                <a16:creationId xmlns:a16="http://schemas.microsoft.com/office/drawing/2014/main" id="{883259F1-FD30-9416-26E8-7443D0B31972}"/>
              </a:ext>
            </a:extLst>
          </p:cNvPr>
          <p:cNvSpPr>
            <a:spLocks noGrp="1"/>
          </p:cNvSpPr>
          <p:nvPr/>
        </p:nvSpPr>
        <p:spPr>
          <a:xfrm>
            <a:off x="5514333" y="3159553"/>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6" name="Rounded Rectangle 15">
            <a:extLst>
              <a:ext uri="{FF2B5EF4-FFF2-40B4-BE49-F238E27FC236}">
                <a16:creationId xmlns:a16="http://schemas.microsoft.com/office/drawing/2014/main" id="{03199944-3EA0-A833-C9F8-509C2F52B092}"/>
              </a:ext>
            </a:extLst>
          </p:cNvPr>
          <p:cNvSpPr>
            <a:spLocks noGrp="1"/>
          </p:cNvSpPr>
          <p:nvPr/>
        </p:nvSpPr>
        <p:spPr>
          <a:xfrm>
            <a:off x="5917644" y="3159553"/>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17" name="Rounded Rectangle 16">
            <a:extLst>
              <a:ext uri="{FF2B5EF4-FFF2-40B4-BE49-F238E27FC236}">
                <a16:creationId xmlns:a16="http://schemas.microsoft.com/office/drawing/2014/main" id="{CA432B60-AEB1-B969-F16A-39115CAB9301}"/>
              </a:ext>
            </a:extLst>
          </p:cNvPr>
          <p:cNvSpPr>
            <a:spLocks noGrp="1"/>
          </p:cNvSpPr>
          <p:nvPr/>
        </p:nvSpPr>
        <p:spPr>
          <a:xfrm>
            <a:off x="2844408" y="3779007"/>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18" name="Rounded Rectangle 17">
            <a:extLst>
              <a:ext uri="{FF2B5EF4-FFF2-40B4-BE49-F238E27FC236}">
                <a16:creationId xmlns:a16="http://schemas.microsoft.com/office/drawing/2014/main" id="{8EE3D21B-230E-A46B-5A61-0403EB0206AF}"/>
              </a:ext>
            </a:extLst>
          </p:cNvPr>
          <p:cNvSpPr>
            <a:spLocks noGrp="1"/>
          </p:cNvSpPr>
          <p:nvPr/>
        </p:nvSpPr>
        <p:spPr>
          <a:xfrm>
            <a:off x="3254958" y="3779007"/>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19" name="Rounded Rectangle 18">
            <a:extLst>
              <a:ext uri="{FF2B5EF4-FFF2-40B4-BE49-F238E27FC236}">
                <a16:creationId xmlns:a16="http://schemas.microsoft.com/office/drawing/2014/main" id="{203FC5F4-1E91-6203-84A1-D9C60EC62A70}"/>
              </a:ext>
            </a:extLst>
          </p:cNvPr>
          <p:cNvSpPr>
            <a:spLocks noGrp="1"/>
          </p:cNvSpPr>
          <p:nvPr/>
        </p:nvSpPr>
        <p:spPr>
          <a:xfrm>
            <a:off x="3665508" y="3779007"/>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20" name="Rounded Rectangle 19">
            <a:extLst>
              <a:ext uri="{FF2B5EF4-FFF2-40B4-BE49-F238E27FC236}">
                <a16:creationId xmlns:a16="http://schemas.microsoft.com/office/drawing/2014/main" id="{56657C6D-4795-B006-C9F6-1726E9C8EFCF}"/>
              </a:ext>
            </a:extLst>
          </p:cNvPr>
          <p:cNvSpPr>
            <a:spLocks noGrp="1"/>
          </p:cNvSpPr>
          <p:nvPr/>
        </p:nvSpPr>
        <p:spPr>
          <a:xfrm>
            <a:off x="4068819" y="3779007"/>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21" name="Rounded Rectangle 20">
            <a:extLst>
              <a:ext uri="{FF2B5EF4-FFF2-40B4-BE49-F238E27FC236}">
                <a16:creationId xmlns:a16="http://schemas.microsoft.com/office/drawing/2014/main" id="{46DAD32A-1736-427B-E853-59C9A5BF9D47}"/>
              </a:ext>
            </a:extLst>
          </p:cNvPr>
          <p:cNvSpPr>
            <a:spLocks noGrp="1"/>
          </p:cNvSpPr>
          <p:nvPr/>
        </p:nvSpPr>
        <p:spPr>
          <a:xfrm>
            <a:off x="4693233" y="3778210"/>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2" name="Rounded Rectangle 21">
            <a:extLst>
              <a:ext uri="{FF2B5EF4-FFF2-40B4-BE49-F238E27FC236}">
                <a16:creationId xmlns:a16="http://schemas.microsoft.com/office/drawing/2014/main" id="{11168C38-455B-62CA-B0A3-DF67B7578B25}"/>
              </a:ext>
            </a:extLst>
          </p:cNvPr>
          <p:cNvSpPr>
            <a:spLocks noGrp="1"/>
          </p:cNvSpPr>
          <p:nvPr/>
        </p:nvSpPr>
        <p:spPr>
          <a:xfrm>
            <a:off x="5103783" y="3778210"/>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3" name="Rounded Rectangle 22">
            <a:extLst>
              <a:ext uri="{FF2B5EF4-FFF2-40B4-BE49-F238E27FC236}">
                <a16:creationId xmlns:a16="http://schemas.microsoft.com/office/drawing/2014/main" id="{DC115933-F9CC-8963-8247-02D9C1750D25}"/>
              </a:ext>
            </a:extLst>
          </p:cNvPr>
          <p:cNvSpPr>
            <a:spLocks noGrp="1"/>
          </p:cNvSpPr>
          <p:nvPr/>
        </p:nvSpPr>
        <p:spPr>
          <a:xfrm>
            <a:off x="5514333" y="3778210"/>
            <a:ext cx="360000" cy="360000"/>
          </a:xfrm>
          <a:prstGeom prst="roundRect">
            <a:avLst>
              <a:gd name="adj" fmla="val 11290"/>
            </a:avLst>
          </a:prstGeom>
          <a:solidFill>
            <a:schemeClr val="bg1">
              <a:lumMod val="85000"/>
            </a:schemeClr>
          </a:solidFill>
          <a:ln w="38100">
            <a:noFill/>
          </a:ln>
        </p:spPr>
        <p:txBody>
          <a:bodyPr/>
          <a:lstStyle/>
          <a:p>
            <a:endParaRPr lang="en-US">
              <a:solidFill>
                <a:schemeClr val="bg1">
                  <a:lumMod val="95000"/>
                </a:schemeClr>
              </a:solidFill>
            </a:endParaRPr>
          </a:p>
        </p:txBody>
      </p:sp>
      <p:sp>
        <p:nvSpPr>
          <p:cNvPr id="24" name="Rounded Rectangle 23">
            <a:extLst>
              <a:ext uri="{FF2B5EF4-FFF2-40B4-BE49-F238E27FC236}">
                <a16:creationId xmlns:a16="http://schemas.microsoft.com/office/drawing/2014/main" id="{545940C0-9267-4381-BC13-ABEFF0D091B4}"/>
              </a:ext>
            </a:extLst>
          </p:cNvPr>
          <p:cNvSpPr>
            <a:spLocks noGrp="1"/>
          </p:cNvSpPr>
          <p:nvPr/>
        </p:nvSpPr>
        <p:spPr>
          <a:xfrm>
            <a:off x="5917644" y="3778210"/>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25" name="Text 0">
            <a:extLst>
              <a:ext uri="{FF2B5EF4-FFF2-40B4-BE49-F238E27FC236}">
                <a16:creationId xmlns:a16="http://schemas.microsoft.com/office/drawing/2014/main" id="{A0774C93-3FCE-B8C1-D119-E1283D19405D}"/>
              </a:ext>
            </a:extLst>
          </p:cNvPr>
          <p:cNvSpPr/>
          <p:nvPr/>
        </p:nvSpPr>
        <p:spPr>
          <a:xfrm>
            <a:off x="197117" y="3115720"/>
            <a:ext cx="2497654" cy="447665"/>
          </a:xfrm>
          <a:prstGeom prst="rect">
            <a:avLst/>
          </a:prstGeom>
          <a:noFill/>
          <a:ln/>
        </p:spPr>
        <p:txBody>
          <a:bodyPr wrap="square" lIns="0" tIns="0" rIns="0" bIns="0" rtlCol="0" anchor="ctr">
            <a:normAutofit/>
          </a:bodyPr>
          <a:lstStyle/>
          <a:p>
            <a:pPr algn="r"/>
            <a:r>
              <a:rPr lang="en-GB" sz="2000" b="1" dirty="0">
                <a:solidFill>
                  <a:srgbClr val="A50908"/>
                </a:solidFill>
              </a:rPr>
              <a:t>New Observation</a:t>
            </a:r>
            <a:endParaRPr lang="en-US" sz="2000" b="1" dirty="0">
              <a:solidFill>
                <a:srgbClr val="A50908"/>
              </a:solidFill>
            </a:endParaRPr>
          </a:p>
        </p:txBody>
      </p:sp>
      <p:sp>
        <p:nvSpPr>
          <p:cNvPr id="26" name="Text 0">
            <a:extLst>
              <a:ext uri="{FF2B5EF4-FFF2-40B4-BE49-F238E27FC236}">
                <a16:creationId xmlns:a16="http://schemas.microsoft.com/office/drawing/2014/main" id="{9D3C9AA9-47C4-03FA-CF5D-3188BDAF0AF1}"/>
              </a:ext>
            </a:extLst>
          </p:cNvPr>
          <p:cNvSpPr/>
          <p:nvPr/>
        </p:nvSpPr>
        <p:spPr>
          <a:xfrm>
            <a:off x="904935" y="3735972"/>
            <a:ext cx="1789835" cy="447665"/>
          </a:xfrm>
          <a:prstGeom prst="rect">
            <a:avLst/>
          </a:prstGeom>
          <a:noFill/>
          <a:ln/>
        </p:spPr>
        <p:txBody>
          <a:bodyPr wrap="square" lIns="0" tIns="0" rIns="0" bIns="0" rtlCol="0" anchor="ctr">
            <a:normAutofit/>
          </a:bodyPr>
          <a:lstStyle/>
          <a:p>
            <a:pPr algn="r"/>
            <a:r>
              <a:rPr lang="en-US" sz="2000" b="1" dirty="0"/>
              <a:t>PC 0x1234</a:t>
            </a:r>
          </a:p>
        </p:txBody>
      </p:sp>
      <p:sp>
        <p:nvSpPr>
          <p:cNvPr id="27" name="Rounded Rectangle 26">
            <a:extLst>
              <a:ext uri="{FF2B5EF4-FFF2-40B4-BE49-F238E27FC236}">
                <a16:creationId xmlns:a16="http://schemas.microsoft.com/office/drawing/2014/main" id="{2C169113-ED72-9B01-3C10-FA01A4C8A085}"/>
              </a:ext>
            </a:extLst>
          </p:cNvPr>
          <p:cNvSpPr>
            <a:spLocks noGrp="1"/>
          </p:cNvSpPr>
          <p:nvPr/>
        </p:nvSpPr>
        <p:spPr>
          <a:xfrm>
            <a:off x="2844408" y="4439902"/>
            <a:ext cx="360000" cy="360000"/>
          </a:xfrm>
          <a:prstGeom prst="roundRect">
            <a:avLst>
              <a:gd name="adj" fmla="val 11290"/>
            </a:avLst>
          </a:prstGeom>
          <a:solidFill>
            <a:schemeClr val="tx1">
              <a:lumMod val="85000"/>
              <a:lumOff val="15000"/>
            </a:schemeClr>
          </a:solidFill>
          <a:ln w="0">
            <a:noFill/>
          </a:ln>
        </p:spPr>
        <p:txBody>
          <a:bodyPr/>
          <a:lstStyle/>
          <a:p>
            <a:endParaRPr lang="en-US"/>
          </a:p>
        </p:txBody>
      </p:sp>
      <p:sp>
        <p:nvSpPr>
          <p:cNvPr id="28" name="Rounded Rectangle 27">
            <a:extLst>
              <a:ext uri="{FF2B5EF4-FFF2-40B4-BE49-F238E27FC236}">
                <a16:creationId xmlns:a16="http://schemas.microsoft.com/office/drawing/2014/main" id="{4AB926B6-9F14-E360-59AA-0CD29CCE3727}"/>
              </a:ext>
            </a:extLst>
          </p:cNvPr>
          <p:cNvSpPr>
            <a:spLocks noGrp="1"/>
          </p:cNvSpPr>
          <p:nvPr/>
        </p:nvSpPr>
        <p:spPr>
          <a:xfrm>
            <a:off x="3254958" y="4439902"/>
            <a:ext cx="360000" cy="360000"/>
          </a:xfrm>
          <a:prstGeom prst="roundRect">
            <a:avLst>
              <a:gd name="adj" fmla="val 11290"/>
            </a:avLst>
          </a:prstGeom>
          <a:solidFill>
            <a:schemeClr val="bg1">
              <a:lumMod val="85000"/>
            </a:schemeClr>
          </a:solidFill>
          <a:ln w="0">
            <a:noFill/>
          </a:ln>
        </p:spPr>
        <p:txBody>
          <a:bodyPr/>
          <a:lstStyle/>
          <a:p>
            <a:endParaRPr lang="en-US">
              <a:solidFill>
                <a:schemeClr val="bg1">
                  <a:lumMod val="95000"/>
                </a:schemeClr>
              </a:solidFill>
            </a:endParaRPr>
          </a:p>
        </p:txBody>
      </p:sp>
      <p:sp>
        <p:nvSpPr>
          <p:cNvPr id="29" name="Rounded Rectangle 28">
            <a:extLst>
              <a:ext uri="{FF2B5EF4-FFF2-40B4-BE49-F238E27FC236}">
                <a16:creationId xmlns:a16="http://schemas.microsoft.com/office/drawing/2014/main" id="{D9168394-9C69-83AF-0EC1-34B89FF5E941}"/>
              </a:ext>
            </a:extLst>
          </p:cNvPr>
          <p:cNvSpPr>
            <a:spLocks noGrp="1"/>
          </p:cNvSpPr>
          <p:nvPr/>
        </p:nvSpPr>
        <p:spPr>
          <a:xfrm>
            <a:off x="3665508" y="4439902"/>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0" name="Rounded Rectangle 29">
            <a:extLst>
              <a:ext uri="{FF2B5EF4-FFF2-40B4-BE49-F238E27FC236}">
                <a16:creationId xmlns:a16="http://schemas.microsoft.com/office/drawing/2014/main" id="{B86D06F8-D1E2-32C7-4BA0-B7B5236A55B6}"/>
              </a:ext>
            </a:extLst>
          </p:cNvPr>
          <p:cNvSpPr>
            <a:spLocks noGrp="1"/>
          </p:cNvSpPr>
          <p:nvPr/>
        </p:nvSpPr>
        <p:spPr>
          <a:xfrm>
            <a:off x="4693233" y="443910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1" name="Rounded Rectangle 30">
            <a:extLst>
              <a:ext uri="{FF2B5EF4-FFF2-40B4-BE49-F238E27FC236}">
                <a16:creationId xmlns:a16="http://schemas.microsoft.com/office/drawing/2014/main" id="{BDFA0442-CA68-59E6-CFDA-A1CB84E912C5}"/>
              </a:ext>
            </a:extLst>
          </p:cNvPr>
          <p:cNvSpPr>
            <a:spLocks noGrp="1"/>
          </p:cNvSpPr>
          <p:nvPr/>
        </p:nvSpPr>
        <p:spPr>
          <a:xfrm>
            <a:off x="5103783" y="4439105"/>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2" name="Rounded Rectangle 31">
            <a:extLst>
              <a:ext uri="{FF2B5EF4-FFF2-40B4-BE49-F238E27FC236}">
                <a16:creationId xmlns:a16="http://schemas.microsoft.com/office/drawing/2014/main" id="{1CA537E4-57F3-53B3-58ED-DBB4BB002B61}"/>
              </a:ext>
            </a:extLst>
          </p:cNvPr>
          <p:cNvSpPr>
            <a:spLocks noGrp="1"/>
          </p:cNvSpPr>
          <p:nvPr/>
        </p:nvSpPr>
        <p:spPr>
          <a:xfrm>
            <a:off x="5917644" y="443910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3" name="Text 0">
            <a:extLst>
              <a:ext uri="{FF2B5EF4-FFF2-40B4-BE49-F238E27FC236}">
                <a16:creationId xmlns:a16="http://schemas.microsoft.com/office/drawing/2014/main" id="{2860292B-9755-E6E9-EFBD-33DEE2AA4813}"/>
              </a:ext>
            </a:extLst>
          </p:cNvPr>
          <p:cNvSpPr/>
          <p:nvPr/>
        </p:nvSpPr>
        <p:spPr>
          <a:xfrm>
            <a:off x="384629" y="4396867"/>
            <a:ext cx="2310141" cy="447665"/>
          </a:xfrm>
          <a:prstGeom prst="rect">
            <a:avLst/>
          </a:prstGeom>
          <a:noFill/>
          <a:ln/>
        </p:spPr>
        <p:txBody>
          <a:bodyPr wrap="square" lIns="0" tIns="0" rIns="0" bIns="0" rtlCol="0" anchor="ctr">
            <a:normAutofit/>
          </a:bodyPr>
          <a:lstStyle/>
          <a:p>
            <a:pPr algn="r"/>
            <a:r>
              <a:rPr lang="en-GB" sz="2000" b="1" dirty="0"/>
              <a:t>Offset 7</a:t>
            </a:r>
            <a:endParaRPr lang="en-US" sz="2000" b="1" dirty="0"/>
          </a:p>
        </p:txBody>
      </p:sp>
      <p:sp>
        <p:nvSpPr>
          <p:cNvPr id="34" name="Rounded Rectangle 33">
            <a:extLst>
              <a:ext uri="{FF2B5EF4-FFF2-40B4-BE49-F238E27FC236}">
                <a16:creationId xmlns:a16="http://schemas.microsoft.com/office/drawing/2014/main" id="{04ED2B50-0E5D-52F8-BC8E-B908FC90352C}"/>
              </a:ext>
            </a:extLst>
          </p:cNvPr>
          <p:cNvSpPr>
            <a:spLocks noGrp="1"/>
          </p:cNvSpPr>
          <p:nvPr/>
        </p:nvSpPr>
        <p:spPr>
          <a:xfrm>
            <a:off x="4076058" y="4439105"/>
            <a:ext cx="360000" cy="360000"/>
          </a:xfrm>
          <a:prstGeom prst="roundRect">
            <a:avLst>
              <a:gd name="adj" fmla="val 11290"/>
            </a:avLst>
          </a:prstGeom>
          <a:solidFill>
            <a:schemeClr val="tx1">
              <a:lumMod val="85000"/>
              <a:lumOff val="15000"/>
            </a:schemeClr>
          </a:solidFill>
          <a:ln w="0">
            <a:noFill/>
          </a:ln>
        </p:spPr>
        <p:txBody>
          <a:bodyPr/>
          <a:lstStyle/>
          <a:p>
            <a:endParaRPr lang="en-US">
              <a:solidFill>
                <a:schemeClr val="bg1">
                  <a:lumMod val="95000"/>
                </a:schemeClr>
              </a:solidFill>
            </a:endParaRPr>
          </a:p>
        </p:txBody>
      </p:sp>
      <p:sp>
        <p:nvSpPr>
          <p:cNvPr id="36" name="Rounded Rectangle 35">
            <a:extLst>
              <a:ext uri="{FF2B5EF4-FFF2-40B4-BE49-F238E27FC236}">
                <a16:creationId xmlns:a16="http://schemas.microsoft.com/office/drawing/2014/main" id="{68AEE4BA-AF4C-D23D-83FD-6754CCD7360B}"/>
              </a:ext>
            </a:extLst>
          </p:cNvPr>
          <p:cNvSpPr>
            <a:spLocks noGrp="1"/>
          </p:cNvSpPr>
          <p:nvPr/>
        </p:nvSpPr>
        <p:spPr>
          <a:xfrm>
            <a:off x="5503627" y="4439105"/>
            <a:ext cx="360000" cy="360000"/>
          </a:xfrm>
          <a:prstGeom prst="roundRect">
            <a:avLst>
              <a:gd name="adj" fmla="val 11290"/>
            </a:avLst>
          </a:prstGeom>
          <a:solidFill>
            <a:schemeClr val="bg1">
              <a:lumMod val="85000"/>
            </a:schemeClr>
          </a:solidFill>
          <a:ln w="0">
            <a:noFill/>
          </a:ln>
        </p:spPr>
        <p:txBody>
          <a:bodyPr/>
          <a:lstStyle/>
          <a:p>
            <a:endParaRPr lang="en-US"/>
          </a:p>
        </p:txBody>
      </p:sp>
      <p:sp>
        <p:nvSpPr>
          <p:cNvPr id="39" name="Text 0">
            <a:extLst>
              <a:ext uri="{FF2B5EF4-FFF2-40B4-BE49-F238E27FC236}">
                <a16:creationId xmlns:a16="http://schemas.microsoft.com/office/drawing/2014/main" id="{6A549E74-98B4-A711-8E8D-A63F2A25936A}"/>
              </a:ext>
            </a:extLst>
          </p:cNvPr>
          <p:cNvSpPr/>
          <p:nvPr/>
        </p:nvSpPr>
        <p:spPr>
          <a:xfrm>
            <a:off x="6519021" y="2406661"/>
            <a:ext cx="1619356" cy="872982"/>
          </a:xfrm>
          <a:prstGeom prst="rect">
            <a:avLst/>
          </a:prstGeom>
          <a:noFill/>
          <a:ln/>
        </p:spPr>
        <p:txBody>
          <a:bodyPr wrap="square" lIns="0" tIns="0" rIns="0" bIns="0" rtlCol="0" anchor="ctr">
            <a:normAutofit/>
          </a:bodyPr>
          <a:lstStyle/>
          <a:p>
            <a:pPr algn="ctr"/>
            <a:r>
              <a:rPr lang="en-GB" sz="2000" b="1" dirty="0"/>
              <a:t>Absolute</a:t>
            </a:r>
          </a:p>
          <a:p>
            <a:pPr algn="ctr"/>
            <a:r>
              <a:rPr lang="en-GB" sz="2000" b="1" dirty="0"/>
              <a:t>Accuracy</a:t>
            </a:r>
            <a:endParaRPr lang="en-US" sz="2000" b="1" dirty="0"/>
          </a:p>
        </p:txBody>
      </p:sp>
      <p:sp>
        <p:nvSpPr>
          <p:cNvPr id="40" name="Text 0">
            <a:extLst>
              <a:ext uri="{FF2B5EF4-FFF2-40B4-BE49-F238E27FC236}">
                <a16:creationId xmlns:a16="http://schemas.microsoft.com/office/drawing/2014/main" id="{0B9624D3-DA55-FD82-7ACA-F68CFBECAD08}"/>
              </a:ext>
            </a:extLst>
          </p:cNvPr>
          <p:cNvSpPr/>
          <p:nvPr/>
        </p:nvSpPr>
        <p:spPr>
          <a:xfrm>
            <a:off x="6648641" y="3734377"/>
            <a:ext cx="1360116" cy="447665"/>
          </a:xfrm>
          <a:prstGeom prst="rect">
            <a:avLst/>
          </a:prstGeom>
          <a:noFill/>
          <a:ln/>
        </p:spPr>
        <p:txBody>
          <a:bodyPr wrap="square" lIns="0" tIns="0" rIns="0" bIns="0" rtlCol="0" anchor="ctr">
            <a:normAutofit/>
          </a:bodyPr>
          <a:lstStyle/>
          <a:p>
            <a:pPr algn="ctr"/>
            <a:r>
              <a:rPr lang="en-GB" sz="2000" b="1" dirty="0"/>
              <a:t>100%</a:t>
            </a:r>
            <a:endParaRPr lang="en-US" sz="2000" b="1" dirty="0"/>
          </a:p>
        </p:txBody>
      </p:sp>
      <p:sp>
        <p:nvSpPr>
          <p:cNvPr id="41" name="Text 0">
            <a:extLst>
              <a:ext uri="{FF2B5EF4-FFF2-40B4-BE49-F238E27FC236}">
                <a16:creationId xmlns:a16="http://schemas.microsoft.com/office/drawing/2014/main" id="{D994E136-7CF0-69E7-3EFD-F9ACA606CE1B}"/>
              </a:ext>
            </a:extLst>
          </p:cNvPr>
          <p:cNvSpPr/>
          <p:nvPr/>
        </p:nvSpPr>
        <p:spPr>
          <a:xfrm>
            <a:off x="6648641" y="4396866"/>
            <a:ext cx="1360116" cy="447665"/>
          </a:xfrm>
          <a:prstGeom prst="rect">
            <a:avLst/>
          </a:prstGeom>
          <a:noFill/>
          <a:ln/>
        </p:spPr>
        <p:txBody>
          <a:bodyPr wrap="square" lIns="0" tIns="0" rIns="0" bIns="0" rtlCol="0" anchor="ctr">
            <a:normAutofit/>
          </a:bodyPr>
          <a:lstStyle/>
          <a:p>
            <a:pPr algn="ctr"/>
            <a:r>
              <a:rPr lang="en-GB" sz="2000" b="1" dirty="0"/>
              <a:t>75%</a:t>
            </a:r>
            <a:endParaRPr lang="en-US" sz="2000" b="1" dirty="0"/>
          </a:p>
        </p:txBody>
      </p:sp>
      <p:sp>
        <p:nvSpPr>
          <p:cNvPr id="42" name="Text 0">
            <a:extLst>
              <a:ext uri="{FF2B5EF4-FFF2-40B4-BE49-F238E27FC236}">
                <a16:creationId xmlns:a16="http://schemas.microsoft.com/office/drawing/2014/main" id="{7276ED06-2028-5E0E-4E1F-A81A7371FB8C}"/>
              </a:ext>
            </a:extLst>
          </p:cNvPr>
          <p:cNvSpPr/>
          <p:nvPr/>
        </p:nvSpPr>
        <p:spPr>
          <a:xfrm>
            <a:off x="7883212" y="2406661"/>
            <a:ext cx="1619356" cy="872982"/>
          </a:xfrm>
          <a:prstGeom prst="rect">
            <a:avLst/>
          </a:prstGeom>
          <a:noFill/>
          <a:ln/>
        </p:spPr>
        <p:txBody>
          <a:bodyPr wrap="square" lIns="0" tIns="0" rIns="0" bIns="0" rtlCol="0" anchor="ctr">
            <a:normAutofit/>
          </a:bodyPr>
          <a:lstStyle/>
          <a:p>
            <a:pPr algn="ctr"/>
            <a:r>
              <a:rPr lang="en-GB" sz="2000" b="1" dirty="0">
                <a:solidFill>
                  <a:srgbClr val="A50908"/>
                </a:solidFill>
              </a:rPr>
              <a:t>Marginal</a:t>
            </a:r>
          </a:p>
          <a:p>
            <a:pPr algn="ctr"/>
            <a:r>
              <a:rPr lang="en-GB" sz="2000" b="1" dirty="0">
                <a:solidFill>
                  <a:srgbClr val="A50908"/>
                </a:solidFill>
              </a:rPr>
              <a:t>Accuracy</a:t>
            </a:r>
            <a:endParaRPr lang="en-US" sz="2000" b="1" dirty="0">
              <a:solidFill>
                <a:srgbClr val="A50908"/>
              </a:solidFill>
            </a:endParaRPr>
          </a:p>
        </p:txBody>
      </p:sp>
      <p:sp>
        <p:nvSpPr>
          <p:cNvPr id="43" name="Text 0">
            <a:extLst>
              <a:ext uri="{FF2B5EF4-FFF2-40B4-BE49-F238E27FC236}">
                <a16:creationId xmlns:a16="http://schemas.microsoft.com/office/drawing/2014/main" id="{E9ACF10B-5A5D-74D9-1A8A-7AEFB93ADE71}"/>
              </a:ext>
            </a:extLst>
          </p:cNvPr>
          <p:cNvSpPr/>
          <p:nvPr/>
        </p:nvSpPr>
        <p:spPr>
          <a:xfrm>
            <a:off x="8059580" y="3734377"/>
            <a:ext cx="1360116" cy="447665"/>
          </a:xfrm>
          <a:prstGeom prst="rect">
            <a:avLst/>
          </a:prstGeom>
          <a:noFill/>
          <a:ln/>
        </p:spPr>
        <p:txBody>
          <a:bodyPr wrap="square" lIns="0" tIns="0" rIns="0" bIns="0" rtlCol="0" anchor="ctr">
            <a:normAutofit/>
          </a:bodyPr>
          <a:lstStyle/>
          <a:p>
            <a:pPr algn="ctr"/>
            <a:r>
              <a:rPr lang="en-GB" sz="2000" b="1" dirty="0">
                <a:solidFill>
                  <a:srgbClr val="A50908"/>
                </a:solidFill>
              </a:rPr>
              <a:t>100%</a:t>
            </a:r>
            <a:endParaRPr lang="en-US" sz="2000" b="1" dirty="0">
              <a:solidFill>
                <a:srgbClr val="A50908"/>
              </a:solidFill>
            </a:endParaRPr>
          </a:p>
        </p:txBody>
      </p:sp>
      <p:sp>
        <p:nvSpPr>
          <p:cNvPr id="44" name="Text 0">
            <a:extLst>
              <a:ext uri="{FF2B5EF4-FFF2-40B4-BE49-F238E27FC236}">
                <a16:creationId xmlns:a16="http://schemas.microsoft.com/office/drawing/2014/main" id="{BA909551-A35C-A47A-A44C-530CBFDFEA2D}"/>
              </a:ext>
            </a:extLst>
          </p:cNvPr>
          <p:cNvSpPr/>
          <p:nvPr/>
        </p:nvSpPr>
        <p:spPr>
          <a:xfrm>
            <a:off x="8059580" y="4396866"/>
            <a:ext cx="1360116" cy="447665"/>
          </a:xfrm>
          <a:prstGeom prst="rect">
            <a:avLst/>
          </a:prstGeom>
          <a:noFill/>
          <a:ln/>
        </p:spPr>
        <p:txBody>
          <a:bodyPr wrap="square" lIns="0" tIns="0" rIns="0" bIns="0" rtlCol="0" anchor="ctr">
            <a:normAutofit/>
          </a:bodyPr>
          <a:lstStyle/>
          <a:p>
            <a:pPr algn="ctr"/>
            <a:r>
              <a:rPr lang="en-GB" sz="2000" b="1" dirty="0">
                <a:solidFill>
                  <a:srgbClr val="A50908"/>
                </a:solidFill>
              </a:rPr>
              <a:t>0%</a:t>
            </a:r>
            <a:endParaRPr lang="en-US" sz="2000" b="1" dirty="0">
              <a:solidFill>
                <a:srgbClr val="A50908"/>
              </a:solidFill>
            </a:endParaRPr>
          </a:p>
        </p:txBody>
      </p:sp>
      <p:sp>
        <p:nvSpPr>
          <p:cNvPr id="45" name="Rectangle 44">
            <a:extLst>
              <a:ext uri="{FF2B5EF4-FFF2-40B4-BE49-F238E27FC236}">
                <a16:creationId xmlns:a16="http://schemas.microsoft.com/office/drawing/2014/main" id="{61F84076-E889-1EEE-957F-CDC153D4644A}"/>
              </a:ext>
            </a:extLst>
          </p:cNvPr>
          <p:cNvSpPr>
            <a:spLocks noGrp="1"/>
          </p:cNvSpPr>
          <p:nvPr/>
        </p:nvSpPr>
        <p:spPr>
          <a:xfrm>
            <a:off x="5742459" y="5638293"/>
            <a:ext cx="3835881" cy="398004"/>
          </a:xfrm>
          <a:prstGeom prst="rect">
            <a:avLst/>
          </a:prstGeom>
          <a:noFill/>
          <a:ln w="0">
            <a:noFill/>
          </a:ln>
        </p:spPr>
        <p:txBody>
          <a:bodyPr wrap="square" lIns="0" tIns="0" rIns="0" bIns="0" anchor="ctr">
            <a:noAutofit/>
          </a:bodyPr>
          <a:lstStyle/>
          <a:p>
            <a:pPr>
              <a:lnSpc>
                <a:spcPct val="104000"/>
              </a:lnSpc>
              <a:buNone/>
              <a:defRPr sz="2475" b="1">
                <a:solidFill>
                  <a:srgbClr val="102234"/>
                </a:solidFill>
                <a:latin typeface="Nimbus Sans"/>
                <a:ea typeface="Nimbus Sans"/>
                <a:cs typeface="Nimbus Sans"/>
              </a:defRPr>
            </a:pPr>
            <a:r>
              <a:rPr lang="en-US" sz="2000" b="1" dirty="0">
                <a:solidFill>
                  <a:srgbClr val="A50908"/>
                </a:solidFill>
                <a:latin typeface="Aptos" panose="020B0004020202020204" pitchFamily="34" charset="0"/>
                <a:ea typeface="Nimbus Sans"/>
                <a:cs typeface="Nimbus Sans"/>
              </a:rPr>
              <a:t>The offset context</a:t>
            </a:r>
            <a:r>
              <a:rPr sz="2000" b="1" dirty="0">
                <a:solidFill>
                  <a:srgbClr val="A50908"/>
                </a:solidFill>
                <a:latin typeface="Aptos" panose="020B0004020202020204" pitchFamily="34" charset="0"/>
                <a:ea typeface="Nimbus Sans"/>
                <a:cs typeface="Nimbus Sans"/>
              </a:rPr>
              <a:t> adds only one new </a:t>
            </a:r>
            <a:r>
              <a:rPr lang="en-US" sz="2000" b="1" dirty="0">
                <a:solidFill>
                  <a:srgbClr val="A50908"/>
                </a:solidFill>
                <a:latin typeface="Aptos" panose="020B0004020202020204" pitchFamily="34" charset="0"/>
                <a:ea typeface="Nimbus Sans"/>
                <a:cs typeface="Nimbus Sans"/>
              </a:rPr>
              <a:t>incorrect </a:t>
            </a:r>
            <a:r>
              <a:rPr lang="en-GB" sz="2000" b="1" dirty="0">
                <a:solidFill>
                  <a:srgbClr val="A50908"/>
                </a:solidFill>
                <a:latin typeface="Aptos" panose="020B0004020202020204" pitchFamily="34" charset="0"/>
                <a:ea typeface="Nimbus Sans"/>
                <a:cs typeface="Nimbus Sans"/>
              </a:rPr>
              <a:t>prediction</a:t>
            </a:r>
          </a:p>
        </p:txBody>
      </p:sp>
      <p:sp>
        <p:nvSpPr>
          <p:cNvPr id="48" name="Bent Arrow 47">
            <a:extLst>
              <a:ext uri="{FF2B5EF4-FFF2-40B4-BE49-F238E27FC236}">
                <a16:creationId xmlns:a16="http://schemas.microsoft.com/office/drawing/2014/main" id="{AEEB09FC-239C-D9CF-99A3-00CA608C1CEA}"/>
              </a:ext>
            </a:extLst>
          </p:cNvPr>
          <p:cNvSpPr/>
          <p:nvPr/>
        </p:nvSpPr>
        <p:spPr>
          <a:xfrm rot="16200000">
            <a:off x="4936463" y="5159885"/>
            <a:ext cx="874126" cy="339669"/>
          </a:xfrm>
          <a:prstGeom prst="bentArrow">
            <a:avLst/>
          </a:prstGeom>
          <a:solidFill>
            <a:srgbClr val="A509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ounded Rectangle 31">
            <a:extLst>
              <a:ext uri="{FF2B5EF4-FFF2-40B4-BE49-F238E27FC236}">
                <a16:creationId xmlns:a16="http://schemas.microsoft.com/office/drawing/2014/main" id="{F868A55B-417D-9235-AD9C-1712720B28CA}"/>
              </a:ext>
            </a:extLst>
          </p:cNvPr>
          <p:cNvSpPr>
            <a:spLocks noGrp="1"/>
          </p:cNvSpPr>
          <p:nvPr/>
        </p:nvSpPr>
        <p:spPr>
          <a:xfrm>
            <a:off x="5093077" y="4439902"/>
            <a:ext cx="360000" cy="360000"/>
          </a:xfrm>
          <a:prstGeom prst="roundRect">
            <a:avLst>
              <a:gd name="adj" fmla="val 11290"/>
            </a:avLst>
          </a:prstGeom>
          <a:solidFill>
            <a:schemeClr val="tx1">
              <a:lumMod val="85000"/>
              <a:lumOff val="15000"/>
            </a:schemeClr>
          </a:solidFill>
          <a:ln w="38100">
            <a:solidFill>
              <a:srgbClr val="FF0000"/>
            </a:solidFill>
          </a:ln>
        </p:spPr>
        <p:txBody>
          <a:bodyPr/>
          <a:lstStyle/>
          <a:p>
            <a:endParaRPr lang="en-US"/>
          </a:p>
        </p:txBody>
      </p:sp>
      <p:sp>
        <p:nvSpPr>
          <p:cNvPr id="35" name="Text 0">
            <a:extLst>
              <a:ext uri="{FF2B5EF4-FFF2-40B4-BE49-F238E27FC236}">
                <a16:creationId xmlns:a16="http://schemas.microsoft.com/office/drawing/2014/main" id="{A29266D0-4A68-C390-534C-BCA95281D0A9}"/>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altLang="zh-CN" sz="3200" b="1" dirty="0">
                <a:solidFill>
                  <a:srgbClr val="A50908"/>
                </a:solidFill>
              </a:rPr>
              <a:t>Marginal Accuracy: What is the best context to use? </a:t>
            </a:r>
            <a:endParaRPr lang="en-US" sz="3200" b="1" dirty="0">
              <a:solidFill>
                <a:srgbClr val="A50908"/>
              </a:solidFill>
            </a:endParaRPr>
          </a:p>
        </p:txBody>
      </p:sp>
      <p:sp>
        <p:nvSpPr>
          <p:cNvPr id="2" name="Footer Placeholder 1">
            <a:extLst>
              <a:ext uri="{FF2B5EF4-FFF2-40B4-BE49-F238E27FC236}">
                <a16:creationId xmlns:a16="http://schemas.microsoft.com/office/drawing/2014/main" id="{4B921447-005C-51E3-5732-2B3BF3A66FE4}"/>
              </a:ext>
            </a:extLst>
          </p:cNvPr>
          <p:cNvSpPr>
            <a:spLocks noGrp="1"/>
          </p:cNvSpPr>
          <p:nvPr>
            <p:ph type="ftr" sz="quarter" idx="11"/>
          </p:nvPr>
        </p:nvSpPr>
        <p:spPr/>
        <p:txBody>
          <a:bodyPr/>
          <a:lstStyle/>
          <a:p>
            <a:r>
              <a:rPr lang="en-US"/>
              <a:t>yh653@cam.ac.uk</a:t>
            </a:r>
            <a:endParaRPr lang="en-GB" sz="1600" dirty="0"/>
          </a:p>
        </p:txBody>
      </p:sp>
      <p:sp>
        <p:nvSpPr>
          <p:cNvPr id="10" name="Slide Number Placeholder 9">
            <a:extLst>
              <a:ext uri="{FF2B5EF4-FFF2-40B4-BE49-F238E27FC236}">
                <a16:creationId xmlns:a16="http://schemas.microsoft.com/office/drawing/2014/main" id="{2C9F02E5-36C4-FBDF-619E-A5863AE57E1F}"/>
              </a:ext>
            </a:extLst>
          </p:cNvPr>
          <p:cNvSpPr>
            <a:spLocks noGrp="1"/>
          </p:cNvSpPr>
          <p:nvPr>
            <p:ph type="sldNum" sz="quarter" idx="10"/>
          </p:nvPr>
        </p:nvSpPr>
        <p:spPr/>
        <p:txBody>
          <a:bodyPr/>
          <a:lstStyle/>
          <a:p>
            <a:fld id="{A04C8923-7248-483A-ACCB-0382A1F5224A}" type="slidenum">
              <a:rPr lang="en-GB" smtClean="0"/>
              <a:t>18</a:t>
            </a:fld>
            <a:endParaRPr lang="en-GB"/>
          </a:p>
        </p:txBody>
      </p:sp>
    </p:spTree>
    <p:extLst>
      <p:ext uri="{BB962C8B-B14F-4D97-AF65-F5344CB8AC3E}">
        <p14:creationId xmlns:p14="http://schemas.microsoft.com/office/powerpoint/2010/main" val="4053135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F4DB-73CC-5834-594E-C968F09E202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37624961-18C1-E878-8BCC-57CD27CD8AE7}"/>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3" name="Text 5">
            <a:extLst>
              <a:ext uri="{FF2B5EF4-FFF2-40B4-BE49-F238E27FC236}">
                <a16:creationId xmlns:a16="http://schemas.microsoft.com/office/drawing/2014/main" id="{C49AB85D-0881-87C1-DAB6-8F7D40001789}"/>
              </a:ext>
            </a:extLst>
          </p:cNvPr>
          <p:cNvSpPr/>
          <p:nvPr/>
        </p:nvSpPr>
        <p:spPr>
          <a:xfrm>
            <a:off x="506730" y="1868066"/>
            <a:ext cx="5391150" cy="3306278"/>
          </a:xfrm>
          <a:prstGeom prst="rect">
            <a:avLst/>
          </a:prstGeom>
          <a:noFill/>
          <a:ln/>
        </p:spPr>
        <p:txBody>
          <a:bodyPr wrap="square" lIns="635" tIns="635" rIns="635" bIns="635" rtlCol="0" anchor="ctr">
            <a:noAutofit/>
          </a:bodyPr>
          <a:lstStyle/>
          <a:p>
            <a:pPr lvl="0"/>
            <a:r>
              <a:rPr lang="en-GB" sz="2000" dirty="0"/>
              <a:t>Evaluated on </a:t>
            </a:r>
            <a:r>
              <a:rPr lang="en-GB" sz="2000" b="1" dirty="0" err="1">
                <a:solidFill>
                  <a:srgbClr val="A50908"/>
                </a:solidFill>
              </a:rPr>
              <a:t>ChampSim</a:t>
            </a:r>
            <a:r>
              <a:rPr lang="en-GB" sz="2000" dirty="0"/>
              <a:t>. </a:t>
            </a:r>
          </a:p>
          <a:p>
            <a:pPr lvl="0"/>
            <a:endParaRPr lang="en-GB" sz="2000" dirty="0"/>
          </a:p>
          <a:p>
            <a:pPr lvl="0"/>
            <a:r>
              <a:rPr lang="en-GB" sz="2000" dirty="0"/>
              <a:t>Baseline: </a:t>
            </a:r>
            <a:r>
              <a:rPr lang="en-GB" sz="2000" b="1" dirty="0">
                <a:solidFill>
                  <a:srgbClr val="A50908"/>
                </a:solidFill>
              </a:rPr>
              <a:t>Stride</a:t>
            </a:r>
            <a:r>
              <a:rPr lang="en-GB" sz="2000" dirty="0"/>
              <a:t> prefetcher at L1.</a:t>
            </a:r>
          </a:p>
          <a:p>
            <a:pPr lvl="0"/>
            <a:endParaRPr lang="en-GB" sz="2000" dirty="0"/>
          </a:p>
          <a:p>
            <a:pPr lvl="0"/>
            <a:r>
              <a:rPr lang="en-GB" sz="2000" dirty="0"/>
              <a:t>Evaluated SMS-based prefetchers: </a:t>
            </a:r>
          </a:p>
          <a:p>
            <a:pPr marL="342900" lvl="0" indent="-342900">
              <a:buFont typeface="Arial" panose="020B0604020202020204" pitchFamily="34" charset="0"/>
              <a:buChar char="•"/>
            </a:pPr>
            <a:r>
              <a:rPr lang="en-GB" sz="2000" dirty="0"/>
              <a:t>Run at </a:t>
            </a:r>
            <a:r>
              <a:rPr lang="en-GB" sz="2000" b="1" dirty="0">
                <a:solidFill>
                  <a:srgbClr val="A50908"/>
                </a:solidFill>
              </a:rPr>
              <a:t>L2</a:t>
            </a:r>
            <a:r>
              <a:rPr lang="en-GB" sz="2000" dirty="0"/>
              <a:t> cache</a:t>
            </a:r>
          </a:p>
          <a:p>
            <a:pPr marL="342900" lvl="0" indent="-342900">
              <a:buFont typeface="Arial" panose="020B0604020202020204" pitchFamily="34" charset="0"/>
              <a:buChar char="•"/>
            </a:pPr>
            <a:r>
              <a:rPr lang="en-GB" sz="2000" dirty="0"/>
              <a:t>Track </a:t>
            </a:r>
            <a:r>
              <a:rPr lang="en-GB" sz="2000" b="1" dirty="0">
                <a:solidFill>
                  <a:srgbClr val="A50908"/>
                </a:solidFill>
              </a:rPr>
              <a:t>4 KiB </a:t>
            </a:r>
            <a:r>
              <a:rPr lang="en-GB" sz="2000" dirty="0"/>
              <a:t>spatial regions</a:t>
            </a:r>
          </a:p>
          <a:p>
            <a:pPr marL="342900" lvl="0" indent="-342900">
              <a:buFont typeface="Arial" panose="020B0604020202020204" pitchFamily="34" charset="0"/>
              <a:buChar char="•"/>
            </a:pPr>
            <a:r>
              <a:rPr lang="en-GB" sz="2000" dirty="0"/>
              <a:t>Use an </a:t>
            </a:r>
            <a:r>
              <a:rPr lang="en-GB" sz="2000" b="1" dirty="0">
                <a:solidFill>
                  <a:srgbClr val="A50908"/>
                </a:solidFill>
              </a:rPr>
              <a:t>iso-storage</a:t>
            </a:r>
            <a:r>
              <a:rPr lang="en-GB" sz="2000" dirty="0"/>
              <a:t> budget of roughly 10 KiB</a:t>
            </a:r>
          </a:p>
          <a:p>
            <a:pPr marL="342900" lvl="0" indent="-342900">
              <a:buFont typeface="Arial" panose="020B0604020202020204" pitchFamily="34" charset="0"/>
              <a:buChar char="•"/>
            </a:pPr>
            <a:endParaRPr lang="en-GB" sz="2000" dirty="0"/>
          </a:p>
          <a:p>
            <a:pPr lvl="0"/>
            <a:r>
              <a:rPr lang="en-GB" sz="2000" b="1" dirty="0">
                <a:solidFill>
                  <a:srgbClr val="A50908"/>
                </a:solidFill>
              </a:rPr>
              <a:t>Code and Artifact available @ GitHub! </a:t>
            </a:r>
          </a:p>
        </p:txBody>
      </p:sp>
      <p:pic>
        <p:nvPicPr>
          <p:cNvPr id="22" name="Picture 21">
            <a:extLst>
              <a:ext uri="{FF2B5EF4-FFF2-40B4-BE49-F238E27FC236}">
                <a16:creationId xmlns:a16="http://schemas.microsoft.com/office/drawing/2014/main" id="{475B42C4-0F19-97DA-E958-9949D038C6EB}"/>
              </a:ext>
            </a:extLst>
          </p:cNvPr>
          <p:cNvPicPr>
            <a:picLocks noChangeAspect="1"/>
          </p:cNvPicPr>
          <p:nvPr/>
        </p:nvPicPr>
        <p:blipFill>
          <a:blip r:embed="rId3"/>
          <a:stretch>
            <a:fillRect/>
          </a:stretch>
        </p:blipFill>
        <p:spPr>
          <a:xfrm>
            <a:off x="6074984" y="2005291"/>
            <a:ext cx="5512308" cy="3476355"/>
          </a:xfrm>
          <a:prstGeom prst="rect">
            <a:avLst/>
          </a:prstGeom>
        </p:spPr>
      </p:pic>
      <p:sp>
        <p:nvSpPr>
          <p:cNvPr id="3" name="Text 0">
            <a:extLst>
              <a:ext uri="{FF2B5EF4-FFF2-40B4-BE49-F238E27FC236}">
                <a16:creationId xmlns:a16="http://schemas.microsoft.com/office/drawing/2014/main" id="{5218E6C6-42D9-5CA5-654E-3D94B17E5BD1}"/>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Evaluation</a:t>
            </a:r>
            <a:endParaRPr lang="en-US" sz="3200" dirty="0">
              <a:solidFill>
                <a:srgbClr val="A50908"/>
              </a:solidFill>
            </a:endParaRPr>
          </a:p>
        </p:txBody>
      </p:sp>
      <p:sp>
        <p:nvSpPr>
          <p:cNvPr id="2" name="Footer Placeholder 1">
            <a:extLst>
              <a:ext uri="{FF2B5EF4-FFF2-40B4-BE49-F238E27FC236}">
                <a16:creationId xmlns:a16="http://schemas.microsoft.com/office/drawing/2014/main" id="{8BD0A5CA-48C4-B555-6D9C-087F1B57266B}"/>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3B4CCFC2-2736-63E1-435C-1B211130F8D0}"/>
              </a:ext>
            </a:extLst>
          </p:cNvPr>
          <p:cNvSpPr>
            <a:spLocks noGrp="1"/>
          </p:cNvSpPr>
          <p:nvPr>
            <p:ph type="sldNum" sz="quarter" idx="10"/>
          </p:nvPr>
        </p:nvSpPr>
        <p:spPr/>
        <p:txBody>
          <a:bodyPr/>
          <a:lstStyle/>
          <a:p>
            <a:fld id="{A04C8923-7248-483A-ACCB-0382A1F5224A}" type="slidenum">
              <a:rPr lang="en-GB" smtClean="0"/>
              <a:t>19</a:t>
            </a:fld>
            <a:endParaRPr lang="en-GB"/>
          </a:p>
        </p:txBody>
      </p:sp>
      <p:pic>
        <p:nvPicPr>
          <p:cNvPr id="5" name="Picture 4" descr="Lessons from Five Years of Artifact Evaluation at EuroSys ...">
            <a:extLst>
              <a:ext uri="{FF2B5EF4-FFF2-40B4-BE49-F238E27FC236}">
                <a16:creationId xmlns:a16="http://schemas.microsoft.com/office/drawing/2014/main" id="{B1E0EFDD-F49A-41EF-E14A-5D7B8B849F75}"/>
              </a:ext>
            </a:extLst>
          </p:cNvPr>
          <p:cNvPicPr>
            <a:picLocks noChangeAspect="1"/>
          </p:cNvPicPr>
          <p:nvPr/>
        </p:nvPicPr>
        <p:blipFill>
          <a:blip r:embed="rId4"/>
          <a:stretch>
            <a:fillRect/>
          </a:stretch>
        </p:blipFill>
        <p:spPr>
          <a:xfrm>
            <a:off x="497145" y="5302310"/>
            <a:ext cx="2623199" cy="935619"/>
          </a:xfrm>
          <a:prstGeom prst="rect">
            <a:avLst/>
          </a:prstGeom>
        </p:spPr>
      </p:pic>
    </p:spTree>
    <p:extLst>
      <p:ext uri="{BB962C8B-B14F-4D97-AF65-F5344CB8AC3E}">
        <p14:creationId xmlns:p14="http://schemas.microsoft.com/office/powerpoint/2010/main" val="1450951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13AA2-1AEE-C1FE-103E-5BBFCD9318C9}"/>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519491BA-CCDD-91A5-65D0-5E3550927066}"/>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3" name="Text 5">
            <a:extLst>
              <a:ext uri="{FF2B5EF4-FFF2-40B4-BE49-F238E27FC236}">
                <a16:creationId xmlns:a16="http://schemas.microsoft.com/office/drawing/2014/main" id="{6A24D788-7804-A618-C95C-92B619992A5D}"/>
              </a:ext>
            </a:extLst>
          </p:cNvPr>
          <p:cNvSpPr/>
          <p:nvPr/>
        </p:nvSpPr>
        <p:spPr>
          <a:xfrm>
            <a:off x="411480" y="1492831"/>
            <a:ext cx="10881360" cy="991512"/>
          </a:xfrm>
          <a:prstGeom prst="rect">
            <a:avLst/>
          </a:prstGeom>
          <a:noFill/>
          <a:ln/>
        </p:spPr>
        <p:txBody>
          <a:bodyPr wrap="square" lIns="635" tIns="635" rIns="635" bIns="635" rtlCol="0" anchor="ctr">
            <a:noAutofit/>
          </a:bodyPr>
          <a:lstStyle/>
          <a:p>
            <a:pPr marL="342900" indent="-342900">
              <a:buFont typeface="Arial" panose="020B0604020202020204" pitchFamily="34" charset="0"/>
              <a:buChar char="•"/>
            </a:pPr>
            <a:r>
              <a:rPr lang="en-GB" sz="2000" dirty="0"/>
              <a:t>Proba delivers a </a:t>
            </a:r>
            <a:r>
              <a:rPr lang="en-GB" sz="2000" b="1" dirty="0">
                <a:solidFill>
                  <a:srgbClr val="A50908"/>
                </a:solidFill>
              </a:rPr>
              <a:t>6.6% geomean speedup </a:t>
            </a:r>
            <a:r>
              <a:rPr lang="en-GB" sz="2000" dirty="0"/>
              <a:t>with only </a:t>
            </a:r>
            <a:r>
              <a:rPr lang="en-GB" sz="2000" b="1" dirty="0">
                <a:solidFill>
                  <a:srgbClr val="A50908"/>
                </a:solidFill>
              </a:rPr>
              <a:t>8.5% additional DRAM traffic</a:t>
            </a:r>
            <a:r>
              <a:rPr lang="en-GB" sz="2000" dirty="0"/>
              <a:t>.</a:t>
            </a:r>
          </a:p>
        </p:txBody>
      </p:sp>
      <p:pic>
        <p:nvPicPr>
          <p:cNvPr id="3" name="Picture 2">
            <a:extLst>
              <a:ext uri="{FF2B5EF4-FFF2-40B4-BE49-F238E27FC236}">
                <a16:creationId xmlns:a16="http://schemas.microsoft.com/office/drawing/2014/main" id="{A3BC99F4-1243-EA1F-5373-6DCAC9BC66B9}"/>
              </a:ext>
            </a:extLst>
          </p:cNvPr>
          <p:cNvPicPr>
            <a:picLocks noChangeAspect="1"/>
          </p:cNvPicPr>
          <p:nvPr/>
        </p:nvPicPr>
        <p:blipFill>
          <a:blip r:embed="rId3"/>
          <a:stretch>
            <a:fillRect/>
          </a:stretch>
        </p:blipFill>
        <p:spPr>
          <a:xfrm>
            <a:off x="914400" y="2286000"/>
            <a:ext cx="10058400" cy="4255477"/>
          </a:xfrm>
          <a:prstGeom prst="rect">
            <a:avLst/>
          </a:prstGeom>
        </p:spPr>
      </p:pic>
      <p:sp>
        <p:nvSpPr>
          <p:cNvPr id="8" name="Text 0">
            <a:extLst>
              <a:ext uri="{FF2B5EF4-FFF2-40B4-BE49-F238E27FC236}">
                <a16:creationId xmlns:a16="http://schemas.microsoft.com/office/drawing/2014/main" id="{CDC72FFB-A3BB-4D3C-0F58-7186AB2FF10C}"/>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err="1">
                <a:solidFill>
                  <a:srgbClr val="A50908"/>
                </a:solidFill>
                <a:latin typeface="Aptos Display" pitchFamily="34" charset="0"/>
                <a:ea typeface="Aptos Display" pitchFamily="34" charset="-122"/>
                <a:cs typeface="Aptos Display" pitchFamily="34" charset="-120"/>
              </a:rPr>
              <a:t>SPECspeed</a:t>
            </a:r>
            <a:r>
              <a:rPr lang="en-US" sz="3200" b="1" dirty="0">
                <a:solidFill>
                  <a:srgbClr val="A50908"/>
                </a:solidFill>
                <a:latin typeface="Aptos Display" pitchFamily="34" charset="0"/>
                <a:ea typeface="Aptos Display" pitchFamily="34" charset="-122"/>
                <a:cs typeface="Aptos Display" pitchFamily="34" charset="-120"/>
              </a:rPr>
              <a:t> 2017: Speedup and DRAM Traffic</a:t>
            </a:r>
            <a:endParaRPr lang="en-US" sz="3200" dirty="0">
              <a:solidFill>
                <a:srgbClr val="A50908"/>
              </a:solidFill>
            </a:endParaRPr>
          </a:p>
        </p:txBody>
      </p:sp>
      <p:sp>
        <p:nvSpPr>
          <p:cNvPr id="7" name="Text 0">
            <a:extLst>
              <a:ext uri="{FF2B5EF4-FFF2-40B4-BE49-F238E27FC236}">
                <a16:creationId xmlns:a16="http://schemas.microsoft.com/office/drawing/2014/main" id="{3ED29092-0990-1A09-409A-19F200368AF5}"/>
              </a:ext>
            </a:extLst>
          </p:cNvPr>
          <p:cNvSpPr/>
          <p:nvPr/>
        </p:nvSpPr>
        <p:spPr>
          <a:xfrm>
            <a:off x="2240280" y="6101842"/>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Higher is Better </a:t>
            </a:r>
            <a:r>
              <a:rPr lang="en-GB" sz="2000" dirty="0">
                <a:solidFill>
                  <a:srgbClr val="A50908"/>
                </a:solidFill>
              </a:rPr>
              <a:t>⟶</a:t>
            </a:r>
            <a:endParaRPr lang="en-US" sz="2000" dirty="0">
              <a:solidFill>
                <a:srgbClr val="A50908"/>
              </a:solidFill>
            </a:endParaRPr>
          </a:p>
        </p:txBody>
      </p:sp>
      <p:sp>
        <p:nvSpPr>
          <p:cNvPr id="10" name="Text 0">
            <a:extLst>
              <a:ext uri="{FF2B5EF4-FFF2-40B4-BE49-F238E27FC236}">
                <a16:creationId xmlns:a16="http://schemas.microsoft.com/office/drawing/2014/main" id="{43B2AAFB-48F2-F727-C1DC-83C30C403586}"/>
              </a:ext>
            </a:extLst>
          </p:cNvPr>
          <p:cNvSpPr/>
          <p:nvPr/>
        </p:nvSpPr>
        <p:spPr>
          <a:xfrm>
            <a:off x="6828442" y="6100064"/>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 Lower is Better</a:t>
            </a:r>
          </a:p>
        </p:txBody>
      </p:sp>
      <p:sp>
        <p:nvSpPr>
          <p:cNvPr id="2" name="Footer Placeholder 1">
            <a:extLst>
              <a:ext uri="{FF2B5EF4-FFF2-40B4-BE49-F238E27FC236}">
                <a16:creationId xmlns:a16="http://schemas.microsoft.com/office/drawing/2014/main" id="{4ADA61A4-6130-0D71-2B6B-9E5B2C19F011}"/>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C79E18A5-74B0-7C03-2A18-A3CA040F6EDE}"/>
              </a:ext>
            </a:extLst>
          </p:cNvPr>
          <p:cNvSpPr>
            <a:spLocks noGrp="1"/>
          </p:cNvSpPr>
          <p:nvPr>
            <p:ph type="sldNum" sz="quarter" idx="10"/>
          </p:nvPr>
        </p:nvSpPr>
        <p:spPr/>
        <p:txBody>
          <a:bodyPr/>
          <a:lstStyle/>
          <a:p>
            <a:fld id="{A04C8923-7248-483A-ACCB-0382A1F5224A}" type="slidenum">
              <a:rPr lang="en-GB" smtClean="0"/>
              <a:t>20</a:t>
            </a:fld>
            <a:endParaRPr lang="en-GB"/>
          </a:p>
        </p:txBody>
      </p:sp>
    </p:spTree>
    <p:extLst>
      <p:ext uri="{BB962C8B-B14F-4D97-AF65-F5344CB8AC3E}">
        <p14:creationId xmlns:p14="http://schemas.microsoft.com/office/powerpoint/2010/main" val="312230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64A95-3C64-BC9E-CBC6-3773C9918CFE}"/>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313F8A94-05B6-E474-A93F-D1458A49CE8F}"/>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3" name="Text 5">
            <a:extLst>
              <a:ext uri="{FF2B5EF4-FFF2-40B4-BE49-F238E27FC236}">
                <a16:creationId xmlns:a16="http://schemas.microsoft.com/office/drawing/2014/main" id="{D616A78A-51D3-D793-40C0-CD261050D322}"/>
              </a:ext>
            </a:extLst>
          </p:cNvPr>
          <p:cNvSpPr/>
          <p:nvPr/>
        </p:nvSpPr>
        <p:spPr>
          <a:xfrm>
            <a:off x="497145" y="1211305"/>
            <a:ext cx="11155680" cy="1175434"/>
          </a:xfrm>
          <a:prstGeom prst="rect">
            <a:avLst/>
          </a:prstGeom>
          <a:noFill/>
          <a:ln/>
        </p:spPr>
        <p:txBody>
          <a:bodyPr wrap="square" lIns="635" tIns="635" rIns="635" bIns="635" rtlCol="0" anchor="ctr">
            <a:noAutofit/>
          </a:bodyPr>
          <a:lstStyle/>
          <a:p>
            <a:pPr marL="342900" indent="-342900">
              <a:buFont typeface="Arial" panose="020B0604020202020204" pitchFamily="34" charset="0"/>
              <a:buChar char="•"/>
            </a:pPr>
            <a:r>
              <a:rPr lang="en-GB" sz="2000" dirty="0"/>
              <a:t>Proba achieves the</a:t>
            </a:r>
            <a:r>
              <a:rPr lang="en-GB" sz="2000" dirty="0">
                <a:solidFill>
                  <a:srgbClr val="A50908"/>
                </a:solidFill>
              </a:rPr>
              <a:t> </a:t>
            </a:r>
            <a:r>
              <a:rPr lang="en-GB" sz="2000" b="1" dirty="0">
                <a:solidFill>
                  <a:srgbClr val="A50908"/>
                </a:solidFill>
              </a:rPr>
              <a:t>highest overall prefetch accuracy</a:t>
            </a:r>
            <a:r>
              <a:rPr lang="en-GB" sz="2000" dirty="0"/>
              <a: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LLC coverage can be lower for workloads that are poorly suited to SMS.</a:t>
            </a:r>
          </a:p>
        </p:txBody>
      </p:sp>
      <p:pic>
        <p:nvPicPr>
          <p:cNvPr id="3" name="Picture 2">
            <a:extLst>
              <a:ext uri="{FF2B5EF4-FFF2-40B4-BE49-F238E27FC236}">
                <a16:creationId xmlns:a16="http://schemas.microsoft.com/office/drawing/2014/main" id="{AFB758EF-2A58-DB6F-631B-47A52CA6D34A}"/>
              </a:ext>
            </a:extLst>
          </p:cNvPr>
          <p:cNvPicPr>
            <a:picLocks noChangeAspect="1"/>
          </p:cNvPicPr>
          <p:nvPr/>
        </p:nvPicPr>
        <p:blipFill>
          <a:blip r:embed="rId3"/>
          <a:stretch>
            <a:fillRect/>
          </a:stretch>
        </p:blipFill>
        <p:spPr>
          <a:xfrm>
            <a:off x="914400" y="2286000"/>
            <a:ext cx="10058400" cy="4255478"/>
          </a:xfrm>
          <a:prstGeom prst="rect">
            <a:avLst/>
          </a:prstGeom>
        </p:spPr>
      </p:pic>
      <p:sp>
        <p:nvSpPr>
          <p:cNvPr id="10" name="Text 0">
            <a:extLst>
              <a:ext uri="{FF2B5EF4-FFF2-40B4-BE49-F238E27FC236}">
                <a16:creationId xmlns:a16="http://schemas.microsoft.com/office/drawing/2014/main" id="{4EB5B597-9348-C033-7F32-6CC1FEA1F0BC}"/>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sz="3200" b="1" dirty="0" err="1">
                <a:solidFill>
                  <a:srgbClr val="A50908"/>
                </a:solidFill>
                <a:latin typeface="Aptos Display" pitchFamily="34" charset="0"/>
                <a:ea typeface="Aptos Display" pitchFamily="34" charset="-122"/>
                <a:cs typeface="Aptos Display" pitchFamily="34" charset="-120"/>
              </a:rPr>
              <a:t>SPECspeed</a:t>
            </a:r>
            <a:r>
              <a:rPr lang="en-US" sz="3200" b="1" dirty="0">
                <a:solidFill>
                  <a:srgbClr val="A50908"/>
                </a:solidFill>
                <a:latin typeface="Aptos Display" pitchFamily="34" charset="0"/>
                <a:ea typeface="Aptos Display" pitchFamily="34" charset="-122"/>
                <a:cs typeface="Aptos Display" pitchFamily="34" charset="-120"/>
              </a:rPr>
              <a:t> 2017: Accuracy and Coverage</a:t>
            </a:r>
            <a:endParaRPr lang="en-US" sz="3200" dirty="0">
              <a:solidFill>
                <a:srgbClr val="A50908"/>
              </a:solidFill>
            </a:endParaRPr>
          </a:p>
        </p:txBody>
      </p:sp>
      <p:sp>
        <p:nvSpPr>
          <p:cNvPr id="7" name="Text 0">
            <a:extLst>
              <a:ext uri="{FF2B5EF4-FFF2-40B4-BE49-F238E27FC236}">
                <a16:creationId xmlns:a16="http://schemas.microsoft.com/office/drawing/2014/main" id="{4F452FF8-538D-1977-F87E-75AF994E16F5}"/>
              </a:ext>
            </a:extLst>
          </p:cNvPr>
          <p:cNvSpPr/>
          <p:nvPr/>
        </p:nvSpPr>
        <p:spPr>
          <a:xfrm>
            <a:off x="2240280" y="6101842"/>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Higher is Better </a:t>
            </a:r>
            <a:r>
              <a:rPr lang="en-GB" sz="2000" dirty="0">
                <a:solidFill>
                  <a:srgbClr val="A50908"/>
                </a:solidFill>
              </a:rPr>
              <a:t>⟶</a:t>
            </a:r>
            <a:endParaRPr lang="en-US" sz="2000" dirty="0">
              <a:solidFill>
                <a:srgbClr val="A50908"/>
              </a:solidFill>
            </a:endParaRPr>
          </a:p>
        </p:txBody>
      </p:sp>
      <p:sp>
        <p:nvSpPr>
          <p:cNvPr id="9" name="Text 0">
            <a:extLst>
              <a:ext uri="{FF2B5EF4-FFF2-40B4-BE49-F238E27FC236}">
                <a16:creationId xmlns:a16="http://schemas.microsoft.com/office/drawing/2014/main" id="{27361857-30AF-45DA-FC30-17206DABDED6}"/>
              </a:ext>
            </a:extLst>
          </p:cNvPr>
          <p:cNvSpPr/>
          <p:nvPr/>
        </p:nvSpPr>
        <p:spPr>
          <a:xfrm>
            <a:off x="6828442" y="6100064"/>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Higher is Better </a:t>
            </a:r>
            <a:r>
              <a:rPr lang="en-GB" sz="2000" dirty="0">
                <a:solidFill>
                  <a:srgbClr val="A50908"/>
                </a:solidFill>
              </a:rPr>
              <a:t>⟶</a:t>
            </a:r>
            <a:endParaRPr lang="en-US" sz="2000" dirty="0">
              <a:solidFill>
                <a:srgbClr val="A50908"/>
              </a:solidFill>
            </a:endParaRPr>
          </a:p>
        </p:txBody>
      </p:sp>
      <p:sp>
        <p:nvSpPr>
          <p:cNvPr id="2" name="Footer Placeholder 1">
            <a:extLst>
              <a:ext uri="{FF2B5EF4-FFF2-40B4-BE49-F238E27FC236}">
                <a16:creationId xmlns:a16="http://schemas.microsoft.com/office/drawing/2014/main" id="{CF1D5E6A-DF8A-3C63-3755-FF34B627F2AF}"/>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AE7933B7-C531-8B7B-45FB-CDF1E4DEEACC}"/>
              </a:ext>
            </a:extLst>
          </p:cNvPr>
          <p:cNvSpPr>
            <a:spLocks noGrp="1"/>
          </p:cNvSpPr>
          <p:nvPr>
            <p:ph type="sldNum" sz="quarter" idx="10"/>
          </p:nvPr>
        </p:nvSpPr>
        <p:spPr/>
        <p:txBody>
          <a:bodyPr/>
          <a:lstStyle/>
          <a:p>
            <a:fld id="{A04C8923-7248-483A-ACCB-0382A1F5224A}" type="slidenum">
              <a:rPr lang="en-GB" smtClean="0"/>
              <a:t>21</a:t>
            </a:fld>
            <a:endParaRPr lang="en-GB"/>
          </a:p>
        </p:txBody>
      </p:sp>
    </p:spTree>
    <p:extLst>
      <p:ext uri="{BB962C8B-B14F-4D97-AF65-F5344CB8AC3E}">
        <p14:creationId xmlns:p14="http://schemas.microsoft.com/office/powerpoint/2010/main" val="390248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9361-0023-025A-2E4A-0C699E3DF44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BCE9251B-BDB9-1642-F50C-5D6B20808B05}"/>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11" name="Text 5">
            <a:extLst>
              <a:ext uri="{FF2B5EF4-FFF2-40B4-BE49-F238E27FC236}">
                <a16:creationId xmlns:a16="http://schemas.microsoft.com/office/drawing/2014/main" id="{278B27FB-C47A-9908-8ED0-9A5C8E333C3A}"/>
              </a:ext>
            </a:extLst>
          </p:cNvPr>
          <p:cNvSpPr/>
          <p:nvPr/>
        </p:nvSpPr>
        <p:spPr>
          <a:xfrm>
            <a:off x="502920" y="1266444"/>
            <a:ext cx="11694856" cy="1080515"/>
          </a:xfrm>
          <a:prstGeom prst="rect">
            <a:avLst/>
          </a:prstGeom>
          <a:noFill/>
          <a:ln/>
        </p:spPr>
        <p:txBody>
          <a:bodyPr wrap="square" lIns="635" tIns="635" rIns="635" bIns="635" rtlCol="0" anchor="ctr">
            <a:noAutofit/>
          </a:bodyPr>
          <a:lstStyle/>
          <a:p>
            <a:pPr marL="342900" indent="-342900">
              <a:buFont typeface="Arial" panose="020B0604020202020204" pitchFamily="34" charset="0"/>
              <a:buChar char="•"/>
            </a:pPr>
            <a:r>
              <a:rPr lang="en-GB" sz="2000" dirty="0"/>
              <a:t>Proba’s advantage is more evident as contention rises.</a:t>
            </a:r>
          </a:p>
          <a:p>
            <a:endParaRPr lang="en-GB" sz="2000" dirty="0"/>
          </a:p>
          <a:p>
            <a:pPr marL="342900" indent="-342900">
              <a:buFont typeface="Arial" panose="020B0604020202020204" pitchFamily="34" charset="0"/>
              <a:buChar char="•"/>
            </a:pPr>
            <a:r>
              <a:rPr lang="en-GB" sz="2000" dirty="0"/>
              <a:t>On </a:t>
            </a:r>
            <a:r>
              <a:rPr lang="en-GB" sz="2000" dirty="0" err="1"/>
              <a:t>CloudSuite</a:t>
            </a:r>
            <a:r>
              <a:rPr lang="en-GB" sz="2000" dirty="0"/>
              <a:t>, Proba achieves a </a:t>
            </a:r>
            <a:r>
              <a:rPr lang="en-GB" sz="2000" b="1" dirty="0">
                <a:solidFill>
                  <a:srgbClr val="A50908"/>
                </a:solidFill>
              </a:rPr>
              <a:t>7.9% geomean speedup</a:t>
            </a:r>
            <a:r>
              <a:rPr lang="en-GB" sz="2000" dirty="0"/>
              <a:t>, nearly twice the nearest contender Gaze.</a:t>
            </a:r>
          </a:p>
        </p:txBody>
      </p:sp>
      <p:pic>
        <p:nvPicPr>
          <p:cNvPr id="5" name="Picture 4">
            <a:extLst>
              <a:ext uri="{FF2B5EF4-FFF2-40B4-BE49-F238E27FC236}">
                <a16:creationId xmlns:a16="http://schemas.microsoft.com/office/drawing/2014/main" id="{57925A1A-B834-F7B0-F03D-2C3DECBD25A5}"/>
              </a:ext>
            </a:extLst>
          </p:cNvPr>
          <p:cNvPicPr>
            <a:picLocks noChangeAspect="1"/>
          </p:cNvPicPr>
          <p:nvPr/>
        </p:nvPicPr>
        <p:blipFill>
          <a:blip r:embed="rId3"/>
          <a:stretch>
            <a:fillRect/>
          </a:stretch>
        </p:blipFill>
        <p:spPr>
          <a:xfrm>
            <a:off x="914400" y="2286000"/>
            <a:ext cx="10058400" cy="4255477"/>
          </a:xfrm>
          <a:prstGeom prst="rect">
            <a:avLst/>
          </a:prstGeom>
        </p:spPr>
      </p:pic>
      <p:sp>
        <p:nvSpPr>
          <p:cNvPr id="8" name="Text 0">
            <a:extLst>
              <a:ext uri="{FF2B5EF4-FFF2-40B4-BE49-F238E27FC236}">
                <a16:creationId xmlns:a16="http://schemas.microsoft.com/office/drawing/2014/main" id="{13E73B1A-E599-0DCE-EB14-40C574045626}"/>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altLang="zh-CN" sz="3200" b="1" dirty="0">
                <a:solidFill>
                  <a:srgbClr val="A50908"/>
                </a:solidFill>
                <a:latin typeface="Aptos Display" pitchFamily="34" charset="0"/>
                <a:ea typeface="Aptos Display" pitchFamily="34" charset="-122"/>
                <a:cs typeface="Aptos Display" pitchFamily="34" charset="-120"/>
              </a:rPr>
              <a:t>4-Core</a:t>
            </a:r>
            <a:r>
              <a:rPr lang="en-US" sz="3200" b="1" dirty="0">
                <a:solidFill>
                  <a:srgbClr val="A50908"/>
                </a:solidFill>
                <a:latin typeface="Aptos Display" pitchFamily="34" charset="0"/>
                <a:ea typeface="Aptos Display" pitchFamily="34" charset="-122"/>
                <a:cs typeface="Aptos Display" pitchFamily="34" charset="-120"/>
              </a:rPr>
              <a:t> </a:t>
            </a:r>
            <a:r>
              <a:rPr lang="en-US" sz="3200" b="1" dirty="0" err="1">
                <a:solidFill>
                  <a:srgbClr val="A50908"/>
                </a:solidFill>
                <a:latin typeface="Aptos Display" pitchFamily="34" charset="0"/>
                <a:ea typeface="Aptos Display" pitchFamily="34" charset="-122"/>
                <a:cs typeface="Aptos Display" pitchFamily="34" charset="-120"/>
              </a:rPr>
              <a:t>CloudSuite</a:t>
            </a:r>
            <a:r>
              <a:rPr lang="en-US" sz="3200" b="1" dirty="0">
                <a:solidFill>
                  <a:srgbClr val="A50908"/>
                </a:solidFill>
                <a:latin typeface="Aptos Display" pitchFamily="34" charset="0"/>
                <a:ea typeface="Aptos Display" pitchFamily="34" charset="-122"/>
                <a:cs typeface="Aptos Display" pitchFamily="34" charset="-120"/>
              </a:rPr>
              <a:t>: Speedup and DRAM Traffic</a:t>
            </a:r>
            <a:endParaRPr lang="en-US" sz="3200" dirty="0">
              <a:solidFill>
                <a:srgbClr val="A50908"/>
              </a:solidFill>
            </a:endParaRPr>
          </a:p>
        </p:txBody>
      </p:sp>
      <p:sp>
        <p:nvSpPr>
          <p:cNvPr id="7" name="Text 0">
            <a:extLst>
              <a:ext uri="{FF2B5EF4-FFF2-40B4-BE49-F238E27FC236}">
                <a16:creationId xmlns:a16="http://schemas.microsoft.com/office/drawing/2014/main" id="{12984A7E-EB64-196F-1E0F-39D1C2AC4A24}"/>
              </a:ext>
            </a:extLst>
          </p:cNvPr>
          <p:cNvSpPr/>
          <p:nvPr/>
        </p:nvSpPr>
        <p:spPr>
          <a:xfrm>
            <a:off x="2240280" y="6101842"/>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Higher is Better </a:t>
            </a:r>
            <a:r>
              <a:rPr lang="en-GB" sz="2000" dirty="0">
                <a:solidFill>
                  <a:srgbClr val="A50908"/>
                </a:solidFill>
              </a:rPr>
              <a:t>⟶</a:t>
            </a:r>
            <a:endParaRPr lang="en-US" sz="2000" dirty="0">
              <a:solidFill>
                <a:srgbClr val="A50908"/>
              </a:solidFill>
            </a:endParaRPr>
          </a:p>
        </p:txBody>
      </p:sp>
      <p:sp>
        <p:nvSpPr>
          <p:cNvPr id="10" name="Text 0">
            <a:extLst>
              <a:ext uri="{FF2B5EF4-FFF2-40B4-BE49-F238E27FC236}">
                <a16:creationId xmlns:a16="http://schemas.microsoft.com/office/drawing/2014/main" id="{197C9CCC-BDEC-4AD0-BE45-6B551C413519}"/>
              </a:ext>
            </a:extLst>
          </p:cNvPr>
          <p:cNvSpPr/>
          <p:nvPr/>
        </p:nvSpPr>
        <p:spPr>
          <a:xfrm>
            <a:off x="6828442" y="6100064"/>
            <a:ext cx="3564315" cy="411480"/>
          </a:xfrm>
          <a:prstGeom prst="rect">
            <a:avLst/>
          </a:prstGeom>
          <a:noFill/>
          <a:ln/>
        </p:spPr>
        <p:txBody>
          <a:bodyPr wrap="square" lIns="0" tIns="0" rIns="0" bIns="0" rtlCol="0" anchor="ctr">
            <a:normAutofit/>
          </a:bodyPr>
          <a:lstStyle/>
          <a:p>
            <a:pPr algn="ctr"/>
            <a:r>
              <a:rPr lang="en-US" sz="2000" dirty="0">
                <a:solidFill>
                  <a:srgbClr val="A50908"/>
                </a:solidFill>
              </a:rPr>
              <a:t>⟵ Lower is Better</a:t>
            </a:r>
          </a:p>
        </p:txBody>
      </p:sp>
      <p:sp>
        <p:nvSpPr>
          <p:cNvPr id="2" name="Footer Placeholder 1">
            <a:extLst>
              <a:ext uri="{FF2B5EF4-FFF2-40B4-BE49-F238E27FC236}">
                <a16:creationId xmlns:a16="http://schemas.microsoft.com/office/drawing/2014/main" id="{A2F8D376-ACCD-306A-DA65-3EA6183697F4}"/>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7AB74DAC-2151-694F-9AC2-075C19792C38}"/>
              </a:ext>
            </a:extLst>
          </p:cNvPr>
          <p:cNvSpPr>
            <a:spLocks noGrp="1"/>
          </p:cNvSpPr>
          <p:nvPr>
            <p:ph type="sldNum" sz="quarter" idx="10"/>
          </p:nvPr>
        </p:nvSpPr>
        <p:spPr/>
        <p:txBody>
          <a:bodyPr/>
          <a:lstStyle/>
          <a:p>
            <a:fld id="{A04C8923-7248-483A-ACCB-0382A1F5224A}" type="slidenum">
              <a:rPr lang="en-GB" smtClean="0"/>
              <a:t>22</a:t>
            </a:fld>
            <a:endParaRPr lang="en-GB"/>
          </a:p>
        </p:txBody>
      </p:sp>
    </p:spTree>
    <p:extLst>
      <p:ext uri="{BB962C8B-B14F-4D97-AF65-F5344CB8AC3E}">
        <p14:creationId xmlns:p14="http://schemas.microsoft.com/office/powerpoint/2010/main" val="207305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F6B5F-D09B-DFCC-9365-DAA3F756350B}"/>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68C709D-2AFD-EB63-9A47-F023D2897700}"/>
              </a:ext>
            </a:extLst>
          </p:cNvPr>
          <p:cNvSpPr/>
          <p:nvPr/>
        </p:nvSpPr>
        <p:spPr>
          <a:xfrm>
            <a:off x="497145" y="1266444"/>
            <a:ext cx="11155680" cy="0"/>
          </a:xfrm>
          <a:prstGeom prst="line">
            <a:avLst/>
          </a:prstGeom>
          <a:noFill/>
          <a:ln w="9525">
            <a:solidFill>
              <a:srgbClr val="D7D7D7"/>
            </a:solidFill>
            <a:prstDash val="solid"/>
          </a:ln>
        </p:spPr>
        <p:txBody>
          <a:bodyPr/>
          <a:lstStyle/>
          <a:p>
            <a:endParaRPr lang="en-US"/>
          </a:p>
        </p:txBody>
      </p:sp>
      <p:sp>
        <p:nvSpPr>
          <p:cNvPr id="8" name="Text 0">
            <a:extLst>
              <a:ext uri="{FF2B5EF4-FFF2-40B4-BE49-F238E27FC236}">
                <a16:creationId xmlns:a16="http://schemas.microsoft.com/office/drawing/2014/main" id="{F95B8500-198A-B85C-1DD5-0BB732F23958}"/>
              </a:ext>
            </a:extLst>
          </p:cNvPr>
          <p:cNvSpPr/>
          <p:nvPr/>
        </p:nvSpPr>
        <p:spPr>
          <a:xfrm>
            <a:off x="502920" y="320040"/>
            <a:ext cx="10789920" cy="871448"/>
          </a:xfrm>
          <a:prstGeom prst="rect">
            <a:avLst/>
          </a:prstGeom>
          <a:noFill/>
          <a:ln/>
        </p:spPr>
        <p:txBody>
          <a:bodyPr wrap="square" lIns="0" tIns="0" rIns="0" bIns="0" rtlCol="0" anchor="ctr">
            <a:normAutofit/>
          </a:bodyPr>
          <a:lstStyle/>
          <a:p>
            <a:r>
              <a:rPr lang="en-US" altLang="zh-CN" sz="3200" b="1" dirty="0">
                <a:solidFill>
                  <a:srgbClr val="A50908"/>
                </a:solidFill>
                <a:latin typeface="Aptos Display" pitchFamily="34" charset="0"/>
                <a:ea typeface="Aptos Display" pitchFamily="34" charset="-122"/>
                <a:cs typeface="Aptos Display" pitchFamily="34" charset="-120"/>
              </a:rPr>
              <a:t>For More: Read Our Paper! </a:t>
            </a:r>
            <a:endParaRPr lang="en-US" sz="3200" dirty="0">
              <a:solidFill>
                <a:srgbClr val="A50908"/>
              </a:solidFill>
            </a:endParaRPr>
          </a:p>
        </p:txBody>
      </p:sp>
      <p:sp>
        <p:nvSpPr>
          <p:cNvPr id="6" name="Text 5">
            <a:extLst>
              <a:ext uri="{FF2B5EF4-FFF2-40B4-BE49-F238E27FC236}">
                <a16:creationId xmlns:a16="http://schemas.microsoft.com/office/drawing/2014/main" id="{228B519D-D18E-5E2E-2604-42A134D9D2AC}"/>
              </a:ext>
            </a:extLst>
          </p:cNvPr>
          <p:cNvSpPr/>
          <p:nvPr/>
        </p:nvSpPr>
        <p:spPr>
          <a:xfrm>
            <a:off x="542635" y="1678076"/>
            <a:ext cx="11530832" cy="4841596"/>
          </a:xfrm>
          <a:prstGeom prst="rect">
            <a:avLst/>
          </a:prstGeom>
          <a:noFill/>
          <a:ln/>
        </p:spPr>
        <p:txBody>
          <a:bodyPr wrap="square" lIns="0" tIns="0" rIns="0" bIns="0" rtlCol="0" anchor="t"/>
          <a:lstStyle/>
          <a:p>
            <a:pPr marL="342900" indent="-342900">
              <a:buFont typeface="Arial" panose="020B0604020202020204" pitchFamily="34" charset="0"/>
              <a:buChar char="•"/>
            </a:pPr>
            <a:r>
              <a:rPr lang="en-GB" sz="2400" b="1" dirty="0">
                <a:solidFill>
                  <a:srgbClr val="A50908"/>
                </a:solidFill>
              </a:rPr>
              <a:t>More Benchmarks</a:t>
            </a:r>
          </a:p>
          <a:p>
            <a:pPr marL="342900" indent="-342900">
              <a:buFont typeface="Arial" panose="020B0604020202020204" pitchFamily="34" charset="0"/>
              <a:buChar char="•"/>
            </a:pPr>
            <a:endParaRPr lang="en-GB" sz="2400" b="1" dirty="0">
              <a:solidFill>
                <a:srgbClr val="A50908"/>
              </a:solidFill>
            </a:endParaRPr>
          </a:p>
          <a:p>
            <a:pPr marL="342900" indent="-342900">
              <a:buFont typeface="Arial" panose="020B0604020202020204" pitchFamily="34" charset="0"/>
              <a:buChar char="•"/>
            </a:pPr>
            <a:r>
              <a:rPr lang="en-GB" sz="2400" b="1" dirty="0">
                <a:solidFill>
                  <a:srgbClr val="A50908"/>
                </a:solidFill>
              </a:rPr>
              <a:t>DRAM Sensitivity </a:t>
            </a:r>
          </a:p>
          <a:p>
            <a:pPr marL="342900" indent="-342900">
              <a:buFont typeface="Arial" panose="020B0604020202020204" pitchFamily="34" charset="0"/>
              <a:buChar char="•"/>
            </a:pPr>
            <a:endParaRPr lang="en-GB" sz="2400" b="1" dirty="0">
              <a:solidFill>
                <a:srgbClr val="A50908"/>
              </a:solidFill>
            </a:endParaRPr>
          </a:p>
          <a:p>
            <a:pPr marL="342900" indent="-342900">
              <a:buFont typeface="Arial" panose="020B0604020202020204" pitchFamily="34" charset="0"/>
              <a:buChar char="•"/>
            </a:pPr>
            <a:r>
              <a:rPr lang="en-GB" sz="2400" b="1" dirty="0">
                <a:solidFill>
                  <a:srgbClr val="A50908"/>
                </a:solidFill>
              </a:rPr>
              <a:t>Homogeneous Multicore </a:t>
            </a:r>
          </a:p>
          <a:p>
            <a:pPr marL="342900" indent="-342900">
              <a:buFont typeface="Arial" panose="020B0604020202020204" pitchFamily="34" charset="0"/>
              <a:buChar char="•"/>
            </a:pPr>
            <a:endParaRPr lang="en-GB" sz="2400" b="1" dirty="0">
              <a:solidFill>
                <a:srgbClr val="A50908"/>
              </a:solidFill>
            </a:endParaRPr>
          </a:p>
          <a:p>
            <a:pPr marL="342900" indent="-342900">
              <a:buFont typeface="Arial" panose="020B0604020202020204" pitchFamily="34" charset="0"/>
              <a:buChar char="•"/>
            </a:pPr>
            <a:r>
              <a:rPr lang="en-GB" sz="2400" b="1" dirty="0">
                <a:solidFill>
                  <a:srgbClr val="A50908"/>
                </a:solidFill>
              </a:rPr>
              <a:t>Ablation Study </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And More! </a:t>
            </a:r>
          </a:p>
          <a:p>
            <a:endParaRPr lang="en-GB" sz="2400" b="1" dirty="0">
              <a:solidFill>
                <a:srgbClr val="A50908"/>
              </a:solidFill>
            </a:endParaRPr>
          </a:p>
        </p:txBody>
      </p:sp>
      <p:sp>
        <p:nvSpPr>
          <p:cNvPr id="2" name="Footer Placeholder 1">
            <a:extLst>
              <a:ext uri="{FF2B5EF4-FFF2-40B4-BE49-F238E27FC236}">
                <a16:creationId xmlns:a16="http://schemas.microsoft.com/office/drawing/2014/main" id="{5763BAE5-A91A-5382-1E25-C39E4662C9C3}"/>
              </a:ext>
            </a:extLst>
          </p:cNvPr>
          <p:cNvSpPr>
            <a:spLocks noGrp="1"/>
          </p:cNvSpPr>
          <p:nvPr>
            <p:ph type="ftr" sz="quarter" idx="11"/>
          </p:nvPr>
        </p:nvSpPr>
        <p:spPr/>
        <p:txBody>
          <a:bodyPr/>
          <a:lstStyle/>
          <a:p>
            <a:r>
              <a:rPr lang="en-US"/>
              <a:t>yh653@cam.ac.uk</a:t>
            </a:r>
            <a:endParaRPr lang="en-GB" sz="1600" dirty="0"/>
          </a:p>
        </p:txBody>
      </p:sp>
      <p:sp>
        <p:nvSpPr>
          <p:cNvPr id="5" name="Slide Number Placeholder 4">
            <a:extLst>
              <a:ext uri="{FF2B5EF4-FFF2-40B4-BE49-F238E27FC236}">
                <a16:creationId xmlns:a16="http://schemas.microsoft.com/office/drawing/2014/main" id="{AD117768-9308-DD0F-9D89-B8F4DE0A27DD}"/>
              </a:ext>
            </a:extLst>
          </p:cNvPr>
          <p:cNvSpPr>
            <a:spLocks noGrp="1"/>
          </p:cNvSpPr>
          <p:nvPr>
            <p:ph type="sldNum" sz="quarter" idx="10"/>
          </p:nvPr>
        </p:nvSpPr>
        <p:spPr/>
        <p:txBody>
          <a:bodyPr/>
          <a:lstStyle/>
          <a:p>
            <a:fld id="{A04C8923-7248-483A-ACCB-0382A1F5224A}" type="slidenum">
              <a:rPr lang="en-GB" smtClean="0"/>
              <a:t>23</a:t>
            </a:fld>
            <a:endParaRPr lang="en-GB"/>
          </a:p>
        </p:txBody>
      </p:sp>
    </p:spTree>
    <p:extLst>
      <p:ext uri="{BB962C8B-B14F-4D97-AF65-F5344CB8AC3E}">
        <p14:creationId xmlns:p14="http://schemas.microsoft.com/office/powerpoint/2010/main" val="1765253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7" name="Text 5"/>
          <p:cNvSpPr/>
          <p:nvPr/>
        </p:nvSpPr>
        <p:spPr>
          <a:xfrm>
            <a:off x="542635" y="1678076"/>
            <a:ext cx="11530832" cy="4605248"/>
          </a:xfrm>
          <a:prstGeom prst="rect">
            <a:avLst/>
          </a:prstGeom>
          <a:noFill/>
          <a:ln/>
        </p:spPr>
        <p:txBody>
          <a:bodyPr wrap="square" lIns="0" tIns="0" rIns="0" bIns="0" rtlCol="0" anchor="t"/>
          <a:lstStyle/>
          <a:p>
            <a:r>
              <a:rPr lang="en-GB" sz="2400" dirty="0"/>
              <a:t>We Present </a:t>
            </a:r>
            <a:r>
              <a:rPr lang="en-GB" sz="2400" b="1" dirty="0">
                <a:solidFill>
                  <a:srgbClr val="A50908"/>
                </a:solidFill>
              </a:rPr>
              <a:t>Proba</a:t>
            </a:r>
            <a:r>
              <a:rPr lang="en-GB" sz="2400" dirty="0"/>
              <a:t>: a practical SMS-based prefetcher for next-gen processor. </a:t>
            </a:r>
          </a:p>
          <a:p>
            <a:endParaRPr lang="en-GB" sz="2400" b="1" dirty="0">
              <a:solidFill>
                <a:srgbClr val="A50908"/>
              </a:solidFill>
            </a:endParaRPr>
          </a:p>
          <a:p>
            <a:r>
              <a:rPr lang="en-GB" sz="2400" b="1" dirty="0">
                <a:solidFill>
                  <a:srgbClr val="A50908"/>
                </a:solidFill>
              </a:rPr>
              <a:t>Probabilistic updates </a:t>
            </a:r>
            <a:r>
              <a:rPr lang="en-GB" sz="2400" dirty="0"/>
              <a:t>provide a powerful alternative to storage-heavy counters and dual-pattern schemes.</a:t>
            </a:r>
          </a:p>
          <a:p>
            <a:endParaRPr lang="en-GB" sz="2400" dirty="0"/>
          </a:p>
          <a:p>
            <a:r>
              <a:rPr lang="en-GB" sz="2400" b="1" dirty="0">
                <a:solidFill>
                  <a:srgbClr val="A50908"/>
                </a:solidFill>
              </a:rPr>
              <a:t>Update probabilities </a:t>
            </a:r>
            <a:r>
              <a:rPr lang="en-GB" sz="2400" dirty="0"/>
              <a:t>control how quickly the prefetcher learns and forgets. </a:t>
            </a:r>
          </a:p>
          <a:p>
            <a:endParaRPr lang="en-GB" sz="2400" dirty="0"/>
          </a:p>
          <a:p>
            <a:r>
              <a:rPr lang="en-GB" sz="2400" b="1" dirty="0">
                <a:solidFill>
                  <a:srgbClr val="A50908"/>
                </a:solidFill>
              </a:rPr>
              <a:t>Accuracy feedback </a:t>
            </a:r>
            <a:r>
              <a:rPr lang="en-GB" sz="2400" dirty="0"/>
              <a:t>adjusts aggression level with fine-grain control. </a:t>
            </a:r>
          </a:p>
          <a:p>
            <a:endParaRPr lang="en-GB" sz="2400" b="1" dirty="0">
              <a:solidFill>
                <a:srgbClr val="A50908"/>
              </a:solidFill>
            </a:endParaRPr>
          </a:p>
          <a:p>
            <a:r>
              <a:rPr lang="en-GB" sz="2400" b="1" dirty="0">
                <a:solidFill>
                  <a:srgbClr val="A50908"/>
                </a:solidFill>
              </a:rPr>
              <a:t>Marginal accuracy </a:t>
            </a:r>
            <a:r>
              <a:rPr lang="en-GB" sz="2400" dirty="0"/>
              <a:t>assesses the unique contribution of overlapping contexts.</a:t>
            </a:r>
          </a:p>
          <a:p>
            <a:endParaRPr lang="en-GB" sz="2400" dirty="0"/>
          </a:p>
          <a:p>
            <a:r>
              <a:rPr lang="en-GB" sz="2400" dirty="0"/>
              <a:t>More questions? Contact: </a:t>
            </a:r>
            <a:r>
              <a:rPr lang="en-GB" sz="2400" dirty="0">
                <a:hlinkClick r:id="rId3"/>
              </a:rPr>
              <a:t>yh653@cam.ac.uk</a:t>
            </a:r>
            <a:r>
              <a:rPr lang="en-GB" sz="2400" dirty="0"/>
              <a:t> </a:t>
            </a:r>
          </a:p>
        </p:txBody>
      </p:sp>
      <p:sp>
        <p:nvSpPr>
          <p:cNvPr id="9" name="Text 7"/>
          <p:cNvSpPr/>
          <p:nvPr/>
        </p:nvSpPr>
        <p:spPr>
          <a:xfrm>
            <a:off x="502920" y="3864090"/>
            <a:ext cx="3124122" cy="771525"/>
          </a:xfrm>
          <a:prstGeom prst="rect">
            <a:avLst/>
          </a:prstGeom>
          <a:noFill/>
          <a:ln/>
        </p:spPr>
        <p:txBody>
          <a:bodyPr wrap="square" lIns="0" tIns="0" rIns="0" bIns="0" rtlCol="0" anchor="t"/>
          <a:lstStyle/>
          <a:p>
            <a:pPr marL="0" indent="0" algn="l">
              <a:buNone/>
            </a:pPr>
            <a:endParaRPr lang="en-US" sz="1750" dirty="0"/>
          </a:p>
        </p:txBody>
      </p:sp>
      <p:sp>
        <p:nvSpPr>
          <p:cNvPr id="33" name="Text 0">
            <a:extLst>
              <a:ext uri="{FF2B5EF4-FFF2-40B4-BE49-F238E27FC236}">
                <a16:creationId xmlns:a16="http://schemas.microsoft.com/office/drawing/2014/main" id="{AF4008E9-483B-A5C0-8264-23A91BF17797}"/>
              </a:ext>
            </a:extLst>
          </p:cNvPr>
          <p:cNvSpPr/>
          <p:nvPr/>
        </p:nvSpPr>
        <p:spPr>
          <a:xfrm>
            <a:off x="502920" y="320039"/>
            <a:ext cx="10789920" cy="946785"/>
          </a:xfrm>
          <a:prstGeom prst="rect">
            <a:avLst/>
          </a:prstGeom>
          <a:noFill/>
          <a:ln/>
        </p:spPr>
        <p:txBody>
          <a:bodyPr wrap="square" lIns="0" tIns="0" rIns="0" bIns="0" rtlCol="0" anchor="ctr">
            <a:normAutofit/>
          </a:bodyPr>
          <a:lstStyle/>
          <a:p>
            <a:r>
              <a:rPr lang="en-US" sz="3200" b="1" dirty="0">
                <a:solidFill>
                  <a:srgbClr val="A50908"/>
                </a:solidFill>
                <a:latin typeface="Aptos Display" pitchFamily="34" charset="0"/>
                <a:ea typeface="Aptos Display" pitchFamily="34" charset="-122"/>
                <a:cs typeface="Aptos Display" pitchFamily="34" charset="-120"/>
              </a:rPr>
              <a:t>Takeaways</a:t>
            </a:r>
            <a:endParaRPr lang="en-US" sz="3200" dirty="0">
              <a:solidFill>
                <a:srgbClr val="A50908"/>
              </a:solidFill>
            </a:endParaRPr>
          </a:p>
        </p:txBody>
      </p:sp>
      <p:sp>
        <p:nvSpPr>
          <p:cNvPr id="2" name="Footer Placeholder 1">
            <a:extLst>
              <a:ext uri="{FF2B5EF4-FFF2-40B4-BE49-F238E27FC236}">
                <a16:creationId xmlns:a16="http://schemas.microsoft.com/office/drawing/2014/main" id="{2A7538A3-E725-9611-B55D-72E7BB5DAD88}"/>
              </a:ext>
            </a:extLst>
          </p:cNvPr>
          <p:cNvSpPr>
            <a:spLocks noGrp="1"/>
          </p:cNvSpPr>
          <p:nvPr>
            <p:ph type="ftr" sz="quarter" idx="11"/>
          </p:nvPr>
        </p:nvSpPr>
        <p:spPr/>
        <p:txBody>
          <a:bodyPr/>
          <a:lstStyle/>
          <a:p>
            <a:r>
              <a:rPr lang="en-US"/>
              <a:t>yh653@cam.ac.uk</a:t>
            </a:r>
            <a:endParaRPr lang="en-GB" sz="1600" dirty="0"/>
          </a:p>
        </p:txBody>
      </p:sp>
      <p:sp>
        <p:nvSpPr>
          <p:cNvPr id="4" name="Slide Number Placeholder 3">
            <a:extLst>
              <a:ext uri="{FF2B5EF4-FFF2-40B4-BE49-F238E27FC236}">
                <a16:creationId xmlns:a16="http://schemas.microsoft.com/office/drawing/2014/main" id="{E9C40042-5A79-9DE1-575A-A0D336D83AE2}"/>
              </a:ext>
            </a:extLst>
          </p:cNvPr>
          <p:cNvSpPr>
            <a:spLocks noGrp="1"/>
          </p:cNvSpPr>
          <p:nvPr>
            <p:ph type="sldNum" sz="quarter" idx="10"/>
          </p:nvPr>
        </p:nvSpPr>
        <p:spPr/>
        <p:txBody>
          <a:bodyPr/>
          <a:lstStyle/>
          <a:p>
            <a:fld id="{A04C8923-7248-483A-ACCB-0382A1F5224A}" type="slidenum">
              <a:rPr lang="en-GB" smtClean="0"/>
              <a:t>24</a:t>
            </a:fld>
            <a:endParaRPr lang="en-GB"/>
          </a:p>
        </p:txBody>
      </p:sp>
    </p:spTree>
    <p:extLst>
      <p:ext uri="{BB962C8B-B14F-4D97-AF65-F5344CB8AC3E}">
        <p14:creationId xmlns:p14="http://schemas.microsoft.com/office/powerpoint/2010/main" val="340892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F060-8FC3-77E8-B4FC-59AE766F3B1F}"/>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41CFE61E-8ED7-867B-AD5C-2209CD3DA47D}"/>
              </a:ext>
            </a:extLst>
          </p:cNvPr>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33" name="Text 0">
            <a:extLst>
              <a:ext uri="{FF2B5EF4-FFF2-40B4-BE49-F238E27FC236}">
                <a16:creationId xmlns:a16="http://schemas.microsoft.com/office/drawing/2014/main" id="{676BAD4E-F9CB-15B1-63D7-69125A359C16}"/>
              </a:ext>
            </a:extLst>
          </p:cNvPr>
          <p:cNvSpPr/>
          <p:nvPr/>
        </p:nvSpPr>
        <p:spPr>
          <a:xfrm>
            <a:off x="502920" y="320040"/>
            <a:ext cx="10789920" cy="411480"/>
          </a:xfrm>
          <a:prstGeom prst="rect">
            <a:avLst/>
          </a:prstGeom>
          <a:noFill/>
          <a:ln/>
        </p:spPr>
        <p:txBody>
          <a:bodyPr wrap="square" lIns="0" tIns="0" rIns="0" bIns="0" rtlCol="0" anchor="ctr">
            <a:normAutofit lnSpcReduction="10000"/>
          </a:bodyPr>
          <a:lstStyle/>
          <a:p>
            <a:r>
              <a:rPr lang="en-US" sz="2800" b="1" dirty="0">
                <a:solidFill>
                  <a:srgbClr val="A50908"/>
                </a:solidFill>
                <a:latin typeface="Aptos Display" pitchFamily="34" charset="0"/>
                <a:ea typeface="Aptos Display" pitchFamily="34" charset="-122"/>
                <a:cs typeface="Aptos Display" pitchFamily="34" charset="-120"/>
              </a:rPr>
              <a:t>Proba</a:t>
            </a:r>
            <a:endParaRPr lang="en-US" sz="2800" dirty="0">
              <a:solidFill>
                <a:srgbClr val="A50908"/>
              </a:solidFill>
            </a:endParaRPr>
          </a:p>
        </p:txBody>
      </p:sp>
      <p:sp>
        <p:nvSpPr>
          <p:cNvPr id="34" name="Text 0">
            <a:extLst>
              <a:ext uri="{FF2B5EF4-FFF2-40B4-BE49-F238E27FC236}">
                <a16:creationId xmlns:a16="http://schemas.microsoft.com/office/drawing/2014/main" id="{6CAE94FE-D0BE-F911-3393-118B7F8035AB}"/>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r>
              <a:rPr lang="en-US" sz="2800" dirty="0"/>
              <a:t>Design Overview</a:t>
            </a:r>
          </a:p>
        </p:txBody>
      </p:sp>
      <p:pic>
        <p:nvPicPr>
          <p:cNvPr id="4" name="Picture 3">
            <a:extLst>
              <a:ext uri="{FF2B5EF4-FFF2-40B4-BE49-F238E27FC236}">
                <a16:creationId xmlns:a16="http://schemas.microsoft.com/office/drawing/2014/main" id="{D8CBAF3F-384A-F699-D835-8EAC10B156D1}"/>
              </a:ext>
            </a:extLst>
          </p:cNvPr>
          <p:cNvPicPr>
            <a:picLocks noChangeAspect="1"/>
          </p:cNvPicPr>
          <p:nvPr/>
        </p:nvPicPr>
        <p:blipFill>
          <a:blip r:embed="rId3"/>
          <a:stretch>
            <a:fillRect/>
          </a:stretch>
        </p:blipFill>
        <p:spPr>
          <a:xfrm>
            <a:off x="534454" y="2092333"/>
            <a:ext cx="11123092" cy="3489317"/>
          </a:xfrm>
          <a:prstGeom prst="rect">
            <a:avLst/>
          </a:prstGeom>
        </p:spPr>
      </p:pic>
      <p:sp>
        <p:nvSpPr>
          <p:cNvPr id="2" name="Footer Placeholder 1">
            <a:extLst>
              <a:ext uri="{FF2B5EF4-FFF2-40B4-BE49-F238E27FC236}">
                <a16:creationId xmlns:a16="http://schemas.microsoft.com/office/drawing/2014/main" id="{84F1910F-465E-C610-228A-583ACC51DDC5}"/>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4C373430-2AD5-2BCF-94F3-F9F74EF3A8AE}"/>
              </a:ext>
            </a:extLst>
          </p:cNvPr>
          <p:cNvSpPr>
            <a:spLocks noGrp="1"/>
          </p:cNvSpPr>
          <p:nvPr>
            <p:ph type="sldNum" sz="quarter" idx="10"/>
          </p:nvPr>
        </p:nvSpPr>
        <p:spPr/>
        <p:txBody>
          <a:bodyPr/>
          <a:lstStyle/>
          <a:p>
            <a:fld id="{A04C8923-7248-483A-ACCB-0382A1F5224A}" type="slidenum">
              <a:rPr lang="en-GB" smtClean="0"/>
              <a:t>25</a:t>
            </a:fld>
            <a:endParaRPr lang="en-GB"/>
          </a:p>
        </p:txBody>
      </p:sp>
    </p:spTree>
    <p:extLst>
      <p:ext uri="{BB962C8B-B14F-4D97-AF65-F5344CB8AC3E}">
        <p14:creationId xmlns:p14="http://schemas.microsoft.com/office/powerpoint/2010/main" val="4039272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4FC8-D5FB-612D-24CA-947F82894714}"/>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ACB5B94B-C744-FE68-E575-C9C4F7BFAFB6}"/>
              </a:ext>
            </a:extLst>
          </p:cNvPr>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33" name="Text 0">
            <a:extLst>
              <a:ext uri="{FF2B5EF4-FFF2-40B4-BE49-F238E27FC236}">
                <a16:creationId xmlns:a16="http://schemas.microsoft.com/office/drawing/2014/main" id="{88E0718E-96D4-ED57-AA46-195DF6865927}"/>
              </a:ext>
            </a:extLst>
          </p:cNvPr>
          <p:cNvSpPr/>
          <p:nvPr/>
        </p:nvSpPr>
        <p:spPr>
          <a:xfrm>
            <a:off x="502920" y="320040"/>
            <a:ext cx="10789920" cy="411480"/>
          </a:xfrm>
          <a:prstGeom prst="rect">
            <a:avLst/>
          </a:prstGeom>
          <a:noFill/>
          <a:ln/>
        </p:spPr>
        <p:txBody>
          <a:bodyPr wrap="square" lIns="0" tIns="0" rIns="0" bIns="0" rtlCol="0" anchor="ctr">
            <a:normAutofit lnSpcReduction="10000"/>
          </a:bodyPr>
          <a:lstStyle/>
          <a:p>
            <a:r>
              <a:rPr lang="en-US" sz="2800" b="1" dirty="0">
                <a:solidFill>
                  <a:srgbClr val="A50908"/>
                </a:solidFill>
                <a:latin typeface="Aptos Display" pitchFamily="34" charset="0"/>
                <a:ea typeface="Aptos Display" pitchFamily="34" charset="-122"/>
                <a:cs typeface="Aptos Display" pitchFamily="34" charset="-120"/>
              </a:rPr>
              <a:t>Evaluation</a:t>
            </a:r>
            <a:endParaRPr lang="en-US" sz="2800" dirty="0">
              <a:solidFill>
                <a:srgbClr val="A50908"/>
              </a:solidFill>
            </a:endParaRPr>
          </a:p>
        </p:txBody>
      </p:sp>
      <p:sp>
        <p:nvSpPr>
          <p:cNvPr id="34" name="Text 0">
            <a:extLst>
              <a:ext uri="{FF2B5EF4-FFF2-40B4-BE49-F238E27FC236}">
                <a16:creationId xmlns:a16="http://schemas.microsoft.com/office/drawing/2014/main" id="{BE2E745C-0870-980C-0F75-FC38467737F2}"/>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r>
              <a:rPr lang="en-US" sz="2800" dirty="0"/>
              <a:t>Single Core Performance Analysis</a:t>
            </a:r>
          </a:p>
        </p:txBody>
      </p:sp>
      <p:pic>
        <p:nvPicPr>
          <p:cNvPr id="4" name="Picture 3">
            <a:extLst>
              <a:ext uri="{FF2B5EF4-FFF2-40B4-BE49-F238E27FC236}">
                <a16:creationId xmlns:a16="http://schemas.microsoft.com/office/drawing/2014/main" id="{F2D5DCF4-0734-B218-95E1-EEE9A1AAE582}"/>
              </a:ext>
            </a:extLst>
          </p:cNvPr>
          <p:cNvPicPr>
            <a:picLocks noChangeAspect="1"/>
          </p:cNvPicPr>
          <p:nvPr/>
        </p:nvPicPr>
        <p:blipFill>
          <a:blip r:embed="rId3"/>
          <a:stretch>
            <a:fillRect/>
          </a:stretch>
        </p:blipFill>
        <p:spPr>
          <a:xfrm>
            <a:off x="406783" y="1590674"/>
            <a:ext cx="11378434" cy="4351017"/>
          </a:xfrm>
          <a:prstGeom prst="rect">
            <a:avLst/>
          </a:prstGeom>
        </p:spPr>
      </p:pic>
      <p:sp>
        <p:nvSpPr>
          <p:cNvPr id="2" name="Footer Placeholder 1">
            <a:extLst>
              <a:ext uri="{FF2B5EF4-FFF2-40B4-BE49-F238E27FC236}">
                <a16:creationId xmlns:a16="http://schemas.microsoft.com/office/drawing/2014/main" id="{93F50F58-4259-DF66-004A-0456E5461242}"/>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13C6EE0D-8968-E071-99E1-BFFBD185BF4D}"/>
              </a:ext>
            </a:extLst>
          </p:cNvPr>
          <p:cNvSpPr>
            <a:spLocks noGrp="1"/>
          </p:cNvSpPr>
          <p:nvPr>
            <p:ph type="sldNum" sz="quarter" idx="10"/>
          </p:nvPr>
        </p:nvSpPr>
        <p:spPr/>
        <p:txBody>
          <a:bodyPr/>
          <a:lstStyle/>
          <a:p>
            <a:fld id="{A04C8923-7248-483A-ACCB-0382A1F5224A}" type="slidenum">
              <a:rPr lang="en-GB" smtClean="0"/>
              <a:t>26</a:t>
            </a:fld>
            <a:endParaRPr lang="en-GB"/>
          </a:p>
        </p:txBody>
      </p:sp>
    </p:spTree>
    <p:extLst>
      <p:ext uri="{BB962C8B-B14F-4D97-AF65-F5344CB8AC3E}">
        <p14:creationId xmlns:p14="http://schemas.microsoft.com/office/powerpoint/2010/main" val="2464021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AF9FF-23F4-1033-F1E1-E78E958E5E18}"/>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C897DE10-F198-E6AE-63B3-A382C296E230}"/>
              </a:ext>
            </a:extLst>
          </p:cNvPr>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33" name="Text 0">
            <a:extLst>
              <a:ext uri="{FF2B5EF4-FFF2-40B4-BE49-F238E27FC236}">
                <a16:creationId xmlns:a16="http://schemas.microsoft.com/office/drawing/2014/main" id="{7E471E4F-FCD7-8A67-4B97-1FD89A923F91}"/>
              </a:ext>
            </a:extLst>
          </p:cNvPr>
          <p:cNvSpPr/>
          <p:nvPr/>
        </p:nvSpPr>
        <p:spPr>
          <a:xfrm>
            <a:off x="502920" y="320040"/>
            <a:ext cx="10789920" cy="411480"/>
          </a:xfrm>
          <a:prstGeom prst="rect">
            <a:avLst/>
          </a:prstGeom>
          <a:noFill/>
          <a:ln/>
        </p:spPr>
        <p:txBody>
          <a:bodyPr wrap="square" lIns="0" tIns="0" rIns="0" bIns="0" rtlCol="0" anchor="ctr">
            <a:normAutofit lnSpcReduction="10000"/>
          </a:bodyPr>
          <a:lstStyle/>
          <a:p>
            <a:r>
              <a:rPr lang="en-US" sz="2800" b="1" dirty="0">
                <a:solidFill>
                  <a:srgbClr val="A50908"/>
                </a:solidFill>
                <a:latin typeface="Aptos Display" pitchFamily="34" charset="0"/>
                <a:ea typeface="Aptos Display" pitchFamily="34" charset="-122"/>
                <a:cs typeface="Aptos Display" pitchFamily="34" charset="-120"/>
              </a:rPr>
              <a:t>Evaluation</a:t>
            </a:r>
            <a:endParaRPr lang="en-US" sz="2800" dirty="0">
              <a:solidFill>
                <a:srgbClr val="A50908"/>
              </a:solidFill>
            </a:endParaRPr>
          </a:p>
        </p:txBody>
      </p:sp>
      <p:sp>
        <p:nvSpPr>
          <p:cNvPr id="34" name="Text 0">
            <a:extLst>
              <a:ext uri="{FF2B5EF4-FFF2-40B4-BE49-F238E27FC236}">
                <a16:creationId xmlns:a16="http://schemas.microsoft.com/office/drawing/2014/main" id="{3ECBB3BE-3651-0472-AF0F-0FCF22AAC145}"/>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r>
              <a:rPr lang="en-US" sz="2800" dirty="0"/>
              <a:t>Performance vs. Bandwidth</a:t>
            </a:r>
          </a:p>
        </p:txBody>
      </p:sp>
      <p:pic>
        <p:nvPicPr>
          <p:cNvPr id="2" name="Picture 1">
            <a:extLst>
              <a:ext uri="{FF2B5EF4-FFF2-40B4-BE49-F238E27FC236}">
                <a16:creationId xmlns:a16="http://schemas.microsoft.com/office/drawing/2014/main" id="{89098732-CEE2-16C5-780A-2B4A71724CF3}"/>
              </a:ext>
            </a:extLst>
          </p:cNvPr>
          <p:cNvPicPr>
            <a:picLocks noChangeAspect="1"/>
          </p:cNvPicPr>
          <p:nvPr/>
        </p:nvPicPr>
        <p:blipFill>
          <a:blip r:embed="rId3"/>
          <a:stretch>
            <a:fillRect/>
          </a:stretch>
        </p:blipFill>
        <p:spPr>
          <a:xfrm>
            <a:off x="3460598" y="1501775"/>
            <a:ext cx="5270500" cy="5080000"/>
          </a:xfrm>
          <a:prstGeom prst="rect">
            <a:avLst/>
          </a:prstGeom>
        </p:spPr>
      </p:pic>
      <p:sp>
        <p:nvSpPr>
          <p:cNvPr id="3" name="Footer Placeholder 2">
            <a:extLst>
              <a:ext uri="{FF2B5EF4-FFF2-40B4-BE49-F238E27FC236}">
                <a16:creationId xmlns:a16="http://schemas.microsoft.com/office/drawing/2014/main" id="{B1E95D6D-47A7-0F9D-0446-0597D1467022}"/>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76C201F2-F2A8-6387-D48E-C2E34268CAF3}"/>
              </a:ext>
            </a:extLst>
          </p:cNvPr>
          <p:cNvSpPr>
            <a:spLocks noGrp="1"/>
          </p:cNvSpPr>
          <p:nvPr>
            <p:ph type="sldNum" sz="quarter" idx="10"/>
          </p:nvPr>
        </p:nvSpPr>
        <p:spPr/>
        <p:txBody>
          <a:bodyPr/>
          <a:lstStyle/>
          <a:p>
            <a:fld id="{A04C8923-7248-483A-ACCB-0382A1F5224A}" type="slidenum">
              <a:rPr lang="en-GB" smtClean="0"/>
              <a:t>27</a:t>
            </a:fld>
            <a:endParaRPr lang="en-GB"/>
          </a:p>
        </p:txBody>
      </p:sp>
    </p:spTree>
    <p:extLst>
      <p:ext uri="{BB962C8B-B14F-4D97-AF65-F5344CB8AC3E}">
        <p14:creationId xmlns:p14="http://schemas.microsoft.com/office/powerpoint/2010/main" val="4110176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69187-D919-8BDE-41E3-26ADFB0C5F7B}"/>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BD2E1FBB-E4AD-7BAF-2F67-D3239143CBED}"/>
              </a:ext>
            </a:extLst>
          </p:cNvPr>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33" name="Text 0">
            <a:extLst>
              <a:ext uri="{FF2B5EF4-FFF2-40B4-BE49-F238E27FC236}">
                <a16:creationId xmlns:a16="http://schemas.microsoft.com/office/drawing/2014/main" id="{55BBF730-69F9-5C21-0405-080FB15A0862}"/>
              </a:ext>
            </a:extLst>
          </p:cNvPr>
          <p:cNvSpPr/>
          <p:nvPr/>
        </p:nvSpPr>
        <p:spPr>
          <a:xfrm>
            <a:off x="502920" y="320040"/>
            <a:ext cx="10789920" cy="411480"/>
          </a:xfrm>
          <a:prstGeom prst="rect">
            <a:avLst/>
          </a:prstGeom>
          <a:noFill/>
          <a:ln/>
        </p:spPr>
        <p:txBody>
          <a:bodyPr wrap="square" lIns="0" tIns="0" rIns="0" bIns="0" rtlCol="0" anchor="ctr">
            <a:normAutofit lnSpcReduction="10000"/>
          </a:bodyPr>
          <a:lstStyle/>
          <a:p>
            <a:r>
              <a:rPr lang="en-US" sz="2800" b="1" dirty="0">
                <a:solidFill>
                  <a:srgbClr val="A50908"/>
                </a:solidFill>
                <a:latin typeface="Aptos Display" pitchFamily="34" charset="0"/>
                <a:ea typeface="Aptos Display" pitchFamily="34" charset="-122"/>
                <a:cs typeface="Aptos Display" pitchFamily="34" charset="-120"/>
              </a:rPr>
              <a:t>Evaluation</a:t>
            </a:r>
            <a:endParaRPr lang="en-US" sz="2800" dirty="0">
              <a:solidFill>
                <a:srgbClr val="A50908"/>
              </a:solidFill>
            </a:endParaRPr>
          </a:p>
        </p:txBody>
      </p:sp>
      <p:sp>
        <p:nvSpPr>
          <p:cNvPr id="34" name="Text 0">
            <a:extLst>
              <a:ext uri="{FF2B5EF4-FFF2-40B4-BE49-F238E27FC236}">
                <a16:creationId xmlns:a16="http://schemas.microsoft.com/office/drawing/2014/main" id="{C45A9EF6-EA90-64BA-943D-288758B35425}"/>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r>
              <a:rPr lang="en-US" sz="2800" dirty="0"/>
              <a:t>Multi-Prefetcher Stack</a:t>
            </a:r>
          </a:p>
        </p:txBody>
      </p:sp>
      <p:pic>
        <p:nvPicPr>
          <p:cNvPr id="3" name="Picture 2">
            <a:extLst>
              <a:ext uri="{FF2B5EF4-FFF2-40B4-BE49-F238E27FC236}">
                <a16:creationId xmlns:a16="http://schemas.microsoft.com/office/drawing/2014/main" id="{CFF857AA-5D8D-AD1D-C352-D5489787FBD8}"/>
              </a:ext>
            </a:extLst>
          </p:cNvPr>
          <p:cNvPicPr>
            <a:picLocks noChangeAspect="1"/>
          </p:cNvPicPr>
          <p:nvPr/>
        </p:nvPicPr>
        <p:blipFill>
          <a:blip r:embed="rId3"/>
          <a:stretch>
            <a:fillRect/>
          </a:stretch>
        </p:blipFill>
        <p:spPr>
          <a:xfrm>
            <a:off x="2616200" y="1404791"/>
            <a:ext cx="6959600" cy="5219700"/>
          </a:xfrm>
          <a:prstGeom prst="rect">
            <a:avLst/>
          </a:prstGeom>
        </p:spPr>
      </p:pic>
      <p:sp>
        <p:nvSpPr>
          <p:cNvPr id="2" name="Footer Placeholder 1">
            <a:extLst>
              <a:ext uri="{FF2B5EF4-FFF2-40B4-BE49-F238E27FC236}">
                <a16:creationId xmlns:a16="http://schemas.microsoft.com/office/drawing/2014/main" id="{FBA72373-0F22-195E-58AE-BA4B5AC37C8B}"/>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270FBAFA-0AF1-F5D4-252F-589519DAB4A5}"/>
              </a:ext>
            </a:extLst>
          </p:cNvPr>
          <p:cNvSpPr>
            <a:spLocks noGrp="1"/>
          </p:cNvSpPr>
          <p:nvPr>
            <p:ph type="sldNum" sz="quarter" idx="10"/>
          </p:nvPr>
        </p:nvSpPr>
        <p:spPr/>
        <p:txBody>
          <a:bodyPr/>
          <a:lstStyle/>
          <a:p>
            <a:fld id="{A04C8923-7248-483A-ACCB-0382A1F5224A}" type="slidenum">
              <a:rPr lang="en-GB" smtClean="0"/>
              <a:t>28</a:t>
            </a:fld>
            <a:endParaRPr lang="en-GB"/>
          </a:p>
        </p:txBody>
      </p:sp>
    </p:spTree>
    <p:extLst>
      <p:ext uri="{BB962C8B-B14F-4D97-AF65-F5344CB8AC3E}">
        <p14:creationId xmlns:p14="http://schemas.microsoft.com/office/powerpoint/2010/main" val="2333546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2AE8-E1CC-AEB5-1044-B38FC2576F06}"/>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CAF9C5B1-0CFC-5249-74AF-1D0002A5A806}"/>
              </a:ext>
            </a:extLst>
          </p:cNvPr>
          <p:cNvSpPr/>
          <p:nvPr/>
        </p:nvSpPr>
        <p:spPr>
          <a:xfrm>
            <a:off x="495288" y="1276350"/>
            <a:ext cx="11201120" cy="9525"/>
          </a:xfrm>
          <a:prstGeom prst="rect">
            <a:avLst/>
          </a:prstGeom>
          <a:solidFill>
            <a:srgbClr val="CFD3D8"/>
          </a:solidFill>
          <a:ln w="12700">
            <a:solidFill>
              <a:srgbClr val="FFFFFF">
                <a:alpha val="0"/>
              </a:srgbClr>
            </a:solidFill>
            <a:prstDash val="solid"/>
          </a:ln>
        </p:spPr>
        <p:txBody>
          <a:bodyPr/>
          <a:lstStyle/>
          <a:p>
            <a:endParaRPr lang="en-US"/>
          </a:p>
        </p:txBody>
      </p:sp>
      <p:sp>
        <p:nvSpPr>
          <p:cNvPr id="33" name="Text 0">
            <a:extLst>
              <a:ext uri="{FF2B5EF4-FFF2-40B4-BE49-F238E27FC236}">
                <a16:creationId xmlns:a16="http://schemas.microsoft.com/office/drawing/2014/main" id="{CA449FF5-1803-10F9-1C8D-0AF22B7C4459}"/>
              </a:ext>
            </a:extLst>
          </p:cNvPr>
          <p:cNvSpPr/>
          <p:nvPr/>
        </p:nvSpPr>
        <p:spPr>
          <a:xfrm>
            <a:off x="502920" y="320040"/>
            <a:ext cx="10789920" cy="411480"/>
          </a:xfrm>
          <a:prstGeom prst="rect">
            <a:avLst/>
          </a:prstGeom>
          <a:noFill/>
          <a:ln/>
        </p:spPr>
        <p:txBody>
          <a:bodyPr wrap="square" lIns="0" tIns="0" rIns="0" bIns="0" rtlCol="0" anchor="ctr">
            <a:normAutofit lnSpcReduction="10000"/>
          </a:bodyPr>
          <a:lstStyle/>
          <a:p>
            <a:r>
              <a:rPr lang="en-US" sz="2800" b="1" dirty="0">
                <a:solidFill>
                  <a:srgbClr val="A50908"/>
                </a:solidFill>
                <a:latin typeface="Aptos Display" pitchFamily="34" charset="0"/>
                <a:ea typeface="Aptos Display" pitchFamily="34" charset="-122"/>
                <a:cs typeface="Aptos Display" pitchFamily="34" charset="-120"/>
              </a:rPr>
              <a:t>Evaluation</a:t>
            </a:r>
            <a:endParaRPr lang="en-US" sz="2800" dirty="0">
              <a:solidFill>
                <a:srgbClr val="A50908"/>
              </a:solidFill>
            </a:endParaRPr>
          </a:p>
        </p:txBody>
      </p:sp>
      <p:sp>
        <p:nvSpPr>
          <p:cNvPr id="34" name="Text 0">
            <a:extLst>
              <a:ext uri="{FF2B5EF4-FFF2-40B4-BE49-F238E27FC236}">
                <a16:creationId xmlns:a16="http://schemas.microsoft.com/office/drawing/2014/main" id="{5C3933A9-BE9A-D416-85DD-5714ADB0F3C1}"/>
              </a:ext>
            </a:extLst>
          </p:cNvPr>
          <p:cNvSpPr/>
          <p:nvPr/>
        </p:nvSpPr>
        <p:spPr>
          <a:xfrm>
            <a:off x="497145" y="745954"/>
            <a:ext cx="10789920" cy="411480"/>
          </a:xfrm>
          <a:prstGeom prst="rect">
            <a:avLst/>
          </a:prstGeom>
          <a:noFill/>
          <a:ln/>
        </p:spPr>
        <p:txBody>
          <a:bodyPr wrap="square" lIns="0" tIns="0" rIns="0" bIns="0" rtlCol="0" anchor="ctr">
            <a:normAutofit lnSpcReduction="10000"/>
          </a:bodyPr>
          <a:lstStyle/>
          <a:p>
            <a:r>
              <a:rPr lang="en-US" sz="2800" dirty="0"/>
              <a:t>Ablation Study</a:t>
            </a:r>
          </a:p>
        </p:txBody>
      </p:sp>
      <p:pic>
        <p:nvPicPr>
          <p:cNvPr id="3" name="Picture 2">
            <a:extLst>
              <a:ext uri="{FF2B5EF4-FFF2-40B4-BE49-F238E27FC236}">
                <a16:creationId xmlns:a16="http://schemas.microsoft.com/office/drawing/2014/main" id="{699453D8-EA87-30AF-82E5-E9F6A06B7C1A}"/>
              </a:ext>
            </a:extLst>
          </p:cNvPr>
          <p:cNvPicPr>
            <a:picLocks noChangeAspect="1"/>
          </p:cNvPicPr>
          <p:nvPr/>
        </p:nvPicPr>
        <p:blipFill>
          <a:blip r:embed="rId3"/>
          <a:stretch>
            <a:fillRect/>
          </a:stretch>
        </p:blipFill>
        <p:spPr>
          <a:xfrm>
            <a:off x="1809750" y="1904729"/>
            <a:ext cx="7772400" cy="3991517"/>
          </a:xfrm>
          <a:prstGeom prst="rect">
            <a:avLst/>
          </a:prstGeom>
        </p:spPr>
      </p:pic>
      <p:sp>
        <p:nvSpPr>
          <p:cNvPr id="2" name="Footer Placeholder 1">
            <a:extLst>
              <a:ext uri="{FF2B5EF4-FFF2-40B4-BE49-F238E27FC236}">
                <a16:creationId xmlns:a16="http://schemas.microsoft.com/office/drawing/2014/main" id="{496826E3-114E-CE2C-CECA-38FCD48D14D4}"/>
              </a:ext>
            </a:extLst>
          </p:cNvPr>
          <p:cNvSpPr>
            <a:spLocks noGrp="1"/>
          </p:cNvSpPr>
          <p:nvPr>
            <p:ph type="ftr" sz="quarter" idx="11"/>
          </p:nvPr>
        </p:nvSpPr>
        <p:spPr/>
        <p:txBody>
          <a:bodyPr/>
          <a:lstStyle/>
          <a:p>
            <a:r>
              <a:rPr lang="en-US"/>
              <a:t>yh653@cam.ac.uk</a:t>
            </a:r>
            <a:endParaRPr lang="en-GB" sz="1600" dirty="0"/>
          </a:p>
        </p:txBody>
      </p:sp>
      <p:sp>
        <p:nvSpPr>
          <p:cNvPr id="6" name="Slide Number Placeholder 5">
            <a:extLst>
              <a:ext uri="{FF2B5EF4-FFF2-40B4-BE49-F238E27FC236}">
                <a16:creationId xmlns:a16="http://schemas.microsoft.com/office/drawing/2014/main" id="{2342AAB8-CD62-32D3-5E66-1D8127F9988A}"/>
              </a:ext>
            </a:extLst>
          </p:cNvPr>
          <p:cNvSpPr>
            <a:spLocks noGrp="1"/>
          </p:cNvSpPr>
          <p:nvPr>
            <p:ph type="sldNum" sz="quarter" idx="10"/>
          </p:nvPr>
        </p:nvSpPr>
        <p:spPr/>
        <p:txBody>
          <a:bodyPr/>
          <a:lstStyle/>
          <a:p>
            <a:fld id="{A04C8923-7248-483A-ACCB-0382A1F5224A}" type="slidenum">
              <a:rPr lang="en-GB" smtClean="0"/>
              <a:t>29</a:t>
            </a:fld>
            <a:endParaRPr lang="en-GB"/>
          </a:p>
        </p:txBody>
      </p:sp>
    </p:spTree>
    <p:extLst>
      <p:ext uri="{BB962C8B-B14F-4D97-AF65-F5344CB8AC3E}">
        <p14:creationId xmlns:p14="http://schemas.microsoft.com/office/powerpoint/2010/main" val="2864438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788F21-DE87-024B-A17E-82BA711F95B0}">
  <we:reference id="wa200010215" version="2.0.0.1" store="en-GB" storeType="OMEX"/>
  <we:alternateReferences>
    <we:reference id="WA200010215" version="2.0.0.1" store="WA200010215" storeType="OMEX"/>
  </we:alternateReferences>
  <we:properties>
    <we:property name="bps.codex_control.document_id" value="&quot;60364e9b-48fb-4c05-b5ad-e70ef0126cc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644B18A761A6419F9430F135CEF3B7" ma:contentTypeVersion="18" ma:contentTypeDescription="Create a new document." ma:contentTypeScope="" ma:versionID="a9a7bed52ec4b4b0f1807e6c69af2110">
  <xsd:schema xmlns:xsd="http://www.w3.org/2001/XMLSchema" xmlns:xs="http://www.w3.org/2001/XMLSchema" xmlns:p="http://schemas.microsoft.com/office/2006/metadata/properties" xmlns:ns3="ecb2b287-0ec5-4ca9-a957-551902884b6c" xmlns:ns4="6b9336b7-557f-46e5-b408-c06eb368a6fc" targetNamespace="http://schemas.microsoft.com/office/2006/metadata/properties" ma:root="true" ma:fieldsID="19475fa6e4dc5c1d5d8901ca8666e095" ns3:_="" ns4:_="">
    <xsd:import namespace="ecb2b287-0ec5-4ca9-a957-551902884b6c"/>
    <xsd:import namespace="6b9336b7-557f-46e5-b408-c06eb368a6fc"/>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2b287-0ec5-4ca9-a957-551902884b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9336b7-557f-46e5-b408-c06eb368a6f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cb2b287-0ec5-4ca9-a957-551902884b6c" xsi:nil="true"/>
  </documentManagement>
</p:properties>
</file>

<file path=customXml/itemProps1.xml><?xml version="1.0" encoding="utf-8"?>
<ds:datastoreItem xmlns:ds="http://schemas.openxmlformats.org/officeDocument/2006/customXml" ds:itemID="{1168CE6E-6AF9-4F96-9ECD-B7D367F550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b2b287-0ec5-4ca9-a957-551902884b6c"/>
    <ds:schemaRef ds:uri="6b9336b7-557f-46e5-b408-c06eb368a6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F4C482-6883-4D9E-8003-8A9B3F0ECE55}">
  <ds:schemaRefs>
    <ds:schemaRef ds:uri="http://schemas.microsoft.com/sharepoint/v3/contenttype/forms"/>
  </ds:schemaRefs>
</ds:datastoreItem>
</file>

<file path=customXml/itemProps3.xml><?xml version="1.0" encoding="utf-8"?>
<ds:datastoreItem xmlns:ds="http://schemas.openxmlformats.org/officeDocument/2006/customXml" ds:itemID="{7EAEB1B6-C53C-435A-88AE-B103AEE5C0AC}">
  <ds:schemaRefs>
    <ds:schemaRef ds:uri="http://purl.org/dc/elements/1.1/"/>
    <ds:schemaRef ds:uri="ecb2b287-0ec5-4ca9-a957-551902884b6c"/>
    <ds:schemaRef ds:uri="http://www.w3.org/XML/1998/namespace"/>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6b9336b7-557f-46e5-b408-c06eb368a6fc"/>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27672</TotalTime>
  <Words>1588</Words>
  <Application>Microsoft Office PowerPoint</Application>
  <PresentationFormat>Widescreen</PresentationFormat>
  <Paragraphs>341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 Display</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 A High-Performance, Low-Traffic Probabilistic Spatial Memory Streaming Prefetcher</dc:title>
  <dc:subject>PACT 2026 paper presentation for Proba</dc:subject>
  <dc:creator>OpenAI</dc:creator>
  <cp:lastModifiedBy>Wong, Jacky</cp:lastModifiedBy>
  <cp:revision>567</cp:revision>
  <dcterms:created xsi:type="dcterms:W3CDTF">2026-09-13T03:20:48Z</dcterms:created>
  <dcterms:modified xsi:type="dcterms:W3CDTF">2026-10-21T21:07:52Z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0x010100E1644B18A761A6419F9430F135CEF3B7</vt:lpwstr>
  </property>
</Properties>
</file>